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notesSlides/notesSlide5.xml" ContentType="application/vnd.openxmlformats-officedocument.presentationml.notesSlide+xml"/>
  <Override PartName="/ppt/ink/ink38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610.xml" ContentType="application/inkml+xml"/>
  <Override PartName="/ppt/notesSlides/notesSlide12.xml" ContentType="application/vnd.openxmlformats-officedocument.presentationml.notesSlide+xml"/>
  <Override PartName="/ppt/ink/ink611.xml" ContentType="application/inkml+xml"/>
  <Override PartName="/ppt/notesSlides/notesSlide13.xml" ContentType="application/vnd.openxmlformats-officedocument.presentationml.notesSlide+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794" r:id="rId2"/>
    <p:sldId id="822" r:id="rId3"/>
    <p:sldId id="826" r:id="rId4"/>
    <p:sldId id="771" r:id="rId5"/>
    <p:sldId id="823" r:id="rId6"/>
    <p:sldId id="827" r:id="rId7"/>
    <p:sldId id="257" r:id="rId8"/>
    <p:sldId id="613" r:id="rId9"/>
    <p:sldId id="840" r:id="rId10"/>
    <p:sldId id="615" r:id="rId11"/>
    <p:sldId id="616" r:id="rId12"/>
    <p:sldId id="618" r:id="rId13"/>
    <p:sldId id="640" r:id="rId14"/>
    <p:sldId id="838" r:id="rId15"/>
    <p:sldId id="641" r:id="rId16"/>
    <p:sldId id="723" r:id="rId17"/>
    <p:sldId id="829" r:id="rId18"/>
    <p:sldId id="852" r:id="rId19"/>
    <p:sldId id="644" r:id="rId20"/>
    <p:sldId id="647" r:id="rId21"/>
    <p:sldId id="833" r:id="rId22"/>
    <p:sldId id="851" r:id="rId23"/>
    <p:sldId id="848" r:id="rId24"/>
    <p:sldId id="850" r:id="rId25"/>
    <p:sldId id="784" r:id="rId26"/>
    <p:sldId id="830" r:id="rId27"/>
    <p:sldId id="831" r:id="rId28"/>
    <p:sldId id="854" r:id="rId29"/>
    <p:sldId id="821" r:id="rId30"/>
    <p:sldId id="832" r:id="rId31"/>
    <p:sldId id="853" r:id="rId32"/>
    <p:sldId id="855" r:id="rId33"/>
    <p:sldId id="678" r:id="rId34"/>
    <p:sldId id="835" r:id="rId35"/>
    <p:sldId id="847" r:id="rId36"/>
    <p:sldId id="856" r:id="rId37"/>
    <p:sldId id="689" r:id="rId38"/>
    <p:sldId id="687" r:id="rId39"/>
    <p:sldId id="690" r:id="rId40"/>
    <p:sldId id="67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3E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AB2F79-88AB-4C35-AAF0-A3DCD960CF41}" v="374" dt="2026-09-29T14:23:18.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17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jita Shrestha" userId="6bba5096-ac8c-4189-8210-97dcbe97ac25" providerId="ADAL" clId="{048BDDE5-6AAE-4BFD-9A54-A3D544FA9405}"/>
    <pc:docChg chg="undo custSel addSld delSld modSld sldOrd">
      <pc:chgData name="Manjita Shrestha" userId="6bba5096-ac8c-4189-8210-97dcbe97ac25" providerId="ADAL" clId="{048BDDE5-6AAE-4BFD-9A54-A3D544FA9405}" dt="2026-09-29T18:08:37.471" v="9089"/>
      <pc:docMkLst>
        <pc:docMk/>
      </pc:docMkLst>
      <pc:sldChg chg="modSp del mod">
        <pc:chgData name="Manjita Shrestha" userId="6bba5096-ac8c-4189-8210-97dcbe97ac25" providerId="ADAL" clId="{048BDDE5-6AAE-4BFD-9A54-A3D544FA9405}" dt="2026-09-29T13:53:46.592" v="8576" actId="47"/>
        <pc:sldMkLst>
          <pc:docMk/>
          <pc:sldMk cId="855463285" sldId="256"/>
        </pc:sldMkLst>
        <pc:spChg chg="mod">
          <ac:chgData name="Manjita Shrestha" userId="6bba5096-ac8c-4189-8210-97dcbe97ac25" providerId="ADAL" clId="{048BDDE5-6AAE-4BFD-9A54-A3D544FA9405}" dt="2026-09-28T22:30:41.526" v="6088" actId="20577"/>
          <ac:spMkLst>
            <pc:docMk/>
            <pc:sldMk cId="855463285" sldId="256"/>
            <ac:spMk id="2" creationId="{DCA617EB-F06F-5E94-1C8F-13C3748B431C}"/>
          </ac:spMkLst>
        </pc:spChg>
      </pc:sldChg>
      <pc:sldChg chg="modSp mod">
        <pc:chgData name="Manjita Shrestha" userId="6bba5096-ac8c-4189-8210-97dcbe97ac25" providerId="ADAL" clId="{048BDDE5-6AAE-4BFD-9A54-A3D544FA9405}" dt="2026-09-28T22:45:46.748" v="6603" actId="1035"/>
        <pc:sldMkLst>
          <pc:docMk/>
          <pc:sldMk cId="0" sldId="257"/>
        </pc:sldMkLst>
        <pc:spChg chg="mod">
          <ac:chgData name="Manjita Shrestha" userId="6bba5096-ac8c-4189-8210-97dcbe97ac25" providerId="ADAL" clId="{048BDDE5-6AAE-4BFD-9A54-A3D544FA9405}" dt="2026-09-28T22:45:46.748" v="6603" actId="1035"/>
          <ac:spMkLst>
            <pc:docMk/>
            <pc:sldMk cId="0" sldId="257"/>
            <ac:spMk id="2" creationId="{0249A21E-246E-9D49-CF71-926A6073A648}"/>
          </ac:spMkLst>
        </pc:spChg>
        <pc:spChg chg="mod">
          <ac:chgData name="Manjita Shrestha" userId="6bba5096-ac8c-4189-8210-97dcbe97ac25" providerId="ADAL" clId="{048BDDE5-6AAE-4BFD-9A54-A3D544FA9405}" dt="2026-09-28T22:43:20.700" v="6502" actId="207"/>
          <ac:spMkLst>
            <pc:docMk/>
            <pc:sldMk cId="0" sldId="257"/>
            <ac:spMk id="47" creationId="{3A8ACDCE-0541-4542-ABED-B0A736BB357C}"/>
          </ac:spMkLst>
        </pc:spChg>
      </pc:sldChg>
      <pc:sldChg chg="del">
        <pc:chgData name="Manjita Shrestha" userId="6bba5096-ac8c-4189-8210-97dcbe97ac25" providerId="ADAL" clId="{048BDDE5-6AAE-4BFD-9A54-A3D544FA9405}" dt="2026-09-28T22:42:43.943" v="6490" actId="47"/>
        <pc:sldMkLst>
          <pc:docMk/>
          <pc:sldMk cId="1154073752" sldId="595"/>
        </pc:sldMkLst>
      </pc:sldChg>
      <pc:sldChg chg="del">
        <pc:chgData name="Manjita Shrestha" userId="6bba5096-ac8c-4189-8210-97dcbe97ac25" providerId="ADAL" clId="{048BDDE5-6AAE-4BFD-9A54-A3D544FA9405}" dt="2026-09-28T22:42:45.019" v="6491" actId="47"/>
        <pc:sldMkLst>
          <pc:docMk/>
          <pc:sldMk cId="31555457" sldId="596"/>
        </pc:sldMkLst>
      </pc:sldChg>
      <pc:sldChg chg="modSp mod">
        <pc:chgData name="Manjita Shrestha" userId="6bba5096-ac8c-4189-8210-97dcbe97ac25" providerId="ADAL" clId="{048BDDE5-6AAE-4BFD-9A54-A3D544FA9405}" dt="2026-09-28T22:47:46.722" v="6828" actId="1035"/>
        <pc:sldMkLst>
          <pc:docMk/>
          <pc:sldMk cId="1009364017" sldId="613"/>
        </pc:sldMkLst>
        <pc:spChg chg="mod">
          <ac:chgData name="Manjita Shrestha" userId="6bba5096-ac8c-4189-8210-97dcbe97ac25" providerId="ADAL" clId="{048BDDE5-6AAE-4BFD-9A54-A3D544FA9405}" dt="2026-09-28T22:47:09.426" v="6735" actId="14100"/>
          <ac:spMkLst>
            <pc:docMk/>
            <pc:sldMk cId="1009364017" sldId="613"/>
            <ac:spMk id="2" creationId="{00000000-0000-0000-0000-000000000000}"/>
          </ac:spMkLst>
        </pc:spChg>
        <pc:spChg chg="mod">
          <ac:chgData name="Manjita Shrestha" userId="6bba5096-ac8c-4189-8210-97dcbe97ac25" providerId="ADAL" clId="{048BDDE5-6AAE-4BFD-9A54-A3D544FA9405}" dt="2026-09-28T22:47:46.722" v="6828" actId="1035"/>
          <ac:spMkLst>
            <pc:docMk/>
            <pc:sldMk cId="1009364017" sldId="613"/>
            <ac:spMk id="7" creationId="{18C332B7-4380-743F-39D2-A7305D6F771C}"/>
          </ac:spMkLst>
        </pc:spChg>
        <pc:spChg chg="mod">
          <ac:chgData name="Manjita Shrestha" userId="6bba5096-ac8c-4189-8210-97dcbe97ac25" providerId="ADAL" clId="{048BDDE5-6AAE-4BFD-9A54-A3D544FA9405}" dt="2026-09-28T22:47:18.452" v="6745" actId="1035"/>
          <ac:spMkLst>
            <pc:docMk/>
            <pc:sldMk cId="1009364017" sldId="613"/>
            <ac:spMk id="8" creationId="{00000000-0000-0000-0000-000000000000}"/>
          </ac:spMkLst>
        </pc:spChg>
        <pc:picChg chg="mod">
          <ac:chgData name="Manjita Shrestha" userId="6bba5096-ac8c-4189-8210-97dcbe97ac25" providerId="ADAL" clId="{048BDDE5-6AAE-4BFD-9A54-A3D544FA9405}" dt="2026-09-28T22:47:38.477" v="6827" actId="1037"/>
          <ac:picMkLst>
            <pc:docMk/>
            <pc:sldMk cId="1009364017" sldId="613"/>
            <ac:picMk id="3" creationId="{25BF5D11-25AE-414F-8824-381E2D270774}"/>
          </ac:picMkLst>
        </pc:picChg>
      </pc:sldChg>
      <pc:sldChg chg="addSp delSp mod">
        <pc:chgData name="Manjita Shrestha" userId="6bba5096-ac8c-4189-8210-97dcbe97ac25" providerId="ADAL" clId="{048BDDE5-6AAE-4BFD-9A54-A3D544FA9405}" dt="2026-09-28T22:48:03.906" v="6832" actId="22"/>
        <pc:sldMkLst>
          <pc:docMk/>
          <pc:sldMk cId="687637187" sldId="615"/>
        </pc:sldMkLst>
        <pc:spChg chg="add">
          <ac:chgData name="Manjita Shrestha" userId="6bba5096-ac8c-4189-8210-97dcbe97ac25" providerId="ADAL" clId="{048BDDE5-6AAE-4BFD-9A54-A3D544FA9405}" dt="2026-09-28T22:48:03.906" v="6832" actId="22"/>
          <ac:spMkLst>
            <pc:docMk/>
            <pc:sldMk cId="687637187" sldId="615"/>
            <ac:spMk id="4" creationId="{5241C831-2C5F-8352-9B08-6590871838E4}"/>
          </ac:spMkLst>
        </pc:spChg>
        <pc:spChg chg="del">
          <ac:chgData name="Manjita Shrestha" userId="6bba5096-ac8c-4189-8210-97dcbe97ac25" providerId="ADAL" clId="{048BDDE5-6AAE-4BFD-9A54-A3D544FA9405}" dt="2026-09-28T22:48:03.143" v="6831" actId="478"/>
          <ac:spMkLst>
            <pc:docMk/>
            <pc:sldMk cId="687637187" sldId="615"/>
            <ac:spMk id="5" creationId="{9C2CE384-724B-B969-6FF6-41CD2A1ADEE0}"/>
          </ac:spMkLst>
        </pc:spChg>
      </pc:sldChg>
      <pc:sldChg chg="addSp delSp mod">
        <pc:chgData name="Manjita Shrestha" userId="6bba5096-ac8c-4189-8210-97dcbe97ac25" providerId="ADAL" clId="{048BDDE5-6AAE-4BFD-9A54-A3D544FA9405}" dt="2026-09-28T22:48:12.569" v="6834" actId="22"/>
        <pc:sldMkLst>
          <pc:docMk/>
          <pc:sldMk cId="2957090949" sldId="616"/>
        </pc:sldMkLst>
        <pc:spChg chg="del">
          <ac:chgData name="Manjita Shrestha" userId="6bba5096-ac8c-4189-8210-97dcbe97ac25" providerId="ADAL" clId="{048BDDE5-6AAE-4BFD-9A54-A3D544FA9405}" dt="2026-09-28T22:48:11.745" v="6833" actId="478"/>
          <ac:spMkLst>
            <pc:docMk/>
            <pc:sldMk cId="2957090949" sldId="616"/>
            <ac:spMk id="4" creationId="{5C0A7FE0-A53F-158B-5B5B-615A1930BF8B}"/>
          </ac:spMkLst>
        </pc:spChg>
        <pc:spChg chg="add">
          <ac:chgData name="Manjita Shrestha" userId="6bba5096-ac8c-4189-8210-97dcbe97ac25" providerId="ADAL" clId="{048BDDE5-6AAE-4BFD-9A54-A3D544FA9405}" dt="2026-09-28T22:48:12.569" v="6834" actId="22"/>
          <ac:spMkLst>
            <pc:docMk/>
            <pc:sldMk cId="2957090949" sldId="616"/>
            <ac:spMk id="5" creationId="{5D7DE0A6-9441-8613-4686-2B0E8C955A9C}"/>
          </ac:spMkLst>
        </pc:spChg>
      </pc:sldChg>
      <pc:sldChg chg="modSp mod">
        <pc:chgData name="Manjita Shrestha" userId="6bba5096-ac8c-4189-8210-97dcbe97ac25" providerId="ADAL" clId="{048BDDE5-6AAE-4BFD-9A54-A3D544FA9405}" dt="2026-09-28T22:55:31.860" v="7165" actId="20577"/>
        <pc:sldMkLst>
          <pc:docMk/>
          <pc:sldMk cId="3803197464" sldId="618"/>
        </pc:sldMkLst>
        <pc:spChg chg="mod">
          <ac:chgData name="Manjita Shrestha" userId="6bba5096-ac8c-4189-8210-97dcbe97ac25" providerId="ADAL" clId="{048BDDE5-6AAE-4BFD-9A54-A3D544FA9405}" dt="2026-09-28T22:55:31.860" v="7165" actId="20577"/>
          <ac:spMkLst>
            <pc:docMk/>
            <pc:sldMk cId="3803197464" sldId="618"/>
            <ac:spMk id="7" creationId="{9523E40A-8AE9-AA8C-FBC2-7038530A359E}"/>
          </ac:spMkLst>
        </pc:spChg>
      </pc:sldChg>
      <pc:sldChg chg="del">
        <pc:chgData name="Manjita Shrestha" userId="6bba5096-ac8c-4189-8210-97dcbe97ac25" providerId="ADAL" clId="{048BDDE5-6AAE-4BFD-9A54-A3D544FA9405}" dt="2026-09-28T23:22:25.547" v="8392" actId="47"/>
        <pc:sldMkLst>
          <pc:docMk/>
          <pc:sldMk cId="64537829" sldId="629"/>
        </pc:sldMkLst>
      </pc:sldChg>
      <pc:sldChg chg="del">
        <pc:chgData name="Manjita Shrestha" userId="6bba5096-ac8c-4189-8210-97dcbe97ac25" providerId="ADAL" clId="{048BDDE5-6AAE-4BFD-9A54-A3D544FA9405}" dt="2026-09-28T23:22:23.220" v="8391" actId="47"/>
        <pc:sldMkLst>
          <pc:docMk/>
          <pc:sldMk cId="369016537" sldId="630"/>
        </pc:sldMkLst>
      </pc:sldChg>
      <pc:sldChg chg="del">
        <pc:chgData name="Manjita Shrestha" userId="6bba5096-ac8c-4189-8210-97dcbe97ac25" providerId="ADAL" clId="{048BDDE5-6AAE-4BFD-9A54-A3D544FA9405}" dt="2026-09-28T23:22:20.807" v="8390" actId="47"/>
        <pc:sldMkLst>
          <pc:docMk/>
          <pc:sldMk cId="3831234211" sldId="633"/>
        </pc:sldMkLst>
      </pc:sldChg>
      <pc:sldChg chg="addSp modSp mod">
        <pc:chgData name="Manjita Shrestha" userId="6bba5096-ac8c-4189-8210-97dcbe97ac25" providerId="ADAL" clId="{048BDDE5-6AAE-4BFD-9A54-A3D544FA9405}" dt="2026-09-28T22:55:50.474" v="7179" actId="20577"/>
        <pc:sldMkLst>
          <pc:docMk/>
          <pc:sldMk cId="2338110109" sldId="640"/>
        </pc:sldMkLst>
        <pc:spChg chg="add mod">
          <ac:chgData name="Manjita Shrestha" userId="6bba5096-ac8c-4189-8210-97dcbe97ac25" providerId="ADAL" clId="{048BDDE5-6AAE-4BFD-9A54-A3D544FA9405}" dt="2026-09-28T22:55:50.474" v="7179" actId="20577"/>
          <ac:spMkLst>
            <pc:docMk/>
            <pc:sldMk cId="2338110109" sldId="640"/>
            <ac:spMk id="9" creationId="{BD68C5F6-5E26-0086-39EF-2D0FF53F5A30}"/>
          </ac:spMkLst>
        </pc:spChg>
        <pc:spChg chg="mod">
          <ac:chgData name="Manjita Shrestha" userId="6bba5096-ac8c-4189-8210-97dcbe97ac25" providerId="ADAL" clId="{048BDDE5-6AAE-4BFD-9A54-A3D544FA9405}" dt="2026-09-28T22:50:14.386" v="6866" actId="1035"/>
          <ac:spMkLst>
            <pc:docMk/>
            <pc:sldMk cId="2338110109" sldId="640"/>
            <ac:spMk id="11" creationId="{571F170D-F287-D98C-C6FB-2FD3895C16BF}"/>
          </ac:spMkLst>
        </pc:spChg>
      </pc:sldChg>
      <pc:sldChg chg="modSp mod">
        <pc:chgData name="Manjita Shrestha" userId="6bba5096-ac8c-4189-8210-97dcbe97ac25" providerId="ADAL" clId="{048BDDE5-6AAE-4BFD-9A54-A3D544FA9405}" dt="2026-09-29T14:05:54.793" v="8590" actId="1035"/>
        <pc:sldMkLst>
          <pc:docMk/>
          <pc:sldMk cId="391654793" sldId="641"/>
        </pc:sldMkLst>
        <pc:spChg chg="mod">
          <ac:chgData name="Manjita Shrestha" userId="6bba5096-ac8c-4189-8210-97dcbe97ac25" providerId="ADAL" clId="{048BDDE5-6AAE-4BFD-9A54-A3D544FA9405}" dt="2026-09-29T14:05:54.793" v="8590" actId="1035"/>
          <ac:spMkLst>
            <pc:docMk/>
            <pc:sldMk cId="391654793" sldId="641"/>
            <ac:spMk id="2" creationId="{92835E6F-9B1D-EC21-68AB-662E2254DB15}"/>
          </ac:spMkLst>
        </pc:spChg>
        <pc:spChg chg="mod">
          <ac:chgData name="Manjita Shrestha" userId="6bba5096-ac8c-4189-8210-97dcbe97ac25" providerId="ADAL" clId="{048BDDE5-6AAE-4BFD-9A54-A3D544FA9405}" dt="2026-09-29T14:05:54.793" v="8590" actId="1035"/>
          <ac:spMkLst>
            <pc:docMk/>
            <pc:sldMk cId="391654793" sldId="641"/>
            <ac:spMk id="6" creationId="{F297993B-0A5D-44FD-858A-C309728040A6}"/>
          </ac:spMkLst>
        </pc:spChg>
        <pc:spChg chg="mod">
          <ac:chgData name="Manjita Shrestha" userId="6bba5096-ac8c-4189-8210-97dcbe97ac25" providerId="ADAL" clId="{048BDDE5-6AAE-4BFD-9A54-A3D544FA9405}" dt="2026-09-28T22:59:57.965" v="7375" actId="20577"/>
          <ac:spMkLst>
            <pc:docMk/>
            <pc:sldMk cId="391654793" sldId="641"/>
            <ac:spMk id="13" creationId="{E9738102-93DD-93DF-37B7-B01626E18D8D}"/>
          </ac:spMkLst>
        </pc:spChg>
        <pc:grpChg chg="mod">
          <ac:chgData name="Manjita Shrestha" userId="6bba5096-ac8c-4189-8210-97dcbe97ac25" providerId="ADAL" clId="{048BDDE5-6AAE-4BFD-9A54-A3D544FA9405}" dt="2026-09-29T14:05:54.793" v="8590" actId="1035"/>
          <ac:grpSpMkLst>
            <pc:docMk/>
            <pc:sldMk cId="391654793" sldId="641"/>
            <ac:grpSpMk id="11" creationId="{8CAE3CEA-5870-494F-B492-201BB3A76CFB}"/>
          </ac:grpSpMkLst>
        </pc:grpChg>
        <pc:grpChg chg="mod">
          <ac:chgData name="Manjita Shrestha" userId="6bba5096-ac8c-4189-8210-97dcbe97ac25" providerId="ADAL" clId="{048BDDE5-6AAE-4BFD-9A54-A3D544FA9405}" dt="2026-09-29T14:05:54.793" v="8590" actId="1035"/>
          <ac:grpSpMkLst>
            <pc:docMk/>
            <pc:sldMk cId="391654793" sldId="641"/>
            <ac:grpSpMk id="12" creationId="{B0DBDF38-B001-43CD-A36F-EF2BCC2BC5A6}"/>
          </ac:grpSpMkLst>
        </pc:grpChg>
      </pc:sldChg>
      <pc:sldChg chg="delSp modSp mod ord">
        <pc:chgData name="Manjita Shrestha" userId="6bba5096-ac8c-4189-8210-97dcbe97ac25" providerId="ADAL" clId="{048BDDE5-6AAE-4BFD-9A54-A3D544FA9405}" dt="2026-09-29T18:08:23.803" v="9087"/>
        <pc:sldMkLst>
          <pc:docMk/>
          <pc:sldMk cId="3091112276" sldId="644"/>
        </pc:sldMkLst>
        <pc:spChg chg="mod">
          <ac:chgData name="Manjita Shrestha" userId="6bba5096-ac8c-4189-8210-97dcbe97ac25" providerId="ADAL" clId="{048BDDE5-6AAE-4BFD-9A54-A3D544FA9405}" dt="2026-09-28T23:17:39.579" v="8381" actId="255"/>
          <ac:spMkLst>
            <pc:docMk/>
            <pc:sldMk cId="3091112276" sldId="644"/>
            <ac:spMk id="5" creationId="{80CA850F-4A39-588E-2C51-01CF04605324}"/>
          </ac:spMkLst>
        </pc:spChg>
        <pc:inkChg chg="del">
          <ac:chgData name="Manjita Shrestha" userId="6bba5096-ac8c-4189-8210-97dcbe97ac25" providerId="ADAL" clId="{048BDDE5-6AAE-4BFD-9A54-A3D544FA9405}" dt="2026-09-28T23:17:08.931" v="8380" actId="478"/>
          <ac:inkMkLst>
            <pc:docMk/>
            <pc:sldMk cId="3091112276" sldId="644"/>
            <ac:inkMk id="6" creationId="{D4C2D25C-A4C8-4717-01E1-B51F635FE795}"/>
          </ac:inkMkLst>
        </pc:inkChg>
      </pc:sldChg>
      <pc:sldChg chg="addSp delSp mod ord">
        <pc:chgData name="Manjita Shrestha" userId="6bba5096-ac8c-4189-8210-97dcbe97ac25" providerId="ADAL" clId="{048BDDE5-6AAE-4BFD-9A54-A3D544FA9405}" dt="2026-09-29T18:08:37.471" v="9089"/>
        <pc:sldMkLst>
          <pc:docMk/>
          <pc:sldMk cId="2296210997" sldId="647"/>
        </pc:sldMkLst>
        <pc:spChg chg="add">
          <ac:chgData name="Manjita Shrestha" userId="6bba5096-ac8c-4189-8210-97dcbe97ac25" providerId="ADAL" clId="{048BDDE5-6AAE-4BFD-9A54-A3D544FA9405}" dt="2026-09-28T23:17:49.789" v="8383" actId="22"/>
          <ac:spMkLst>
            <pc:docMk/>
            <pc:sldMk cId="2296210997" sldId="647"/>
            <ac:spMk id="5" creationId="{61F94E3C-5A7E-FDD2-7A7F-E6B00556BD20}"/>
          </ac:spMkLst>
        </pc:spChg>
        <pc:spChg chg="del">
          <ac:chgData name="Manjita Shrestha" userId="6bba5096-ac8c-4189-8210-97dcbe97ac25" providerId="ADAL" clId="{048BDDE5-6AAE-4BFD-9A54-A3D544FA9405}" dt="2026-09-28T23:17:48.581" v="8382" actId="478"/>
          <ac:spMkLst>
            <pc:docMk/>
            <pc:sldMk cId="2296210997" sldId="647"/>
            <ac:spMk id="7" creationId="{E66C5CF7-C40B-8141-D362-3C5378DDFE21}"/>
          </ac:spMkLst>
        </pc:spChg>
      </pc:sldChg>
      <pc:sldChg chg="addSp delSp mod">
        <pc:chgData name="Manjita Shrestha" userId="6bba5096-ac8c-4189-8210-97dcbe97ac25" providerId="ADAL" clId="{048BDDE5-6AAE-4BFD-9A54-A3D544FA9405}" dt="2026-09-29T14:26:22.499" v="9085" actId="22"/>
        <pc:sldMkLst>
          <pc:docMk/>
          <pc:sldMk cId="4202257165" sldId="672"/>
        </pc:sldMkLst>
        <pc:spChg chg="del">
          <ac:chgData name="Manjita Shrestha" userId="6bba5096-ac8c-4189-8210-97dcbe97ac25" providerId="ADAL" clId="{048BDDE5-6AAE-4BFD-9A54-A3D544FA9405}" dt="2026-09-29T14:26:18.427" v="9083" actId="478"/>
          <ac:spMkLst>
            <pc:docMk/>
            <pc:sldMk cId="4202257165" sldId="672"/>
            <ac:spMk id="4" creationId="{00000000-0000-0000-0000-000000000000}"/>
          </ac:spMkLst>
        </pc:spChg>
        <pc:spChg chg="del">
          <ac:chgData name="Manjita Shrestha" userId="6bba5096-ac8c-4189-8210-97dcbe97ac25" providerId="ADAL" clId="{048BDDE5-6AAE-4BFD-9A54-A3D544FA9405}" dt="2026-09-29T14:26:21.888" v="9084" actId="478"/>
          <ac:spMkLst>
            <pc:docMk/>
            <pc:sldMk cId="4202257165" sldId="672"/>
            <ac:spMk id="5" creationId="{36A43C89-E7AE-06B2-8FFB-4FE37A1F91A8}"/>
          </ac:spMkLst>
        </pc:spChg>
        <pc:spChg chg="add">
          <ac:chgData name="Manjita Shrestha" userId="6bba5096-ac8c-4189-8210-97dcbe97ac25" providerId="ADAL" clId="{048BDDE5-6AAE-4BFD-9A54-A3D544FA9405}" dt="2026-09-29T14:26:22.499" v="9085" actId="22"/>
          <ac:spMkLst>
            <pc:docMk/>
            <pc:sldMk cId="4202257165" sldId="672"/>
            <ac:spMk id="6" creationId="{9A7825E3-3577-0B9A-5B76-14C95407FAA4}"/>
          </ac:spMkLst>
        </pc:spChg>
      </pc:sldChg>
      <pc:sldChg chg="modSp mod">
        <pc:chgData name="Manjita Shrestha" userId="6bba5096-ac8c-4189-8210-97dcbe97ac25" providerId="ADAL" clId="{048BDDE5-6AAE-4BFD-9A54-A3D544FA9405}" dt="2026-09-28T23:23:36.485" v="8420" actId="20577"/>
        <pc:sldMkLst>
          <pc:docMk/>
          <pc:sldMk cId="1424231975" sldId="678"/>
        </pc:sldMkLst>
        <pc:spChg chg="mod">
          <ac:chgData name="Manjita Shrestha" userId="6bba5096-ac8c-4189-8210-97dcbe97ac25" providerId="ADAL" clId="{048BDDE5-6AAE-4BFD-9A54-A3D544FA9405}" dt="2026-09-28T23:23:36.485" v="8420" actId="20577"/>
          <ac:spMkLst>
            <pc:docMk/>
            <pc:sldMk cId="1424231975" sldId="678"/>
            <ac:spMk id="3" creationId="{B52EF09E-5FE8-AC4B-2FDB-4CE343B3A2FA}"/>
          </ac:spMkLst>
        </pc:spChg>
      </pc:sldChg>
      <pc:sldChg chg="addSp delSp mod">
        <pc:chgData name="Manjita Shrestha" userId="6bba5096-ac8c-4189-8210-97dcbe97ac25" providerId="ADAL" clId="{048BDDE5-6AAE-4BFD-9A54-A3D544FA9405}" dt="2026-09-29T14:26:01.824" v="9080" actId="22"/>
        <pc:sldMkLst>
          <pc:docMk/>
          <pc:sldMk cId="1507270308" sldId="687"/>
        </pc:sldMkLst>
        <pc:spChg chg="del">
          <ac:chgData name="Manjita Shrestha" userId="6bba5096-ac8c-4189-8210-97dcbe97ac25" providerId="ADAL" clId="{048BDDE5-6AAE-4BFD-9A54-A3D544FA9405}" dt="2026-09-29T14:25:55.923" v="9078" actId="478"/>
          <ac:spMkLst>
            <pc:docMk/>
            <pc:sldMk cId="1507270308" sldId="687"/>
            <ac:spMk id="4" creationId="{00000000-0000-0000-0000-000000000000}"/>
          </ac:spMkLst>
        </pc:spChg>
        <pc:spChg chg="del">
          <ac:chgData name="Manjita Shrestha" userId="6bba5096-ac8c-4189-8210-97dcbe97ac25" providerId="ADAL" clId="{048BDDE5-6AAE-4BFD-9A54-A3D544FA9405}" dt="2026-09-29T14:26:01.222" v="9079" actId="478"/>
          <ac:spMkLst>
            <pc:docMk/>
            <pc:sldMk cId="1507270308" sldId="687"/>
            <ac:spMk id="8" creationId="{1DEDE43B-14D5-FF24-389E-7E8208AA52EB}"/>
          </ac:spMkLst>
        </pc:spChg>
        <pc:spChg chg="add">
          <ac:chgData name="Manjita Shrestha" userId="6bba5096-ac8c-4189-8210-97dcbe97ac25" providerId="ADAL" clId="{048BDDE5-6AAE-4BFD-9A54-A3D544FA9405}" dt="2026-09-29T14:26:01.824" v="9080" actId="22"/>
          <ac:spMkLst>
            <pc:docMk/>
            <pc:sldMk cId="1507270308" sldId="687"/>
            <ac:spMk id="10" creationId="{62C706F2-BC3A-EF8F-CDF8-F0D2F10CAF6B}"/>
          </ac:spMkLst>
        </pc:spChg>
      </pc:sldChg>
      <pc:sldChg chg="modSp mod">
        <pc:chgData name="Manjita Shrestha" userId="6bba5096-ac8c-4189-8210-97dcbe97ac25" providerId="ADAL" clId="{048BDDE5-6AAE-4BFD-9A54-A3D544FA9405}" dt="2026-09-29T14:25:40.642" v="9077" actId="1035"/>
        <pc:sldMkLst>
          <pc:docMk/>
          <pc:sldMk cId="1633725836" sldId="689"/>
        </pc:sldMkLst>
        <pc:spChg chg="mod">
          <ac:chgData name="Manjita Shrestha" userId="6bba5096-ac8c-4189-8210-97dcbe97ac25" providerId="ADAL" clId="{048BDDE5-6AAE-4BFD-9A54-A3D544FA9405}" dt="2026-09-29T14:25:40.642" v="9077" actId="1035"/>
          <ac:spMkLst>
            <pc:docMk/>
            <pc:sldMk cId="1633725836" sldId="689"/>
            <ac:spMk id="2" creationId="{C9E744C1-B0A5-DA8F-340D-E21995792278}"/>
          </ac:spMkLst>
        </pc:spChg>
      </pc:sldChg>
      <pc:sldChg chg="addSp delSp mod">
        <pc:chgData name="Manjita Shrestha" userId="6bba5096-ac8c-4189-8210-97dcbe97ac25" providerId="ADAL" clId="{048BDDE5-6AAE-4BFD-9A54-A3D544FA9405}" dt="2026-09-29T14:26:09.848" v="9082" actId="22"/>
        <pc:sldMkLst>
          <pc:docMk/>
          <pc:sldMk cId="3787902962" sldId="690"/>
        </pc:sldMkLst>
        <pc:spChg chg="add">
          <ac:chgData name="Manjita Shrestha" userId="6bba5096-ac8c-4189-8210-97dcbe97ac25" providerId="ADAL" clId="{048BDDE5-6AAE-4BFD-9A54-A3D544FA9405}" dt="2026-09-29T14:26:09.848" v="9082" actId="22"/>
          <ac:spMkLst>
            <pc:docMk/>
            <pc:sldMk cId="3787902962" sldId="690"/>
            <ac:spMk id="5" creationId="{7988D1D2-947D-D0E1-16A0-8FA1E0A2B082}"/>
          </ac:spMkLst>
        </pc:spChg>
        <pc:spChg chg="del">
          <ac:chgData name="Manjita Shrestha" userId="6bba5096-ac8c-4189-8210-97dcbe97ac25" providerId="ADAL" clId="{048BDDE5-6AAE-4BFD-9A54-A3D544FA9405}" dt="2026-09-29T14:26:09.272" v="9081" actId="478"/>
          <ac:spMkLst>
            <pc:docMk/>
            <pc:sldMk cId="3787902962" sldId="690"/>
            <ac:spMk id="7" creationId="{4C99EC39-FC33-EFE4-25E5-2F47FD0F2DD6}"/>
          </ac:spMkLst>
        </pc:spChg>
      </pc:sldChg>
      <pc:sldChg chg="addSp modSp mod">
        <pc:chgData name="Manjita Shrestha" userId="6bba5096-ac8c-4189-8210-97dcbe97ac25" providerId="ADAL" clId="{048BDDE5-6AAE-4BFD-9A54-A3D544FA9405}" dt="2026-09-28T23:00:55.966" v="7393" actId="22"/>
        <pc:sldMkLst>
          <pc:docMk/>
          <pc:sldMk cId="1437151454" sldId="723"/>
        </pc:sldMkLst>
        <pc:spChg chg="mod">
          <ac:chgData name="Manjita Shrestha" userId="6bba5096-ac8c-4189-8210-97dcbe97ac25" providerId="ADAL" clId="{048BDDE5-6AAE-4BFD-9A54-A3D544FA9405}" dt="2026-09-28T22:51:26.257" v="6895" actId="1035"/>
          <ac:spMkLst>
            <pc:docMk/>
            <pc:sldMk cId="1437151454" sldId="723"/>
            <ac:spMk id="3" creationId="{E579F297-D718-CAF1-652F-03AB9516FD76}"/>
          </ac:spMkLst>
        </pc:spChg>
        <pc:spChg chg="add">
          <ac:chgData name="Manjita Shrestha" userId="6bba5096-ac8c-4189-8210-97dcbe97ac25" providerId="ADAL" clId="{048BDDE5-6AAE-4BFD-9A54-A3D544FA9405}" dt="2026-09-28T23:00:55.966" v="7393" actId="22"/>
          <ac:spMkLst>
            <pc:docMk/>
            <pc:sldMk cId="1437151454" sldId="723"/>
            <ac:spMk id="5" creationId="{1599C00C-9A9A-6487-6EAA-E019517C866E}"/>
          </ac:spMkLst>
        </pc:spChg>
      </pc:sldChg>
      <pc:sldChg chg="modSp mod">
        <pc:chgData name="Manjita Shrestha" userId="6bba5096-ac8c-4189-8210-97dcbe97ac25" providerId="ADAL" clId="{048BDDE5-6AAE-4BFD-9A54-A3D544FA9405}" dt="2026-09-28T22:40:51.071" v="6475" actId="1037"/>
        <pc:sldMkLst>
          <pc:docMk/>
          <pc:sldMk cId="1884640383" sldId="771"/>
        </pc:sldMkLst>
        <pc:spChg chg="mod">
          <ac:chgData name="Manjita Shrestha" userId="6bba5096-ac8c-4189-8210-97dcbe97ac25" providerId="ADAL" clId="{048BDDE5-6AAE-4BFD-9A54-A3D544FA9405}" dt="2026-09-28T22:40:51.071" v="6475" actId="1037"/>
          <ac:spMkLst>
            <pc:docMk/>
            <pc:sldMk cId="1884640383" sldId="771"/>
            <ac:spMk id="3" creationId="{0F59CE0F-C0D7-5A65-B40B-F34F1AC0F5C1}"/>
          </ac:spMkLst>
        </pc:spChg>
        <pc:spChg chg="mod">
          <ac:chgData name="Manjita Shrestha" userId="6bba5096-ac8c-4189-8210-97dcbe97ac25" providerId="ADAL" clId="{048BDDE5-6AAE-4BFD-9A54-A3D544FA9405}" dt="2026-09-28T22:40:43.031" v="6453" actId="5793"/>
          <ac:spMkLst>
            <pc:docMk/>
            <pc:sldMk cId="1884640383" sldId="771"/>
            <ac:spMk id="6" creationId="{92586F7A-5849-1D28-E99D-9F8DC837F564}"/>
          </ac:spMkLst>
        </pc:spChg>
      </pc:sldChg>
      <pc:sldChg chg="del">
        <pc:chgData name="Manjita Shrestha" userId="6bba5096-ac8c-4189-8210-97dcbe97ac25" providerId="ADAL" clId="{048BDDE5-6AAE-4BFD-9A54-A3D544FA9405}" dt="2026-09-28T22:42:56.334" v="6497" actId="47"/>
        <pc:sldMkLst>
          <pc:docMk/>
          <pc:sldMk cId="2308962607" sldId="772"/>
        </pc:sldMkLst>
      </pc:sldChg>
      <pc:sldChg chg="del">
        <pc:chgData name="Manjita Shrestha" userId="6bba5096-ac8c-4189-8210-97dcbe97ac25" providerId="ADAL" clId="{048BDDE5-6AAE-4BFD-9A54-A3D544FA9405}" dt="2026-09-28T22:42:46.677" v="6492" actId="47"/>
        <pc:sldMkLst>
          <pc:docMk/>
          <pc:sldMk cId="3798820669" sldId="775"/>
        </pc:sldMkLst>
      </pc:sldChg>
      <pc:sldChg chg="del">
        <pc:chgData name="Manjita Shrestha" userId="6bba5096-ac8c-4189-8210-97dcbe97ac25" providerId="ADAL" clId="{048BDDE5-6AAE-4BFD-9A54-A3D544FA9405}" dt="2026-09-28T22:42:57.506" v="6498" actId="47"/>
        <pc:sldMkLst>
          <pc:docMk/>
          <pc:sldMk cId="1939912859" sldId="776"/>
        </pc:sldMkLst>
      </pc:sldChg>
      <pc:sldChg chg="del">
        <pc:chgData name="Manjita Shrestha" userId="6bba5096-ac8c-4189-8210-97dcbe97ac25" providerId="ADAL" clId="{048BDDE5-6AAE-4BFD-9A54-A3D544FA9405}" dt="2026-09-28T22:42:59.730" v="6500" actId="47"/>
        <pc:sldMkLst>
          <pc:docMk/>
          <pc:sldMk cId="1322156535" sldId="780"/>
        </pc:sldMkLst>
      </pc:sldChg>
      <pc:sldChg chg="del">
        <pc:chgData name="Manjita Shrestha" userId="6bba5096-ac8c-4189-8210-97dcbe97ac25" providerId="ADAL" clId="{048BDDE5-6AAE-4BFD-9A54-A3D544FA9405}" dt="2026-09-28T22:35:59.836" v="6108" actId="47"/>
        <pc:sldMkLst>
          <pc:docMk/>
          <pc:sldMk cId="3654196260" sldId="781"/>
        </pc:sldMkLst>
      </pc:sldChg>
      <pc:sldChg chg="del">
        <pc:chgData name="Manjita Shrestha" userId="6bba5096-ac8c-4189-8210-97dcbe97ac25" providerId="ADAL" clId="{048BDDE5-6AAE-4BFD-9A54-A3D544FA9405}" dt="2026-09-28T22:44:15.450" v="6508" actId="47"/>
        <pc:sldMkLst>
          <pc:docMk/>
          <pc:sldMk cId="1096226433" sldId="783"/>
        </pc:sldMkLst>
      </pc:sldChg>
      <pc:sldChg chg="modSp mod">
        <pc:chgData name="Manjita Shrestha" userId="6bba5096-ac8c-4189-8210-97dcbe97ac25" providerId="ADAL" clId="{048BDDE5-6AAE-4BFD-9A54-A3D544FA9405}" dt="2026-09-28T23:15:18.071" v="8341" actId="11"/>
        <pc:sldMkLst>
          <pc:docMk/>
          <pc:sldMk cId="155638004" sldId="784"/>
        </pc:sldMkLst>
        <pc:spChg chg="mod">
          <ac:chgData name="Manjita Shrestha" userId="6bba5096-ac8c-4189-8210-97dcbe97ac25" providerId="ADAL" clId="{048BDDE5-6AAE-4BFD-9A54-A3D544FA9405}" dt="2026-09-28T23:15:18.071" v="8341" actId="11"/>
          <ac:spMkLst>
            <pc:docMk/>
            <pc:sldMk cId="155638004" sldId="784"/>
            <ac:spMk id="3" creationId="{68312F62-3D60-F386-1A0C-BB9623E30779}"/>
          </ac:spMkLst>
        </pc:spChg>
        <pc:spChg chg="mod">
          <ac:chgData name="Manjita Shrestha" userId="6bba5096-ac8c-4189-8210-97dcbe97ac25" providerId="ADAL" clId="{048BDDE5-6AAE-4BFD-9A54-A3D544FA9405}" dt="2026-09-28T23:13:13.746" v="8326" actId="1035"/>
          <ac:spMkLst>
            <pc:docMk/>
            <pc:sldMk cId="155638004" sldId="784"/>
            <ac:spMk id="4" creationId="{B3D7951E-7D28-CDDC-7541-9A2602705EAC}"/>
          </ac:spMkLst>
        </pc:spChg>
      </pc:sldChg>
      <pc:sldChg chg="del">
        <pc:chgData name="Manjita Shrestha" userId="6bba5096-ac8c-4189-8210-97dcbe97ac25" providerId="ADAL" clId="{048BDDE5-6AAE-4BFD-9A54-A3D544FA9405}" dt="2026-09-28T23:19:02.082" v="8388" actId="47"/>
        <pc:sldMkLst>
          <pc:docMk/>
          <pc:sldMk cId="3719496994" sldId="787"/>
        </pc:sldMkLst>
      </pc:sldChg>
      <pc:sldChg chg="del">
        <pc:chgData name="Manjita Shrestha" userId="6bba5096-ac8c-4189-8210-97dcbe97ac25" providerId="ADAL" clId="{048BDDE5-6AAE-4BFD-9A54-A3D544FA9405}" dt="2026-09-28T22:52:44" v="6909" actId="47"/>
        <pc:sldMkLst>
          <pc:docMk/>
          <pc:sldMk cId="2215853486" sldId="791"/>
        </pc:sldMkLst>
      </pc:sldChg>
      <pc:sldChg chg="addSp delSp modSp add mod">
        <pc:chgData name="Manjita Shrestha" userId="6bba5096-ac8c-4189-8210-97dcbe97ac25" providerId="ADAL" clId="{048BDDE5-6AAE-4BFD-9A54-A3D544FA9405}" dt="2026-09-29T13:53:42.045" v="8575" actId="1038"/>
        <pc:sldMkLst>
          <pc:docMk/>
          <pc:sldMk cId="19214908" sldId="794"/>
        </pc:sldMkLst>
        <pc:spChg chg="mod">
          <ac:chgData name="Manjita Shrestha" userId="6bba5096-ac8c-4189-8210-97dcbe97ac25" providerId="ADAL" clId="{048BDDE5-6AAE-4BFD-9A54-A3D544FA9405}" dt="2026-09-29T13:52:59.131" v="8491" actId="1036"/>
          <ac:spMkLst>
            <pc:docMk/>
            <pc:sldMk cId="19214908" sldId="794"/>
            <ac:spMk id="2" creationId="{0966838B-4C92-5D94-ED41-7791B980B200}"/>
          </ac:spMkLst>
        </pc:spChg>
        <pc:spChg chg="del">
          <ac:chgData name="Manjita Shrestha" userId="6bba5096-ac8c-4189-8210-97dcbe97ac25" providerId="ADAL" clId="{048BDDE5-6AAE-4BFD-9A54-A3D544FA9405}" dt="2026-09-29T13:52:33.946" v="8454" actId="478"/>
          <ac:spMkLst>
            <pc:docMk/>
            <pc:sldMk cId="19214908" sldId="794"/>
            <ac:spMk id="3" creationId="{C3BE9EED-9D89-A03D-BCE0-AD562449A00B}"/>
          </ac:spMkLst>
        </pc:spChg>
        <pc:spChg chg="add mod">
          <ac:chgData name="Manjita Shrestha" userId="6bba5096-ac8c-4189-8210-97dcbe97ac25" providerId="ADAL" clId="{048BDDE5-6AAE-4BFD-9A54-A3D544FA9405}" dt="2026-09-29T13:53:42.045" v="8575" actId="1038"/>
          <ac:spMkLst>
            <pc:docMk/>
            <pc:sldMk cId="19214908" sldId="794"/>
            <ac:spMk id="5" creationId="{717C48D1-9E5C-A93E-DF8C-5FC8E9C1B5C8}"/>
          </ac:spMkLst>
        </pc:spChg>
      </pc:sldChg>
      <pc:sldChg chg="del">
        <pc:chgData name="Manjita Shrestha" userId="6bba5096-ac8c-4189-8210-97dcbe97ac25" providerId="ADAL" clId="{048BDDE5-6AAE-4BFD-9A54-A3D544FA9405}" dt="2026-09-28T22:44:13.401" v="6507" actId="47"/>
        <pc:sldMkLst>
          <pc:docMk/>
          <pc:sldMk cId="1130406641" sldId="795"/>
        </pc:sldMkLst>
      </pc:sldChg>
      <pc:sldChg chg="del">
        <pc:chgData name="Manjita Shrestha" userId="6bba5096-ac8c-4189-8210-97dcbe97ac25" providerId="ADAL" clId="{048BDDE5-6AAE-4BFD-9A54-A3D544FA9405}" dt="2026-09-28T22:44:09.576" v="6505" actId="47"/>
        <pc:sldMkLst>
          <pc:docMk/>
          <pc:sldMk cId="2540502459" sldId="797"/>
        </pc:sldMkLst>
      </pc:sldChg>
      <pc:sldChg chg="del">
        <pc:chgData name="Manjita Shrestha" userId="6bba5096-ac8c-4189-8210-97dcbe97ac25" providerId="ADAL" clId="{048BDDE5-6AAE-4BFD-9A54-A3D544FA9405}" dt="2026-09-28T22:42:50.696" v="6495" actId="47"/>
        <pc:sldMkLst>
          <pc:docMk/>
          <pc:sldMk cId="317673174" sldId="811"/>
        </pc:sldMkLst>
      </pc:sldChg>
      <pc:sldChg chg="modSp mod">
        <pc:chgData name="Manjita Shrestha" userId="6bba5096-ac8c-4189-8210-97dcbe97ac25" providerId="ADAL" clId="{048BDDE5-6AAE-4BFD-9A54-A3D544FA9405}" dt="2026-09-28T22:39:11.345" v="6413" actId="255"/>
        <pc:sldMkLst>
          <pc:docMk/>
          <pc:sldMk cId="2323089836" sldId="822"/>
        </pc:sldMkLst>
        <pc:spChg chg="mod">
          <ac:chgData name="Manjita Shrestha" userId="6bba5096-ac8c-4189-8210-97dcbe97ac25" providerId="ADAL" clId="{048BDDE5-6AAE-4BFD-9A54-A3D544FA9405}" dt="2026-09-28T22:35:32.868" v="6107" actId="1035"/>
          <ac:spMkLst>
            <pc:docMk/>
            <pc:sldMk cId="2323089836" sldId="822"/>
            <ac:spMk id="2" creationId="{3F5628C5-B2D6-4916-CA69-C90DEA26F7C6}"/>
          </ac:spMkLst>
        </pc:spChg>
        <pc:spChg chg="mod">
          <ac:chgData name="Manjita Shrestha" userId="6bba5096-ac8c-4189-8210-97dcbe97ac25" providerId="ADAL" clId="{048BDDE5-6AAE-4BFD-9A54-A3D544FA9405}" dt="2026-09-28T22:39:11.345" v="6413" actId="255"/>
          <ac:spMkLst>
            <pc:docMk/>
            <pc:sldMk cId="2323089836" sldId="822"/>
            <ac:spMk id="3" creationId="{EBFD4DA9-0D25-45A4-9516-53F3A510CF43}"/>
          </ac:spMkLst>
        </pc:spChg>
      </pc:sldChg>
      <pc:sldChg chg="modSp mod">
        <pc:chgData name="Manjita Shrestha" userId="6bba5096-ac8c-4189-8210-97dcbe97ac25" providerId="ADAL" clId="{048BDDE5-6AAE-4BFD-9A54-A3D544FA9405}" dt="2026-09-28T22:41:17.185" v="6489" actId="1035"/>
        <pc:sldMkLst>
          <pc:docMk/>
          <pc:sldMk cId="1077334117" sldId="823"/>
        </pc:sldMkLst>
        <pc:spChg chg="mod">
          <ac:chgData name="Manjita Shrestha" userId="6bba5096-ac8c-4189-8210-97dcbe97ac25" providerId="ADAL" clId="{048BDDE5-6AAE-4BFD-9A54-A3D544FA9405}" dt="2026-09-28T22:41:17.185" v="6489" actId="1035"/>
          <ac:spMkLst>
            <pc:docMk/>
            <pc:sldMk cId="1077334117" sldId="823"/>
            <ac:spMk id="15" creationId="{FA62F5AC-7CAD-D315-3A21-EBD4CC61F9F9}"/>
          </ac:spMkLst>
        </pc:spChg>
      </pc:sldChg>
      <pc:sldChg chg="del">
        <pc:chgData name="Manjita Shrestha" userId="6bba5096-ac8c-4189-8210-97dcbe97ac25" providerId="ADAL" clId="{048BDDE5-6AAE-4BFD-9A54-A3D544FA9405}" dt="2026-09-28T22:43:00.649" v="6501" actId="47"/>
        <pc:sldMkLst>
          <pc:docMk/>
          <pc:sldMk cId="1578407446" sldId="824"/>
        </pc:sldMkLst>
      </pc:sldChg>
      <pc:sldChg chg="del">
        <pc:chgData name="Manjita Shrestha" userId="6bba5096-ac8c-4189-8210-97dcbe97ac25" providerId="ADAL" clId="{048BDDE5-6AAE-4BFD-9A54-A3D544FA9405}" dt="2026-09-28T22:42:58.634" v="6499" actId="47"/>
        <pc:sldMkLst>
          <pc:docMk/>
          <pc:sldMk cId="1922968132" sldId="825"/>
        </pc:sldMkLst>
      </pc:sldChg>
      <pc:sldChg chg="modSp mod ord">
        <pc:chgData name="Manjita Shrestha" userId="6bba5096-ac8c-4189-8210-97dcbe97ac25" providerId="ADAL" clId="{048BDDE5-6AAE-4BFD-9A54-A3D544FA9405}" dt="2026-09-28T22:40:33.996" v="6449" actId="255"/>
        <pc:sldMkLst>
          <pc:docMk/>
          <pc:sldMk cId="2087795140" sldId="826"/>
        </pc:sldMkLst>
        <pc:spChg chg="mod">
          <ac:chgData name="Manjita Shrestha" userId="6bba5096-ac8c-4189-8210-97dcbe97ac25" providerId="ADAL" clId="{048BDDE5-6AAE-4BFD-9A54-A3D544FA9405}" dt="2026-09-28T22:40:33.996" v="6449" actId="255"/>
          <ac:spMkLst>
            <pc:docMk/>
            <pc:sldMk cId="2087795140" sldId="826"/>
            <ac:spMk id="3" creationId="{7C0AF037-6A1D-5A89-3587-A1AC4E60B1AB}"/>
          </ac:spMkLst>
        </pc:spChg>
      </pc:sldChg>
      <pc:sldChg chg="modSp mod">
        <pc:chgData name="Manjita Shrestha" userId="6bba5096-ac8c-4189-8210-97dcbe97ac25" providerId="ADAL" clId="{048BDDE5-6AAE-4BFD-9A54-A3D544FA9405}" dt="2026-09-28T22:45:32.264" v="6589" actId="1035"/>
        <pc:sldMkLst>
          <pc:docMk/>
          <pc:sldMk cId="0" sldId="827"/>
        </pc:sldMkLst>
        <pc:spChg chg="mod">
          <ac:chgData name="Manjita Shrestha" userId="6bba5096-ac8c-4189-8210-97dcbe97ac25" providerId="ADAL" clId="{048BDDE5-6AAE-4BFD-9A54-A3D544FA9405}" dt="2026-09-28T22:45:32.264" v="6589" actId="1035"/>
          <ac:spMkLst>
            <pc:docMk/>
            <pc:sldMk cId="0" sldId="827"/>
            <ac:spMk id="2" creationId="{4AB75265-D435-E2AA-303A-831B892FC8CF}"/>
          </ac:spMkLst>
        </pc:spChg>
        <pc:spChg chg="mod">
          <ac:chgData name="Manjita Shrestha" userId="6bba5096-ac8c-4189-8210-97dcbe97ac25" providerId="ADAL" clId="{048BDDE5-6AAE-4BFD-9A54-A3D544FA9405}" dt="2026-09-28T22:43:35.782" v="6503" actId="207"/>
          <ac:spMkLst>
            <pc:docMk/>
            <pc:sldMk cId="0" sldId="827"/>
            <ac:spMk id="2118" creationId="{A5BA662E-14E9-4FAB-8A8B-D69B50F027D0}"/>
          </ac:spMkLst>
        </pc:spChg>
      </pc:sldChg>
      <pc:sldChg chg="addSp delSp mod">
        <pc:chgData name="Manjita Shrestha" userId="6bba5096-ac8c-4189-8210-97dcbe97ac25" providerId="ADAL" clId="{048BDDE5-6AAE-4BFD-9A54-A3D544FA9405}" dt="2026-09-28T23:13:22.443" v="8328" actId="22"/>
        <pc:sldMkLst>
          <pc:docMk/>
          <pc:sldMk cId="809100652" sldId="830"/>
        </pc:sldMkLst>
        <pc:spChg chg="add">
          <ac:chgData name="Manjita Shrestha" userId="6bba5096-ac8c-4189-8210-97dcbe97ac25" providerId="ADAL" clId="{048BDDE5-6AAE-4BFD-9A54-A3D544FA9405}" dt="2026-09-28T23:13:22.443" v="8328" actId="22"/>
          <ac:spMkLst>
            <pc:docMk/>
            <pc:sldMk cId="809100652" sldId="830"/>
            <ac:spMk id="4" creationId="{00852056-BBDB-FB08-7C0B-F4ACF9CF7008}"/>
          </ac:spMkLst>
        </pc:spChg>
        <pc:spChg chg="del">
          <ac:chgData name="Manjita Shrestha" userId="6bba5096-ac8c-4189-8210-97dcbe97ac25" providerId="ADAL" clId="{048BDDE5-6AAE-4BFD-9A54-A3D544FA9405}" dt="2026-09-28T23:13:21.763" v="8327" actId="478"/>
          <ac:spMkLst>
            <pc:docMk/>
            <pc:sldMk cId="809100652" sldId="830"/>
            <ac:spMk id="18" creationId="{11857665-70AE-4A65-3299-58E1AC67A56F}"/>
          </ac:spMkLst>
        </pc:spChg>
      </pc:sldChg>
      <pc:sldChg chg="addSp delSp mod">
        <pc:chgData name="Manjita Shrestha" userId="6bba5096-ac8c-4189-8210-97dcbe97ac25" providerId="ADAL" clId="{048BDDE5-6AAE-4BFD-9A54-A3D544FA9405}" dt="2026-09-28T23:13:59.583" v="8330" actId="22"/>
        <pc:sldMkLst>
          <pc:docMk/>
          <pc:sldMk cId="658775285" sldId="831"/>
        </pc:sldMkLst>
        <pc:spChg chg="del">
          <ac:chgData name="Manjita Shrestha" userId="6bba5096-ac8c-4189-8210-97dcbe97ac25" providerId="ADAL" clId="{048BDDE5-6AAE-4BFD-9A54-A3D544FA9405}" dt="2026-09-28T23:13:57.834" v="8329" actId="478"/>
          <ac:spMkLst>
            <pc:docMk/>
            <pc:sldMk cId="658775285" sldId="831"/>
            <ac:spMk id="2" creationId="{6C71A606-FC80-5901-880A-32BDA8911E40}"/>
          </ac:spMkLst>
        </pc:spChg>
        <pc:spChg chg="add">
          <ac:chgData name="Manjita Shrestha" userId="6bba5096-ac8c-4189-8210-97dcbe97ac25" providerId="ADAL" clId="{048BDDE5-6AAE-4BFD-9A54-A3D544FA9405}" dt="2026-09-28T23:13:59.583" v="8330" actId="22"/>
          <ac:spMkLst>
            <pc:docMk/>
            <pc:sldMk cId="658775285" sldId="831"/>
            <ac:spMk id="8" creationId="{539ECC04-D748-29CC-DA53-AFCFAB651D31}"/>
          </ac:spMkLst>
        </pc:spChg>
      </pc:sldChg>
      <pc:sldChg chg="addSp delSp mod">
        <pc:chgData name="Manjita Shrestha" userId="6bba5096-ac8c-4189-8210-97dcbe97ac25" providerId="ADAL" clId="{048BDDE5-6AAE-4BFD-9A54-A3D544FA9405}" dt="2026-09-28T23:16:05.342" v="8352" actId="22"/>
        <pc:sldMkLst>
          <pc:docMk/>
          <pc:sldMk cId="2757233652" sldId="832"/>
        </pc:sldMkLst>
        <pc:spChg chg="del">
          <ac:chgData name="Manjita Shrestha" userId="6bba5096-ac8c-4189-8210-97dcbe97ac25" providerId="ADAL" clId="{048BDDE5-6AAE-4BFD-9A54-A3D544FA9405}" dt="2026-09-28T23:16:04.010" v="8351" actId="478"/>
          <ac:spMkLst>
            <pc:docMk/>
            <pc:sldMk cId="2757233652" sldId="832"/>
            <ac:spMk id="6" creationId="{BD3F932C-E8AF-7824-48F2-E4E8481D25CA}"/>
          </ac:spMkLst>
        </pc:spChg>
        <pc:spChg chg="add">
          <ac:chgData name="Manjita Shrestha" userId="6bba5096-ac8c-4189-8210-97dcbe97ac25" providerId="ADAL" clId="{048BDDE5-6AAE-4BFD-9A54-A3D544FA9405}" dt="2026-09-28T23:16:05.342" v="8352" actId="22"/>
          <ac:spMkLst>
            <pc:docMk/>
            <pc:sldMk cId="2757233652" sldId="832"/>
            <ac:spMk id="12" creationId="{6B503784-AECC-DAEA-4705-98A4221D989A}"/>
          </ac:spMkLst>
        </pc:spChg>
      </pc:sldChg>
      <pc:sldChg chg="addSp delSp modSp mod ord modAnim">
        <pc:chgData name="Manjita Shrestha" userId="6bba5096-ac8c-4189-8210-97dcbe97ac25" providerId="ADAL" clId="{048BDDE5-6AAE-4BFD-9A54-A3D544FA9405}" dt="2026-09-29T18:08:37.471" v="9089"/>
        <pc:sldMkLst>
          <pc:docMk/>
          <pc:sldMk cId="1806963526" sldId="833"/>
        </pc:sldMkLst>
        <pc:spChg chg="add mod">
          <ac:chgData name="Manjita Shrestha" userId="6bba5096-ac8c-4189-8210-97dcbe97ac25" providerId="ADAL" clId="{048BDDE5-6AAE-4BFD-9A54-A3D544FA9405}" dt="2026-09-29T14:17:45.427" v="8763" actId="207"/>
          <ac:spMkLst>
            <pc:docMk/>
            <pc:sldMk cId="1806963526" sldId="833"/>
            <ac:spMk id="2" creationId="{A4B1FCC6-5AF2-B713-1F99-2DF592B99536}"/>
          </ac:spMkLst>
        </pc:spChg>
        <pc:spChg chg="mod">
          <ac:chgData name="Manjita Shrestha" userId="6bba5096-ac8c-4189-8210-97dcbe97ac25" providerId="ADAL" clId="{048BDDE5-6AAE-4BFD-9A54-A3D544FA9405}" dt="2026-09-28T23:23:00.439" v="8405" actId="1035"/>
          <ac:spMkLst>
            <pc:docMk/>
            <pc:sldMk cId="1806963526" sldId="833"/>
            <ac:spMk id="4" creationId="{D306BA4D-BFE6-CD65-470D-08280E3537C0}"/>
          </ac:spMkLst>
        </pc:spChg>
        <pc:spChg chg="add del">
          <ac:chgData name="Manjita Shrestha" userId="6bba5096-ac8c-4189-8210-97dcbe97ac25" providerId="ADAL" clId="{048BDDE5-6AAE-4BFD-9A54-A3D544FA9405}" dt="2026-09-29T14:17:57.597" v="8765" actId="478"/>
          <ac:spMkLst>
            <pc:docMk/>
            <pc:sldMk cId="1806963526" sldId="833"/>
            <ac:spMk id="6" creationId="{CE88FF51-40A6-6BEA-903B-9E98E414B6E1}"/>
          </ac:spMkLst>
        </pc:spChg>
        <pc:spChg chg="add del">
          <ac:chgData name="Manjita Shrestha" userId="6bba5096-ac8c-4189-8210-97dcbe97ac25" providerId="ADAL" clId="{048BDDE5-6AAE-4BFD-9A54-A3D544FA9405}" dt="2026-09-29T14:17:54.117" v="8764" actId="478"/>
          <ac:spMkLst>
            <pc:docMk/>
            <pc:sldMk cId="1806963526" sldId="833"/>
            <ac:spMk id="11" creationId="{C10A482D-4CA1-E0C6-7D58-B91B6E3BD48D}"/>
          </ac:spMkLst>
        </pc:spChg>
        <pc:inkChg chg="del">
          <ac:chgData name="Manjita Shrestha" userId="6bba5096-ac8c-4189-8210-97dcbe97ac25" providerId="ADAL" clId="{048BDDE5-6AAE-4BFD-9A54-A3D544FA9405}" dt="2026-09-28T23:18:01.906" v="8384" actId="478"/>
          <ac:inkMkLst>
            <pc:docMk/>
            <pc:sldMk cId="1806963526" sldId="833"/>
            <ac:inkMk id="2" creationId="{12F9A351-3ADB-3FC4-0570-AB8C9EF9B9E0}"/>
          </ac:inkMkLst>
        </pc:inkChg>
      </pc:sldChg>
      <pc:sldChg chg="modSp mod">
        <pc:chgData name="Manjita Shrestha" userId="6bba5096-ac8c-4189-8210-97dcbe97ac25" providerId="ADAL" clId="{048BDDE5-6AAE-4BFD-9A54-A3D544FA9405}" dt="2026-09-29T14:25:00.130" v="9062" actId="20577"/>
        <pc:sldMkLst>
          <pc:docMk/>
          <pc:sldMk cId="1422458461" sldId="835"/>
        </pc:sldMkLst>
        <pc:spChg chg="mod">
          <ac:chgData name="Manjita Shrestha" userId="6bba5096-ac8c-4189-8210-97dcbe97ac25" providerId="ADAL" clId="{048BDDE5-6AAE-4BFD-9A54-A3D544FA9405}" dt="2026-09-29T14:25:00.130" v="9062" actId="20577"/>
          <ac:spMkLst>
            <pc:docMk/>
            <pc:sldMk cId="1422458461" sldId="835"/>
            <ac:spMk id="12" creationId="{B716B7C2-3873-5C9F-5609-50E6025D6608}"/>
          </ac:spMkLst>
        </pc:spChg>
      </pc:sldChg>
      <pc:sldChg chg="addSp delSp modSp mod">
        <pc:chgData name="Manjita Shrestha" userId="6bba5096-ac8c-4189-8210-97dcbe97ac25" providerId="ADAL" clId="{048BDDE5-6AAE-4BFD-9A54-A3D544FA9405}" dt="2026-09-28T22:59:20.272" v="7320" actId="255"/>
        <pc:sldMkLst>
          <pc:docMk/>
          <pc:sldMk cId="3039475328" sldId="838"/>
        </pc:sldMkLst>
        <pc:spChg chg="add del">
          <ac:chgData name="Manjita Shrestha" userId="6bba5096-ac8c-4189-8210-97dcbe97ac25" providerId="ADAL" clId="{048BDDE5-6AAE-4BFD-9A54-A3D544FA9405}" dt="2026-09-28T22:56:01.516" v="7181" actId="22"/>
          <ac:spMkLst>
            <pc:docMk/>
            <pc:sldMk cId="3039475328" sldId="838"/>
            <ac:spMk id="3" creationId="{F17A7839-83AE-E2CD-435B-604A476DE7CB}"/>
          </ac:spMkLst>
        </pc:spChg>
        <pc:spChg chg="mod">
          <ac:chgData name="Manjita Shrestha" userId="6bba5096-ac8c-4189-8210-97dcbe97ac25" providerId="ADAL" clId="{048BDDE5-6AAE-4BFD-9A54-A3D544FA9405}" dt="2026-09-28T22:59:20.272" v="7320" actId="255"/>
          <ac:spMkLst>
            <pc:docMk/>
            <pc:sldMk cId="3039475328" sldId="838"/>
            <ac:spMk id="5" creationId="{1398F422-2A60-91A0-D593-6E3FB95977BC}"/>
          </ac:spMkLst>
        </pc:spChg>
        <pc:spChg chg="mod">
          <ac:chgData name="Manjita Shrestha" userId="6bba5096-ac8c-4189-8210-97dcbe97ac25" providerId="ADAL" clId="{048BDDE5-6AAE-4BFD-9A54-A3D544FA9405}" dt="2026-09-28T22:59:02.095" v="7318" actId="20577"/>
          <ac:spMkLst>
            <pc:docMk/>
            <pc:sldMk cId="3039475328" sldId="838"/>
            <ac:spMk id="8" creationId="{EC0D7922-633D-6D16-3797-C2E3AD8BB357}"/>
          </ac:spMkLst>
        </pc:spChg>
        <pc:spChg chg="mod">
          <ac:chgData name="Manjita Shrestha" userId="6bba5096-ac8c-4189-8210-97dcbe97ac25" providerId="ADAL" clId="{048BDDE5-6AAE-4BFD-9A54-A3D544FA9405}" dt="2026-09-28T22:56:36.478" v="7201" actId="20577"/>
          <ac:spMkLst>
            <pc:docMk/>
            <pc:sldMk cId="3039475328" sldId="838"/>
            <ac:spMk id="18" creationId="{11760C9B-E376-3AEE-B8D5-4599E96362A4}"/>
          </ac:spMkLst>
        </pc:spChg>
      </pc:sldChg>
      <pc:sldChg chg="addSp delSp mod">
        <pc:chgData name="Manjita Shrestha" userId="6bba5096-ac8c-4189-8210-97dcbe97ac25" providerId="ADAL" clId="{048BDDE5-6AAE-4BFD-9A54-A3D544FA9405}" dt="2026-09-28T22:47:55.580" v="6830" actId="22"/>
        <pc:sldMkLst>
          <pc:docMk/>
          <pc:sldMk cId="3110317904" sldId="840"/>
        </pc:sldMkLst>
        <pc:spChg chg="add">
          <ac:chgData name="Manjita Shrestha" userId="6bba5096-ac8c-4189-8210-97dcbe97ac25" providerId="ADAL" clId="{048BDDE5-6AAE-4BFD-9A54-A3D544FA9405}" dt="2026-09-28T22:47:55.580" v="6830" actId="22"/>
          <ac:spMkLst>
            <pc:docMk/>
            <pc:sldMk cId="3110317904" sldId="840"/>
            <ac:spMk id="3" creationId="{25792E7D-1A27-D14C-4AB3-7D84CF90E0B8}"/>
          </ac:spMkLst>
        </pc:spChg>
        <pc:spChg chg="del">
          <ac:chgData name="Manjita Shrestha" userId="6bba5096-ac8c-4189-8210-97dcbe97ac25" providerId="ADAL" clId="{048BDDE5-6AAE-4BFD-9A54-A3D544FA9405}" dt="2026-09-28T22:47:54.701" v="6829" actId="478"/>
          <ac:spMkLst>
            <pc:docMk/>
            <pc:sldMk cId="3110317904" sldId="840"/>
            <ac:spMk id="16" creationId="{D3AFC1D9-B6BB-0D56-118C-4CE7D2FF71C8}"/>
          </ac:spMkLst>
        </pc:spChg>
      </pc:sldChg>
      <pc:sldChg chg="del">
        <pc:chgData name="Manjita Shrestha" userId="6bba5096-ac8c-4189-8210-97dcbe97ac25" providerId="ADAL" clId="{048BDDE5-6AAE-4BFD-9A54-A3D544FA9405}" dt="2026-09-28T23:22:17.841" v="8389" actId="47"/>
        <pc:sldMkLst>
          <pc:docMk/>
          <pc:sldMk cId="3781448181" sldId="841"/>
        </pc:sldMkLst>
      </pc:sldChg>
      <pc:sldChg chg="del">
        <pc:chgData name="Manjita Shrestha" userId="6bba5096-ac8c-4189-8210-97dcbe97ac25" providerId="ADAL" clId="{048BDDE5-6AAE-4BFD-9A54-A3D544FA9405}" dt="2026-09-28T22:42:47.889" v="6493" actId="47"/>
        <pc:sldMkLst>
          <pc:docMk/>
          <pc:sldMk cId="893988577" sldId="842"/>
        </pc:sldMkLst>
      </pc:sldChg>
      <pc:sldChg chg="del">
        <pc:chgData name="Manjita Shrestha" userId="6bba5096-ac8c-4189-8210-97dcbe97ac25" providerId="ADAL" clId="{048BDDE5-6AAE-4BFD-9A54-A3D544FA9405}" dt="2026-09-28T22:42:49.539" v="6494" actId="47"/>
        <pc:sldMkLst>
          <pc:docMk/>
          <pc:sldMk cId="1840096687" sldId="843"/>
        </pc:sldMkLst>
      </pc:sldChg>
      <pc:sldChg chg="del">
        <pc:chgData name="Manjita Shrestha" userId="6bba5096-ac8c-4189-8210-97dcbe97ac25" providerId="ADAL" clId="{048BDDE5-6AAE-4BFD-9A54-A3D544FA9405}" dt="2026-09-28T22:42:55.172" v="6496" actId="47"/>
        <pc:sldMkLst>
          <pc:docMk/>
          <pc:sldMk cId="3521136027" sldId="844"/>
        </pc:sldMkLst>
      </pc:sldChg>
      <pc:sldChg chg="del">
        <pc:chgData name="Manjita Shrestha" userId="6bba5096-ac8c-4189-8210-97dcbe97ac25" providerId="ADAL" clId="{048BDDE5-6AAE-4BFD-9A54-A3D544FA9405}" dt="2026-09-28T22:44:11.628" v="6506" actId="47"/>
        <pc:sldMkLst>
          <pc:docMk/>
          <pc:sldMk cId="3138799858" sldId="845"/>
        </pc:sldMkLst>
      </pc:sldChg>
      <pc:sldChg chg="del">
        <pc:chgData name="Manjita Shrestha" userId="6bba5096-ac8c-4189-8210-97dcbe97ac25" providerId="ADAL" clId="{048BDDE5-6AAE-4BFD-9A54-A3D544FA9405}" dt="2026-09-28T22:44:06.665" v="6504" actId="47"/>
        <pc:sldMkLst>
          <pc:docMk/>
          <pc:sldMk cId="965311294" sldId="846"/>
        </pc:sldMkLst>
      </pc:sldChg>
      <pc:sldChg chg="addSp delSp mod">
        <pc:chgData name="Manjita Shrestha" userId="6bba5096-ac8c-4189-8210-97dcbe97ac25" providerId="ADAL" clId="{048BDDE5-6AAE-4BFD-9A54-A3D544FA9405}" dt="2026-09-29T14:25:14.666" v="9064" actId="22"/>
        <pc:sldMkLst>
          <pc:docMk/>
          <pc:sldMk cId="4033915296" sldId="847"/>
        </pc:sldMkLst>
        <pc:spChg chg="add">
          <ac:chgData name="Manjita Shrestha" userId="6bba5096-ac8c-4189-8210-97dcbe97ac25" providerId="ADAL" clId="{048BDDE5-6AAE-4BFD-9A54-A3D544FA9405}" dt="2026-09-29T14:25:14.666" v="9064" actId="22"/>
          <ac:spMkLst>
            <pc:docMk/>
            <pc:sldMk cId="4033915296" sldId="847"/>
            <ac:spMk id="6" creationId="{1688BEB6-3FA7-4D1A-0CF3-4314F47A70D6}"/>
          </ac:spMkLst>
        </pc:spChg>
        <pc:spChg chg="del">
          <ac:chgData name="Manjita Shrestha" userId="6bba5096-ac8c-4189-8210-97dcbe97ac25" providerId="ADAL" clId="{048BDDE5-6AAE-4BFD-9A54-A3D544FA9405}" dt="2026-09-29T14:25:13.550" v="9063" actId="478"/>
          <ac:spMkLst>
            <pc:docMk/>
            <pc:sldMk cId="4033915296" sldId="847"/>
            <ac:spMk id="12" creationId="{D6A603B5-6227-84B2-7010-66BD327E8423}"/>
          </ac:spMkLst>
        </pc:spChg>
      </pc:sldChg>
      <pc:sldChg chg="addSp delSp modSp mod addAnim delAnim modAnim">
        <pc:chgData name="Manjita Shrestha" userId="6bba5096-ac8c-4189-8210-97dcbe97ac25" providerId="ADAL" clId="{048BDDE5-6AAE-4BFD-9A54-A3D544FA9405}" dt="2026-09-28T23:11:52.263" v="8314" actId="122"/>
        <pc:sldMkLst>
          <pc:docMk/>
          <pc:sldMk cId="1677596097" sldId="848"/>
        </pc:sldMkLst>
        <pc:spChg chg="del">
          <ac:chgData name="Manjita Shrestha" userId="6bba5096-ac8c-4189-8210-97dcbe97ac25" providerId="ADAL" clId="{048BDDE5-6AAE-4BFD-9A54-A3D544FA9405}" dt="2026-09-28T23:01:15.454" v="7394" actId="478"/>
          <ac:spMkLst>
            <pc:docMk/>
            <pc:sldMk cId="1677596097" sldId="848"/>
            <ac:spMk id="4" creationId="{ED72C527-AB59-0F8D-9E04-70E436086B62}"/>
          </ac:spMkLst>
        </pc:spChg>
        <pc:spChg chg="add mod">
          <ac:chgData name="Manjita Shrestha" userId="6bba5096-ac8c-4189-8210-97dcbe97ac25" providerId="ADAL" clId="{048BDDE5-6AAE-4BFD-9A54-A3D544FA9405}" dt="2026-09-28T23:02:55.748" v="7465" actId="1035"/>
          <ac:spMkLst>
            <pc:docMk/>
            <pc:sldMk cId="1677596097" sldId="848"/>
            <ac:spMk id="5" creationId="{4EBF60FA-94DF-F651-0B6F-251FE76B26A7}"/>
          </ac:spMkLst>
        </pc:spChg>
        <pc:spChg chg="add del mod">
          <ac:chgData name="Manjita Shrestha" userId="6bba5096-ac8c-4189-8210-97dcbe97ac25" providerId="ADAL" clId="{048BDDE5-6AAE-4BFD-9A54-A3D544FA9405}" dt="2026-09-28T23:08:35.500" v="7991" actId="478"/>
          <ac:spMkLst>
            <pc:docMk/>
            <pc:sldMk cId="1677596097" sldId="848"/>
            <ac:spMk id="7" creationId="{874160E0-ABE7-9774-3A52-B8782388BE71}"/>
          </ac:spMkLst>
        </pc:spChg>
        <pc:spChg chg="mod">
          <ac:chgData name="Manjita Shrestha" userId="6bba5096-ac8c-4189-8210-97dcbe97ac25" providerId="ADAL" clId="{048BDDE5-6AAE-4BFD-9A54-A3D544FA9405}" dt="2026-09-28T23:02:34.409" v="7439" actId="14100"/>
          <ac:spMkLst>
            <pc:docMk/>
            <pc:sldMk cId="1677596097" sldId="848"/>
            <ac:spMk id="8" creationId="{E846CCD2-ECEA-8EC6-D751-7941E0DED538}"/>
          </ac:spMkLst>
        </pc:spChg>
        <pc:spChg chg="mod">
          <ac:chgData name="Manjita Shrestha" userId="6bba5096-ac8c-4189-8210-97dcbe97ac25" providerId="ADAL" clId="{048BDDE5-6AAE-4BFD-9A54-A3D544FA9405}" dt="2026-09-28T23:11:28.589" v="8237" actId="1035"/>
          <ac:spMkLst>
            <pc:docMk/>
            <pc:sldMk cId="1677596097" sldId="848"/>
            <ac:spMk id="17" creationId="{2CE87DC9-D1F8-62F3-9775-1332989E1531}"/>
          </ac:spMkLst>
        </pc:spChg>
        <pc:spChg chg="mod">
          <ac:chgData name="Manjita Shrestha" userId="6bba5096-ac8c-4189-8210-97dcbe97ac25" providerId="ADAL" clId="{048BDDE5-6AAE-4BFD-9A54-A3D544FA9405}" dt="2026-09-28T23:02:49.191" v="7464" actId="255"/>
          <ac:spMkLst>
            <pc:docMk/>
            <pc:sldMk cId="1677596097" sldId="848"/>
            <ac:spMk id="18" creationId="{D34995B2-56C6-0758-F9E2-AA517BCE4A0A}"/>
          </ac:spMkLst>
        </pc:spChg>
        <pc:spChg chg="add del mod">
          <ac:chgData name="Manjita Shrestha" userId="6bba5096-ac8c-4189-8210-97dcbe97ac25" providerId="ADAL" clId="{048BDDE5-6AAE-4BFD-9A54-A3D544FA9405}" dt="2026-09-28T23:07:54.341" v="7968" actId="478"/>
          <ac:spMkLst>
            <pc:docMk/>
            <pc:sldMk cId="1677596097" sldId="848"/>
            <ac:spMk id="20" creationId="{ACC401BF-BB32-CDF5-0D08-AF27D21EDB19}"/>
          </ac:spMkLst>
        </pc:spChg>
        <pc:spChg chg="add mod">
          <ac:chgData name="Manjita Shrestha" userId="6bba5096-ac8c-4189-8210-97dcbe97ac25" providerId="ADAL" clId="{048BDDE5-6AAE-4BFD-9A54-A3D544FA9405}" dt="2026-09-28T23:11:52.263" v="8314" actId="122"/>
          <ac:spMkLst>
            <pc:docMk/>
            <pc:sldMk cId="1677596097" sldId="848"/>
            <ac:spMk id="21" creationId="{6901759E-DA3C-E724-EE19-5165945F7D20}"/>
          </ac:spMkLst>
        </pc:spChg>
      </pc:sldChg>
      <pc:sldChg chg="addSp delSp modSp mod">
        <pc:chgData name="Manjita Shrestha" userId="6bba5096-ac8c-4189-8210-97dcbe97ac25" providerId="ADAL" clId="{048BDDE5-6AAE-4BFD-9A54-A3D544FA9405}" dt="2026-09-28T23:07:36.110" v="7967" actId="22"/>
        <pc:sldMkLst>
          <pc:docMk/>
          <pc:sldMk cId="369613849" sldId="850"/>
        </pc:sldMkLst>
        <pc:spChg chg="del">
          <ac:chgData name="Manjita Shrestha" userId="6bba5096-ac8c-4189-8210-97dcbe97ac25" providerId="ADAL" clId="{048BDDE5-6AAE-4BFD-9A54-A3D544FA9405}" dt="2026-09-28T23:07:34.072" v="7966" actId="478"/>
          <ac:spMkLst>
            <pc:docMk/>
            <pc:sldMk cId="369613849" sldId="850"/>
            <ac:spMk id="27" creationId="{F5B87517-D550-5AC9-55E8-ACD6BCADF4A1}"/>
          </ac:spMkLst>
        </pc:spChg>
        <pc:spChg chg="mod">
          <ac:chgData name="Manjita Shrestha" userId="6bba5096-ac8c-4189-8210-97dcbe97ac25" providerId="ADAL" clId="{048BDDE5-6AAE-4BFD-9A54-A3D544FA9405}" dt="2026-09-28T23:03:44.430" v="7695" actId="1036"/>
          <ac:spMkLst>
            <pc:docMk/>
            <pc:sldMk cId="369613849" sldId="850"/>
            <ac:spMk id="28" creationId="{C87D97F6-DCD0-7CCD-E0EE-8878D53A5522}"/>
          </ac:spMkLst>
        </pc:spChg>
        <pc:spChg chg="add">
          <ac:chgData name="Manjita Shrestha" userId="6bba5096-ac8c-4189-8210-97dcbe97ac25" providerId="ADAL" clId="{048BDDE5-6AAE-4BFD-9A54-A3D544FA9405}" dt="2026-09-28T23:07:36.110" v="7967" actId="22"/>
          <ac:spMkLst>
            <pc:docMk/>
            <pc:sldMk cId="369613849" sldId="850"/>
            <ac:spMk id="30" creationId="{E0CF833C-BC11-796A-3A28-C011903FD6AF}"/>
          </ac:spMkLst>
        </pc:spChg>
      </pc:sldChg>
      <pc:sldChg chg="modSp mod">
        <pc:chgData name="Manjita Shrestha" userId="6bba5096-ac8c-4189-8210-97dcbe97ac25" providerId="ADAL" clId="{048BDDE5-6AAE-4BFD-9A54-A3D544FA9405}" dt="2026-09-28T23:03:04.320" v="7467" actId="1035"/>
        <pc:sldMkLst>
          <pc:docMk/>
          <pc:sldMk cId="1166683558" sldId="851"/>
        </pc:sldMkLst>
        <pc:spChg chg="mod">
          <ac:chgData name="Manjita Shrestha" userId="6bba5096-ac8c-4189-8210-97dcbe97ac25" providerId="ADAL" clId="{048BDDE5-6AAE-4BFD-9A54-A3D544FA9405}" dt="2026-09-28T23:03:04.320" v="7467" actId="1035"/>
          <ac:spMkLst>
            <pc:docMk/>
            <pc:sldMk cId="1166683558" sldId="851"/>
            <ac:spMk id="21" creationId="{E4B33245-6F69-CF05-E3B7-055EC18E5EA7}"/>
          </ac:spMkLst>
        </pc:spChg>
      </pc:sldChg>
      <pc:sldChg chg="delSp modSp mod modAnim">
        <pc:chgData name="Manjita Shrestha" userId="6bba5096-ac8c-4189-8210-97dcbe97ac25" providerId="ADAL" clId="{048BDDE5-6AAE-4BFD-9A54-A3D544FA9405}" dt="2026-09-28T22:52:28.041" v="6908" actId="1035"/>
        <pc:sldMkLst>
          <pc:docMk/>
          <pc:sldMk cId="430262159" sldId="852"/>
        </pc:sldMkLst>
        <pc:spChg chg="mod">
          <ac:chgData name="Manjita Shrestha" userId="6bba5096-ac8c-4189-8210-97dcbe97ac25" providerId="ADAL" clId="{048BDDE5-6AAE-4BFD-9A54-A3D544FA9405}" dt="2026-09-28T22:52:28.041" v="6908" actId="1035"/>
          <ac:spMkLst>
            <pc:docMk/>
            <pc:sldMk cId="430262159" sldId="852"/>
            <ac:spMk id="6" creationId="{CB851CD2-0191-D355-2849-8EB72DE51D67}"/>
          </ac:spMkLst>
        </pc:spChg>
        <pc:grpChg chg="del">
          <ac:chgData name="Manjita Shrestha" userId="6bba5096-ac8c-4189-8210-97dcbe97ac25" providerId="ADAL" clId="{048BDDE5-6AAE-4BFD-9A54-A3D544FA9405}" dt="2026-09-28T22:51:45.040" v="6896" actId="478"/>
          <ac:grpSpMkLst>
            <pc:docMk/>
            <pc:sldMk cId="430262159" sldId="852"/>
            <ac:grpSpMk id="274" creationId="{0DE797AA-CD66-2A11-5C0B-3D25BF494987}"/>
          </ac:grpSpMkLst>
        </pc:grpChg>
      </pc:sldChg>
      <pc:sldChg chg="addSp delSp modSp mod">
        <pc:chgData name="Manjita Shrestha" userId="6bba5096-ac8c-4189-8210-97dcbe97ac25" providerId="ADAL" clId="{048BDDE5-6AAE-4BFD-9A54-A3D544FA9405}" dt="2026-09-28T23:16:40.793" v="8361" actId="20577"/>
        <pc:sldMkLst>
          <pc:docMk/>
          <pc:sldMk cId="1655960256" sldId="853"/>
        </pc:sldMkLst>
        <pc:spChg chg="mod">
          <ac:chgData name="Manjita Shrestha" userId="6bba5096-ac8c-4189-8210-97dcbe97ac25" providerId="ADAL" clId="{048BDDE5-6AAE-4BFD-9A54-A3D544FA9405}" dt="2026-09-28T23:16:40.793" v="8361" actId="20577"/>
          <ac:spMkLst>
            <pc:docMk/>
            <pc:sldMk cId="1655960256" sldId="853"/>
            <ac:spMk id="2" creationId="{9E211D87-C585-4E43-F491-B0A5D74CE49C}"/>
          </ac:spMkLst>
        </pc:spChg>
        <pc:spChg chg="add">
          <ac:chgData name="Manjita Shrestha" userId="6bba5096-ac8c-4189-8210-97dcbe97ac25" providerId="ADAL" clId="{048BDDE5-6AAE-4BFD-9A54-A3D544FA9405}" dt="2026-09-28T23:16:19.304" v="8354" actId="22"/>
          <ac:spMkLst>
            <pc:docMk/>
            <pc:sldMk cId="1655960256" sldId="853"/>
            <ac:spMk id="4" creationId="{8CD71AD9-19B9-93C7-C9F1-E71B72446AA8}"/>
          </ac:spMkLst>
        </pc:spChg>
        <pc:spChg chg="del">
          <ac:chgData name="Manjita Shrestha" userId="6bba5096-ac8c-4189-8210-97dcbe97ac25" providerId="ADAL" clId="{048BDDE5-6AAE-4BFD-9A54-A3D544FA9405}" dt="2026-09-28T23:16:18.335" v="8353" actId="478"/>
          <ac:spMkLst>
            <pc:docMk/>
            <pc:sldMk cId="1655960256" sldId="853"/>
            <ac:spMk id="12" creationId="{CBDE1B7F-145D-104A-9B25-B3B5DD8B3E14}"/>
          </ac:spMkLst>
        </pc:spChg>
      </pc:sldChg>
      <pc:sldChg chg="addSp delSp modSp mod">
        <pc:chgData name="Manjita Shrestha" userId="6bba5096-ac8c-4189-8210-97dcbe97ac25" providerId="ADAL" clId="{048BDDE5-6AAE-4BFD-9A54-A3D544FA9405}" dt="2026-09-28T23:15:42.760" v="8350" actId="20577"/>
        <pc:sldMkLst>
          <pc:docMk/>
          <pc:sldMk cId="3142526366" sldId="854"/>
        </pc:sldMkLst>
        <pc:spChg chg="mod">
          <ac:chgData name="Manjita Shrestha" userId="6bba5096-ac8c-4189-8210-97dcbe97ac25" providerId="ADAL" clId="{048BDDE5-6AAE-4BFD-9A54-A3D544FA9405}" dt="2026-09-28T23:15:42.760" v="8350" actId="20577"/>
          <ac:spMkLst>
            <pc:docMk/>
            <pc:sldMk cId="3142526366" sldId="854"/>
            <ac:spMk id="3" creationId="{11667BAE-423B-16D4-4035-6F2D1B537951}"/>
          </ac:spMkLst>
        </pc:spChg>
        <pc:spChg chg="del">
          <ac:chgData name="Manjita Shrestha" userId="6bba5096-ac8c-4189-8210-97dcbe97ac25" providerId="ADAL" clId="{048BDDE5-6AAE-4BFD-9A54-A3D544FA9405}" dt="2026-09-28T23:14:08.280" v="8331" actId="478"/>
          <ac:spMkLst>
            <pc:docMk/>
            <pc:sldMk cId="3142526366" sldId="854"/>
            <ac:spMk id="4" creationId="{FA8E0751-9C48-8D59-678E-71B8975D0F90}"/>
          </ac:spMkLst>
        </pc:spChg>
        <pc:spChg chg="add mod">
          <ac:chgData name="Manjita Shrestha" userId="6bba5096-ac8c-4189-8210-97dcbe97ac25" providerId="ADAL" clId="{048BDDE5-6AAE-4BFD-9A54-A3D544FA9405}" dt="2026-09-28T23:14:39.058" v="8335" actId="1035"/>
          <ac:spMkLst>
            <pc:docMk/>
            <pc:sldMk cId="3142526366" sldId="854"/>
            <ac:spMk id="5" creationId="{9477B77D-4A00-6879-4D1E-A47B18039267}"/>
          </ac:spMkLst>
        </pc:spChg>
        <pc:spChg chg="mod">
          <ac:chgData name="Manjita Shrestha" userId="6bba5096-ac8c-4189-8210-97dcbe97ac25" providerId="ADAL" clId="{048BDDE5-6AAE-4BFD-9A54-A3D544FA9405}" dt="2026-09-28T23:14:22.367" v="8333" actId="207"/>
          <ac:spMkLst>
            <pc:docMk/>
            <pc:sldMk cId="3142526366" sldId="854"/>
            <ac:spMk id="43" creationId="{8FC1E718-A652-1B1E-AC86-DEC7203B1401}"/>
          </ac:spMkLst>
        </pc:spChg>
      </pc:sldChg>
      <pc:sldChg chg="addSp delSp modSp mod">
        <pc:chgData name="Manjita Shrestha" userId="6bba5096-ac8c-4189-8210-97dcbe97ac25" providerId="ADAL" clId="{048BDDE5-6AAE-4BFD-9A54-A3D544FA9405}" dt="2026-09-29T14:11:49.148" v="8659" actId="20577"/>
        <pc:sldMkLst>
          <pc:docMk/>
          <pc:sldMk cId="3621408819" sldId="855"/>
        </pc:sldMkLst>
        <pc:spChg chg="add">
          <ac:chgData name="Manjita Shrestha" userId="6bba5096-ac8c-4189-8210-97dcbe97ac25" providerId="ADAL" clId="{048BDDE5-6AAE-4BFD-9A54-A3D544FA9405}" dt="2026-09-28T23:16:32.410" v="8356" actId="22"/>
          <ac:spMkLst>
            <pc:docMk/>
            <pc:sldMk cId="3621408819" sldId="855"/>
            <ac:spMk id="4" creationId="{C5C509E2-B384-0AC0-89A4-87BF088A9424}"/>
          </ac:spMkLst>
        </pc:spChg>
        <pc:spChg chg="del">
          <ac:chgData name="Manjita Shrestha" userId="6bba5096-ac8c-4189-8210-97dcbe97ac25" providerId="ADAL" clId="{048BDDE5-6AAE-4BFD-9A54-A3D544FA9405}" dt="2026-09-28T23:16:31.130" v="8355" actId="478"/>
          <ac:spMkLst>
            <pc:docMk/>
            <pc:sldMk cId="3621408819" sldId="855"/>
            <ac:spMk id="12" creationId="{161027CE-CB4B-DDED-09D2-A930FF0F2611}"/>
          </ac:spMkLst>
        </pc:spChg>
        <pc:spChg chg="mod">
          <ac:chgData name="Manjita Shrestha" userId="6bba5096-ac8c-4189-8210-97dcbe97ac25" providerId="ADAL" clId="{048BDDE5-6AAE-4BFD-9A54-A3D544FA9405}" dt="2026-09-29T14:11:05.038" v="8591" actId="207"/>
          <ac:spMkLst>
            <pc:docMk/>
            <pc:sldMk cId="3621408819" sldId="855"/>
            <ac:spMk id="26" creationId="{7B44F6A0-6DCD-B50D-2A0A-B18122977252}"/>
          </ac:spMkLst>
        </pc:spChg>
        <pc:spChg chg="mod">
          <ac:chgData name="Manjita Shrestha" userId="6bba5096-ac8c-4189-8210-97dcbe97ac25" providerId="ADAL" clId="{048BDDE5-6AAE-4BFD-9A54-A3D544FA9405}" dt="2026-09-29T14:11:37.556" v="8658" actId="1035"/>
          <ac:spMkLst>
            <pc:docMk/>
            <pc:sldMk cId="3621408819" sldId="855"/>
            <ac:spMk id="28" creationId="{74BA5180-9D4F-AB43-8D23-33D57A6BBD6E}"/>
          </ac:spMkLst>
        </pc:spChg>
        <pc:spChg chg="mod">
          <ac:chgData name="Manjita Shrestha" userId="6bba5096-ac8c-4189-8210-97dcbe97ac25" providerId="ADAL" clId="{048BDDE5-6AAE-4BFD-9A54-A3D544FA9405}" dt="2026-09-29T14:11:17.891" v="8592" actId="207"/>
          <ac:spMkLst>
            <pc:docMk/>
            <pc:sldMk cId="3621408819" sldId="855"/>
            <ac:spMk id="32" creationId="{7AACAFD7-435B-0172-934E-750979D9F3F7}"/>
          </ac:spMkLst>
        </pc:spChg>
        <pc:spChg chg="mod">
          <ac:chgData name="Manjita Shrestha" userId="6bba5096-ac8c-4189-8210-97dcbe97ac25" providerId="ADAL" clId="{048BDDE5-6AAE-4BFD-9A54-A3D544FA9405}" dt="2026-09-29T14:11:49.148" v="8659" actId="20577"/>
          <ac:spMkLst>
            <pc:docMk/>
            <pc:sldMk cId="3621408819" sldId="855"/>
            <ac:spMk id="36" creationId="{05A4CEFA-15E1-4B20-8823-FD9AF6B62DD0}"/>
          </ac:spMkLst>
        </pc:spChg>
      </pc:sldChg>
      <pc:sldChg chg="addSp delSp modSp mod">
        <pc:chgData name="Manjita Shrestha" userId="6bba5096-ac8c-4189-8210-97dcbe97ac25" providerId="ADAL" clId="{048BDDE5-6AAE-4BFD-9A54-A3D544FA9405}" dt="2026-09-29T14:25:23.275" v="9066" actId="22"/>
        <pc:sldMkLst>
          <pc:docMk/>
          <pc:sldMk cId="2394205456" sldId="856"/>
        </pc:sldMkLst>
        <pc:spChg chg="del">
          <ac:chgData name="Manjita Shrestha" userId="6bba5096-ac8c-4189-8210-97dcbe97ac25" providerId="ADAL" clId="{048BDDE5-6AAE-4BFD-9A54-A3D544FA9405}" dt="2026-09-29T14:18:11.631" v="8766" actId="478"/>
          <ac:spMkLst>
            <pc:docMk/>
            <pc:sldMk cId="2394205456" sldId="856"/>
            <ac:spMk id="6" creationId="{7CFB3678-1156-FB5E-AF9A-5CBB110165F2}"/>
          </ac:spMkLst>
        </pc:spChg>
        <pc:spChg chg="del">
          <ac:chgData name="Manjita Shrestha" userId="6bba5096-ac8c-4189-8210-97dcbe97ac25" providerId="ADAL" clId="{048BDDE5-6AAE-4BFD-9A54-A3D544FA9405}" dt="2026-09-29T14:25:22.680" v="9065" actId="478"/>
          <ac:spMkLst>
            <pc:docMk/>
            <pc:sldMk cId="2394205456" sldId="856"/>
            <ac:spMk id="12" creationId="{9632DB21-BAE8-33EB-2809-451832AAB61A}"/>
          </ac:spMkLst>
        </pc:spChg>
        <pc:spChg chg="mod">
          <ac:chgData name="Manjita Shrestha" userId="6bba5096-ac8c-4189-8210-97dcbe97ac25" providerId="ADAL" clId="{048BDDE5-6AAE-4BFD-9A54-A3D544FA9405}" dt="2026-09-29T14:22:46.793" v="9024" actId="20577"/>
          <ac:spMkLst>
            <pc:docMk/>
            <pc:sldMk cId="2394205456" sldId="856"/>
            <ac:spMk id="24" creationId="{20D406B9-1F13-7EDD-7433-CF038A0F25CA}"/>
          </ac:spMkLst>
        </pc:spChg>
        <pc:spChg chg="mod">
          <ac:chgData name="Manjita Shrestha" userId="6bba5096-ac8c-4189-8210-97dcbe97ac25" providerId="ADAL" clId="{048BDDE5-6AAE-4BFD-9A54-A3D544FA9405}" dt="2026-09-29T14:21:52.012" v="9019" actId="20577"/>
          <ac:spMkLst>
            <pc:docMk/>
            <pc:sldMk cId="2394205456" sldId="856"/>
            <ac:spMk id="26" creationId="{FE2B8910-809D-28A5-546A-EEEA8AF12D50}"/>
          </ac:spMkLst>
        </pc:spChg>
        <pc:spChg chg="mod">
          <ac:chgData name="Manjita Shrestha" userId="6bba5096-ac8c-4189-8210-97dcbe97ac25" providerId="ADAL" clId="{048BDDE5-6AAE-4BFD-9A54-A3D544FA9405}" dt="2026-09-29T14:23:27.480" v="9045" actId="1038"/>
          <ac:spMkLst>
            <pc:docMk/>
            <pc:sldMk cId="2394205456" sldId="856"/>
            <ac:spMk id="31" creationId="{F125C60E-A44E-D365-B6E0-A724C13A3F75}"/>
          </ac:spMkLst>
        </pc:spChg>
        <pc:spChg chg="add mod">
          <ac:chgData name="Manjita Shrestha" userId="6bba5096-ac8c-4189-8210-97dcbe97ac25" providerId="ADAL" clId="{048BDDE5-6AAE-4BFD-9A54-A3D544FA9405}" dt="2026-09-29T14:20:42.959" v="9012" actId="164"/>
          <ac:spMkLst>
            <pc:docMk/>
            <pc:sldMk cId="2394205456" sldId="856"/>
            <ac:spMk id="89" creationId="{ACFFF00A-563B-56ED-6414-426FA0C48EF1}"/>
          </ac:spMkLst>
        </pc:spChg>
        <pc:spChg chg="add del mod">
          <ac:chgData name="Manjita Shrestha" userId="6bba5096-ac8c-4189-8210-97dcbe97ac25" providerId="ADAL" clId="{048BDDE5-6AAE-4BFD-9A54-A3D544FA9405}" dt="2026-09-29T14:21:36.071" v="9016" actId="478"/>
          <ac:spMkLst>
            <pc:docMk/>
            <pc:sldMk cId="2394205456" sldId="856"/>
            <ac:spMk id="92" creationId="{D070348B-CF78-D058-6993-C7AA587A5063}"/>
          </ac:spMkLst>
        </pc:spChg>
        <pc:spChg chg="add">
          <ac:chgData name="Manjita Shrestha" userId="6bba5096-ac8c-4189-8210-97dcbe97ac25" providerId="ADAL" clId="{048BDDE5-6AAE-4BFD-9A54-A3D544FA9405}" dt="2026-09-29T14:25:23.275" v="9066" actId="22"/>
          <ac:spMkLst>
            <pc:docMk/>
            <pc:sldMk cId="2394205456" sldId="856"/>
            <ac:spMk id="94" creationId="{7B8F9BE2-3E08-747D-5F62-61F828FDC9EB}"/>
          </ac:spMkLst>
        </pc:spChg>
        <pc:grpChg chg="del mod">
          <ac:chgData name="Manjita Shrestha" userId="6bba5096-ac8c-4189-8210-97dcbe97ac25" providerId="ADAL" clId="{048BDDE5-6AAE-4BFD-9A54-A3D544FA9405}" dt="2026-09-29T14:13:53.262" v="8664"/>
          <ac:grpSpMkLst>
            <pc:docMk/>
            <pc:sldMk cId="2394205456" sldId="856"/>
            <ac:grpSpMk id="7" creationId="{DBB396AC-51DD-E902-B111-8DE084F0B37D}"/>
          </ac:grpSpMkLst>
        </pc:grpChg>
        <pc:grpChg chg="del mod">
          <ac:chgData name="Manjita Shrestha" userId="6bba5096-ac8c-4189-8210-97dcbe97ac25" providerId="ADAL" clId="{048BDDE5-6AAE-4BFD-9A54-A3D544FA9405}" dt="2026-09-29T14:14:04.655" v="8671"/>
          <ac:grpSpMkLst>
            <pc:docMk/>
            <pc:sldMk cId="2394205456" sldId="856"/>
            <ac:grpSpMk id="11" creationId="{1331865E-796B-218F-88BB-D8581A302BB7}"/>
          </ac:grpSpMkLst>
        </pc:grpChg>
        <pc:grpChg chg="del">
          <ac:chgData name="Manjita Shrestha" userId="6bba5096-ac8c-4189-8210-97dcbe97ac25" providerId="ADAL" clId="{048BDDE5-6AAE-4BFD-9A54-A3D544FA9405}" dt="2026-09-29T14:18:11.631" v="8766" actId="478"/>
          <ac:grpSpMkLst>
            <pc:docMk/>
            <pc:sldMk cId="2394205456" sldId="856"/>
            <ac:grpSpMk id="14" creationId="{9972CCA7-A4AD-2E54-E4EA-377520FDC648}"/>
          </ac:grpSpMkLst>
        </pc:grpChg>
        <pc:grpChg chg="mod">
          <ac:chgData name="Manjita Shrestha" userId="6bba5096-ac8c-4189-8210-97dcbe97ac25" providerId="ADAL" clId="{048BDDE5-6AAE-4BFD-9A54-A3D544FA9405}" dt="2026-09-29T14:20:42.959" v="9012" actId="164"/>
          <ac:grpSpMkLst>
            <pc:docMk/>
            <pc:sldMk cId="2394205456" sldId="856"/>
            <ac:grpSpMk id="15" creationId="{A6853216-46DE-57F5-9C18-565592D68984}"/>
          </ac:grpSpMkLst>
        </pc:grpChg>
        <pc:grpChg chg="del mod">
          <ac:chgData name="Manjita Shrestha" userId="6bba5096-ac8c-4189-8210-97dcbe97ac25" providerId="ADAL" clId="{048BDDE5-6AAE-4BFD-9A54-A3D544FA9405}" dt="2026-09-29T14:14:08.650" v="8681"/>
          <ac:grpSpMkLst>
            <pc:docMk/>
            <pc:sldMk cId="2394205456" sldId="856"/>
            <ac:grpSpMk id="18" creationId="{FFD0D6B0-1825-41A5-7036-1D2D3AD3ABF5}"/>
          </ac:grpSpMkLst>
        </pc:grpChg>
        <pc:grpChg chg="del mod">
          <ac:chgData name="Manjita Shrestha" userId="6bba5096-ac8c-4189-8210-97dcbe97ac25" providerId="ADAL" clId="{048BDDE5-6AAE-4BFD-9A54-A3D544FA9405}" dt="2026-09-29T14:14:11.351" v="8685"/>
          <ac:grpSpMkLst>
            <pc:docMk/>
            <pc:sldMk cId="2394205456" sldId="856"/>
            <ac:grpSpMk id="36" creationId="{1A38F49C-1D6E-148A-495F-957A0774A5C0}"/>
          </ac:grpSpMkLst>
        </pc:grpChg>
        <pc:grpChg chg="mod">
          <ac:chgData name="Manjita Shrestha" userId="6bba5096-ac8c-4189-8210-97dcbe97ac25" providerId="ADAL" clId="{048BDDE5-6AAE-4BFD-9A54-A3D544FA9405}" dt="2026-09-29T14:14:11.351" v="8685"/>
          <ac:grpSpMkLst>
            <pc:docMk/>
            <pc:sldMk cId="2394205456" sldId="856"/>
            <ac:grpSpMk id="40" creationId="{E0708DDD-2EB1-6362-BF39-717000884D31}"/>
          </ac:grpSpMkLst>
        </pc:grpChg>
        <pc:grpChg chg="del mod">
          <ac:chgData name="Manjita Shrestha" userId="6bba5096-ac8c-4189-8210-97dcbe97ac25" providerId="ADAL" clId="{048BDDE5-6AAE-4BFD-9A54-A3D544FA9405}" dt="2026-09-29T14:14:36.151" v="8709"/>
          <ac:grpSpMkLst>
            <pc:docMk/>
            <pc:sldMk cId="2394205456" sldId="856"/>
            <ac:grpSpMk id="47" creationId="{76D988AC-FDAF-2088-44A1-943573FA8F8D}"/>
          </ac:grpSpMkLst>
        </pc:grpChg>
        <pc:grpChg chg="mod">
          <ac:chgData name="Manjita Shrestha" userId="6bba5096-ac8c-4189-8210-97dcbe97ac25" providerId="ADAL" clId="{048BDDE5-6AAE-4BFD-9A54-A3D544FA9405}" dt="2026-09-29T14:14:36.151" v="8709"/>
          <ac:grpSpMkLst>
            <pc:docMk/>
            <pc:sldMk cId="2394205456" sldId="856"/>
            <ac:grpSpMk id="55" creationId="{20929034-B627-9C6F-B36E-2836D277EC52}"/>
          </ac:grpSpMkLst>
        </pc:grpChg>
        <pc:grpChg chg="del mod">
          <ac:chgData name="Manjita Shrestha" userId="6bba5096-ac8c-4189-8210-97dcbe97ac25" providerId="ADAL" clId="{048BDDE5-6AAE-4BFD-9A54-A3D544FA9405}" dt="2026-09-29T14:14:47.720" v="8719"/>
          <ac:grpSpMkLst>
            <pc:docMk/>
            <pc:sldMk cId="2394205456" sldId="856"/>
            <ac:grpSpMk id="58" creationId="{9A2560EE-DF9C-A813-0EB2-FFB0D4C77C0A}"/>
          </ac:grpSpMkLst>
        </pc:grpChg>
        <pc:grpChg chg="mod">
          <ac:chgData name="Manjita Shrestha" userId="6bba5096-ac8c-4189-8210-97dcbe97ac25" providerId="ADAL" clId="{048BDDE5-6AAE-4BFD-9A54-A3D544FA9405}" dt="2026-09-29T14:14:47.720" v="8719"/>
          <ac:grpSpMkLst>
            <pc:docMk/>
            <pc:sldMk cId="2394205456" sldId="856"/>
            <ac:grpSpMk id="65" creationId="{25208348-A140-7E11-10C9-5B3F92DBDD85}"/>
          </ac:grpSpMkLst>
        </pc:grpChg>
        <pc:grpChg chg="del mod">
          <ac:chgData name="Manjita Shrestha" userId="6bba5096-ac8c-4189-8210-97dcbe97ac25" providerId="ADAL" clId="{048BDDE5-6AAE-4BFD-9A54-A3D544FA9405}" dt="2026-09-29T14:15:16.490" v="8748"/>
          <ac:grpSpMkLst>
            <pc:docMk/>
            <pc:sldMk cId="2394205456" sldId="856"/>
            <ac:grpSpMk id="68" creationId="{7A078989-F3A3-ADFC-ED85-0CBEE8301E64}"/>
          </ac:grpSpMkLst>
        </pc:grpChg>
        <pc:grpChg chg="mod">
          <ac:chgData name="Manjita Shrestha" userId="6bba5096-ac8c-4189-8210-97dcbe97ac25" providerId="ADAL" clId="{048BDDE5-6AAE-4BFD-9A54-A3D544FA9405}" dt="2026-09-29T14:15:16.490" v="8748"/>
          <ac:grpSpMkLst>
            <pc:docMk/>
            <pc:sldMk cId="2394205456" sldId="856"/>
            <ac:grpSpMk id="87" creationId="{987E4C09-C471-1A1F-94DD-5185A69BB550}"/>
          </ac:grpSpMkLst>
        </pc:grpChg>
        <pc:grpChg chg="add mod">
          <ac:chgData name="Manjita Shrestha" userId="6bba5096-ac8c-4189-8210-97dcbe97ac25" providerId="ADAL" clId="{048BDDE5-6AAE-4BFD-9A54-A3D544FA9405}" dt="2026-09-29T14:20:42.959" v="9012" actId="164"/>
          <ac:grpSpMkLst>
            <pc:docMk/>
            <pc:sldMk cId="2394205456" sldId="856"/>
            <ac:grpSpMk id="90" creationId="{E22B8DFB-5A7C-2526-A0C8-13F1204261F4}"/>
          </ac:grpSpMkLst>
        </pc:grpChg>
        <pc:inkChg chg="mod">
          <ac:chgData name="Manjita Shrestha" userId="6bba5096-ac8c-4189-8210-97dcbe97ac25" providerId="ADAL" clId="{048BDDE5-6AAE-4BFD-9A54-A3D544FA9405}" dt="2026-09-29T14:14:54.219" v="8726"/>
          <ac:inkMkLst>
            <pc:docMk/>
            <pc:sldMk cId="2394205456" sldId="856"/>
            <ac:inkMk id="2" creationId="{A0E02D93-445A-4C12-9A61-3DEB5F4D3E32}"/>
          </ac:inkMkLst>
        </pc:inkChg>
        <pc:inkChg chg="add del mod">
          <ac:chgData name="Manjita Shrestha" userId="6bba5096-ac8c-4189-8210-97dcbe97ac25" providerId="ADAL" clId="{048BDDE5-6AAE-4BFD-9A54-A3D544FA9405}" dt="2026-09-29T14:13:53.262" v="8664"/>
          <ac:inkMkLst>
            <pc:docMk/>
            <pc:sldMk cId="2394205456" sldId="856"/>
            <ac:inkMk id="3" creationId="{6628BCC2-1608-9F43-E193-0330A9EEBB2E}"/>
          </ac:inkMkLst>
        </pc:inkChg>
        <pc:inkChg chg="add mod">
          <ac:chgData name="Manjita Shrestha" userId="6bba5096-ac8c-4189-8210-97dcbe97ac25" providerId="ADAL" clId="{048BDDE5-6AAE-4BFD-9A54-A3D544FA9405}" dt="2026-09-29T14:13:53.262" v="8664"/>
          <ac:inkMkLst>
            <pc:docMk/>
            <pc:sldMk cId="2394205456" sldId="856"/>
            <ac:inkMk id="5" creationId="{260F6BD3-5BDF-4A7D-3019-6DB790B830EF}"/>
          </ac:inkMkLst>
        </pc:inkChg>
        <pc:inkChg chg="add mod">
          <ac:chgData name="Manjita Shrestha" userId="6bba5096-ac8c-4189-8210-97dcbe97ac25" providerId="ADAL" clId="{048BDDE5-6AAE-4BFD-9A54-A3D544FA9405}" dt="2026-09-29T14:14:08.650" v="8681"/>
          <ac:inkMkLst>
            <pc:docMk/>
            <pc:sldMk cId="2394205456" sldId="856"/>
            <ac:inkMk id="8" creationId="{355BEFED-A21A-17B4-9EF3-D8516ABBF55D}"/>
          </ac:inkMkLst>
        </pc:inkChg>
        <pc:inkChg chg="add mod">
          <ac:chgData name="Manjita Shrestha" userId="6bba5096-ac8c-4189-8210-97dcbe97ac25" providerId="ADAL" clId="{048BDDE5-6AAE-4BFD-9A54-A3D544FA9405}" dt="2026-09-29T14:14:11.351" v="8685"/>
          <ac:inkMkLst>
            <pc:docMk/>
            <pc:sldMk cId="2394205456" sldId="856"/>
            <ac:inkMk id="9" creationId="{92C890F4-FCF0-6AE1-6193-2930D20B9161}"/>
          </ac:inkMkLst>
        </pc:inkChg>
        <pc:inkChg chg="add mod">
          <ac:chgData name="Manjita Shrestha" userId="6bba5096-ac8c-4189-8210-97dcbe97ac25" providerId="ADAL" clId="{048BDDE5-6AAE-4BFD-9A54-A3D544FA9405}" dt="2026-09-29T14:14:11.351" v="8685"/>
          <ac:inkMkLst>
            <pc:docMk/>
            <pc:sldMk cId="2394205456" sldId="856"/>
            <ac:inkMk id="13" creationId="{48861573-FCE2-8B0E-7145-71B0999B61B4}"/>
          </ac:inkMkLst>
        </pc:inkChg>
        <pc:inkChg chg="add mod">
          <ac:chgData name="Manjita Shrestha" userId="6bba5096-ac8c-4189-8210-97dcbe97ac25" providerId="ADAL" clId="{048BDDE5-6AAE-4BFD-9A54-A3D544FA9405}" dt="2026-09-29T14:14:08.650" v="8681"/>
          <ac:inkMkLst>
            <pc:docMk/>
            <pc:sldMk cId="2394205456" sldId="856"/>
            <ac:inkMk id="16" creationId="{845C9A6E-73D4-EC36-2682-645020090841}"/>
          </ac:inkMkLst>
        </pc:inkChg>
        <pc:inkChg chg="add mod">
          <ac:chgData name="Manjita Shrestha" userId="6bba5096-ac8c-4189-8210-97dcbe97ac25" providerId="ADAL" clId="{048BDDE5-6AAE-4BFD-9A54-A3D544FA9405}" dt="2026-09-29T14:14:11.351" v="8685"/>
          <ac:inkMkLst>
            <pc:docMk/>
            <pc:sldMk cId="2394205456" sldId="856"/>
            <ac:inkMk id="17" creationId="{D9614A98-450B-424E-36BA-DF4FCE3469BB}"/>
          </ac:inkMkLst>
        </pc:inkChg>
        <pc:inkChg chg="add">
          <ac:chgData name="Manjita Shrestha" userId="6bba5096-ac8c-4189-8210-97dcbe97ac25" providerId="ADAL" clId="{048BDDE5-6AAE-4BFD-9A54-A3D544FA9405}" dt="2026-09-29T14:14:04.695" v="8672" actId="9405"/>
          <ac:inkMkLst>
            <pc:docMk/>
            <pc:sldMk cId="2394205456" sldId="856"/>
            <ac:inkMk id="19" creationId="{F1420B1B-CE8F-9A7E-1BDD-1DEE031E0603}"/>
          </ac:inkMkLst>
        </pc:inkChg>
        <pc:inkChg chg="add mod">
          <ac:chgData name="Manjita Shrestha" userId="6bba5096-ac8c-4189-8210-97dcbe97ac25" providerId="ADAL" clId="{048BDDE5-6AAE-4BFD-9A54-A3D544FA9405}" dt="2026-09-29T14:14:11.351" v="8685"/>
          <ac:inkMkLst>
            <pc:docMk/>
            <pc:sldMk cId="2394205456" sldId="856"/>
            <ac:inkMk id="20" creationId="{26A58656-5BCB-93CE-BF10-32F1D629C775}"/>
          </ac:inkMkLst>
        </pc:inkChg>
        <pc:inkChg chg="add">
          <ac:chgData name="Manjita Shrestha" userId="6bba5096-ac8c-4189-8210-97dcbe97ac25" providerId="ADAL" clId="{048BDDE5-6AAE-4BFD-9A54-A3D544FA9405}" dt="2026-09-29T14:14:05.208" v="8674" actId="9405"/>
          <ac:inkMkLst>
            <pc:docMk/>
            <pc:sldMk cId="2394205456" sldId="856"/>
            <ac:inkMk id="21" creationId="{F77EC3BF-2F1F-2838-FBAC-0153E4B4BB83}"/>
          </ac:inkMkLst>
        </pc:inkChg>
        <pc:inkChg chg="add mod">
          <ac:chgData name="Manjita Shrestha" userId="6bba5096-ac8c-4189-8210-97dcbe97ac25" providerId="ADAL" clId="{048BDDE5-6AAE-4BFD-9A54-A3D544FA9405}" dt="2026-09-29T14:14:11.351" v="8685"/>
          <ac:inkMkLst>
            <pc:docMk/>
            <pc:sldMk cId="2394205456" sldId="856"/>
            <ac:inkMk id="22" creationId="{DACA68BE-E491-747C-A6F0-C7A56CA0EAE5}"/>
          </ac:inkMkLst>
        </pc:inkChg>
        <pc:inkChg chg="add">
          <ac:chgData name="Manjita Shrestha" userId="6bba5096-ac8c-4189-8210-97dcbe97ac25" providerId="ADAL" clId="{048BDDE5-6AAE-4BFD-9A54-A3D544FA9405}" dt="2026-09-29T14:14:05.795" v="8676" actId="9405"/>
          <ac:inkMkLst>
            <pc:docMk/>
            <pc:sldMk cId="2394205456" sldId="856"/>
            <ac:inkMk id="23" creationId="{0505C39C-6CDA-7BE3-CD43-E528E6C6A923}"/>
          </ac:inkMkLst>
        </pc:inkChg>
        <pc:inkChg chg="add">
          <ac:chgData name="Manjita Shrestha" userId="6bba5096-ac8c-4189-8210-97dcbe97ac25" providerId="ADAL" clId="{048BDDE5-6AAE-4BFD-9A54-A3D544FA9405}" dt="2026-09-29T14:14:06.586" v="8677" actId="9405"/>
          <ac:inkMkLst>
            <pc:docMk/>
            <pc:sldMk cId="2394205456" sldId="856"/>
            <ac:inkMk id="29" creationId="{85A77E36-A40C-9D02-E3F8-63BCF585FDE2}"/>
          </ac:inkMkLst>
        </pc:inkChg>
        <pc:inkChg chg="add">
          <ac:chgData name="Manjita Shrestha" userId="6bba5096-ac8c-4189-8210-97dcbe97ac25" providerId="ADAL" clId="{048BDDE5-6AAE-4BFD-9A54-A3D544FA9405}" dt="2026-09-29T14:14:06.879" v="8678" actId="9405"/>
          <ac:inkMkLst>
            <pc:docMk/>
            <pc:sldMk cId="2394205456" sldId="856"/>
            <ac:inkMk id="33" creationId="{6DD31688-1097-1911-DA12-2051CB0CFBCE}"/>
          </ac:inkMkLst>
        </pc:inkChg>
        <pc:inkChg chg="add mod">
          <ac:chgData name="Manjita Shrestha" userId="6bba5096-ac8c-4189-8210-97dcbe97ac25" providerId="ADAL" clId="{048BDDE5-6AAE-4BFD-9A54-A3D544FA9405}" dt="2026-09-29T14:14:11.351" v="8685"/>
          <ac:inkMkLst>
            <pc:docMk/>
            <pc:sldMk cId="2394205456" sldId="856"/>
            <ac:inkMk id="34" creationId="{125AD744-D8F3-7FE2-57AD-63467C728EA8}"/>
          </ac:inkMkLst>
        </pc:inkChg>
        <pc:inkChg chg="add">
          <ac:chgData name="Manjita Shrestha" userId="6bba5096-ac8c-4189-8210-97dcbe97ac25" providerId="ADAL" clId="{048BDDE5-6AAE-4BFD-9A54-A3D544FA9405}" dt="2026-09-29T14:14:07.922" v="8680" actId="9405"/>
          <ac:inkMkLst>
            <pc:docMk/>
            <pc:sldMk cId="2394205456" sldId="856"/>
            <ac:inkMk id="35" creationId="{79B21C09-5C05-02EE-A74D-1F63A4953E4D}"/>
          </ac:inkMkLst>
        </pc:inkChg>
        <pc:inkChg chg="add">
          <ac:chgData name="Manjita Shrestha" userId="6bba5096-ac8c-4189-8210-97dcbe97ac25" providerId="ADAL" clId="{048BDDE5-6AAE-4BFD-9A54-A3D544FA9405}" dt="2026-09-29T14:14:08.731" v="8682" actId="9405"/>
          <ac:inkMkLst>
            <pc:docMk/>
            <pc:sldMk cId="2394205456" sldId="856"/>
            <ac:inkMk id="37" creationId="{B75886BA-8B06-5F45-1FF5-3452D5B3047C}"/>
          </ac:inkMkLst>
        </pc:inkChg>
        <pc:inkChg chg="add mod">
          <ac:chgData name="Manjita Shrestha" userId="6bba5096-ac8c-4189-8210-97dcbe97ac25" providerId="ADAL" clId="{048BDDE5-6AAE-4BFD-9A54-A3D544FA9405}" dt="2026-09-29T14:14:11.351" v="8685"/>
          <ac:inkMkLst>
            <pc:docMk/>
            <pc:sldMk cId="2394205456" sldId="856"/>
            <ac:inkMk id="38" creationId="{917E2A10-5F20-5E12-1C45-64F58A08C530}"/>
          </ac:inkMkLst>
        </pc:inkChg>
        <pc:inkChg chg="add mod">
          <ac:chgData name="Manjita Shrestha" userId="6bba5096-ac8c-4189-8210-97dcbe97ac25" providerId="ADAL" clId="{048BDDE5-6AAE-4BFD-9A54-A3D544FA9405}" dt="2026-09-29T14:14:11.351" v="8685"/>
          <ac:inkMkLst>
            <pc:docMk/>
            <pc:sldMk cId="2394205456" sldId="856"/>
            <ac:inkMk id="39" creationId="{CE87BC31-A35D-DB41-AA44-B21D7F52BA85}"/>
          </ac:inkMkLst>
        </pc:inkChg>
        <pc:inkChg chg="add mod">
          <ac:chgData name="Manjita Shrestha" userId="6bba5096-ac8c-4189-8210-97dcbe97ac25" providerId="ADAL" clId="{048BDDE5-6AAE-4BFD-9A54-A3D544FA9405}" dt="2026-09-29T14:14:36.151" v="8709"/>
          <ac:inkMkLst>
            <pc:docMk/>
            <pc:sldMk cId="2394205456" sldId="856"/>
            <ac:inkMk id="41" creationId="{CF8DB0F5-9A6F-28F3-483D-B07FAB925378}"/>
          </ac:inkMkLst>
        </pc:inkChg>
        <pc:inkChg chg="add mod">
          <ac:chgData name="Manjita Shrestha" userId="6bba5096-ac8c-4189-8210-97dcbe97ac25" providerId="ADAL" clId="{048BDDE5-6AAE-4BFD-9A54-A3D544FA9405}" dt="2026-09-29T14:14:36.151" v="8709"/>
          <ac:inkMkLst>
            <pc:docMk/>
            <pc:sldMk cId="2394205456" sldId="856"/>
            <ac:inkMk id="42" creationId="{2EBE9A9A-44F9-1E3A-656E-95FA6B9C8833}"/>
          </ac:inkMkLst>
        </pc:inkChg>
        <pc:inkChg chg="add mod">
          <ac:chgData name="Manjita Shrestha" userId="6bba5096-ac8c-4189-8210-97dcbe97ac25" providerId="ADAL" clId="{048BDDE5-6AAE-4BFD-9A54-A3D544FA9405}" dt="2026-09-29T14:14:31.586" v="8701"/>
          <ac:inkMkLst>
            <pc:docMk/>
            <pc:sldMk cId="2394205456" sldId="856"/>
            <ac:inkMk id="43" creationId="{18A0C147-9D2B-A168-5E50-FF0B1A5B60EF}"/>
          </ac:inkMkLst>
        </pc:inkChg>
        <pc:inkChg chg="add mod">
          <ac:chgData name="Manjita Shrestha" userId="6bba5096-ac8c-4189-8210-97dcbe97ac25" providerId="ADAL" clId="{048BDDE5-6AAE-4BFD-9A54-A3D544FA9405}" dt="2026-09-29T14:14:36.151" v="8709"/>
          <ac:inkMkLst>
            <pc:docMk/>
            <pc:sldMk cId="2394205456" sldId="856"/>
            <ac:inkMk id="44" creationId="{5F8C6CE3-CCB9-29A4-0C10-09606170DC3A}"/>
          </ac:inkMkLst>
        </pc:inkChg>
        <pc:inkChg chg="add mod">
          <ac:chgData name="Manjita Shrestha" userId="6bba5096-ac8c-4189-8210-97dcbe97ac25" providerId="ADAL" clId="{048BDDE5-6AAE-4BFD-9A54-A3D544FA9405}" dt="2026-09-29T14:14:36.151" v="8709"/>
          <ac:inkMkLst>
            <pc:docMk/>
            <pc:sldMk cId="2394205456" sldId="856"/>
            <ac:inkMk id="45" creationId="{72231EB7-6648-E752-4213-17B970E0D0EE}"/>
          </ac:inkMkLst>
        </pc:inkChg>
        <pc:inkChg chg="add mod">
          <ac:chgData name="Manjita Shrestha" userId="6bba5096-ac8c-4189-8210-97dcbe97ac25" providerId="ADAL" clId="{048BDDE5-6AAE-4BFD-9A54-A3D544FA9405}" dt="2026-09-29T14:14:31.586" v="8701"/>
          <ac:inkMkLst>
            <pc:docMk/>
            <pc:sldMk cId="2394205456" sldId="856"/>
            <ac:inkMk id="46" creationId="{26602C0E-0417-BDA9-C395-845955B79B6D}"/>
          </ac:inkMkLst>
        </pc:inkChg>
        <pc:inkChg chg="add mod">
          <ac:chgData name="Manjita Shrestha" userId="6bba5096-ac8c-4189-8210-97dcbe97ac25" providerId="ADAL" clId="{048BDDE5-6AAE-4BFD-9A54-A3D544FA9405}" dt="2026-09-29T14:14:36.151" v="8709"/>
          <ac:inkMkLst>
            <pc:docMk/>
            <pc:sldMk cId="2394205456" sldId="856"/>
            <ac:inkMk id="48" creationId="{85F06BF1-3951-CCD9-1652-E3B519DCCB20}"/>
          </ac:inkMkLst>
        </pc:inkChg>
        <pc:inkChg chg="add">
          <ac:chgData name="Manjita Shrestha" userId="6bba5096-ac8c-4189-8210-97dcbe97ac25" providerId="ADAL" clId="{048BDDE5-6AAE-4BFD-9A54-A3D544FA9405}" dt="2026-09-29T14:14:32.205" v="8703" actId="9405"/>
          <ac:inkMkLst>
            <pc:docMk/>
            <pc:sldMk cId="2394205456" sldId="856"/>
            <ac:inkMk id="49" creationId="{4258B174-178A-43C7-36F7-31AF1425539C}"/>
          </ac:inkMkLst>
        </pc:inkChg>
        <pc:inkChg chg="add mod">
          <ac:chgData name="Manjita Shrestha" userId="6bba5096-ac8c-4189-8210-97dcbe97ac25" providerId="ADAL" clId="{048BDDE5-6AAE-4BFD-9A54-A3D544FA9405}" dt="2026-09-29T14:14:36.151" v="8709"/>
          <ac:inkMkLst>
            <pc:docMk/>
            <pc:sldMk cId="2394205456" sldId="856"/>
            <ac:inkMk id="50" creationId="{C90AEBD5-61DB-8EA2-640C-4D1AE3168E3B}"/>
          </ac:inkMkLst>
        </pc:inkChg>
        <pc:inkChg chg="add mod">
          <ac:chgData name="Manjita Shrestha" userId="6bba5096-ac8c-4189-8210-97dcbe97ac25" providerId="ADAL" clId="{048BDDE5-6AAE-4BFD-9A54-A3D544FA9405}" dt="2026-09-29T14:14:36.151" v="8709"/>
          <ac:inkMkLst>
            <pc:docMk/>
            <pc:sldMk cId="2394205456" sldId="856"/>
            <ac:inkMk id="51" creationId="{13B736AA-8A84-9BE8-5353-ACF4A84AF694}"/>
          </ac:inkMkLst>
        </pc:inkChg>
        <pc:inkChg chg="add mod">
          <ac:chgData name="Manjita Shrestha" userId="6bba5096-ac8c-4189-8210-97dcbe97ac25" providerId="ADAL" clId="{048BDDE5-6AAE-4BFD-9A54-A3D544FA9405}" dt="2026-09-29T14:14:36.151" v="8709"/>
          <ac:inkMkLst>
            <pc:docMk/>
            <pc:sldMk cId="2394205456" sldId="856"/>
            <ac:inkMk id="52" creationId="{39044895-582C-1306-A66F-973235A4DC28}"/>
          </ac:inkMkLst>
        </pc:inkChg>
        <pc:inkChg chg="add">
          <ac:chgData name="Manjita Shrestha" userId="6bba5096-ac8c-4189-8210-97dcbe97ac25" providerId="ADAL" clId="{048BDDE5-6AAE-4BFD-9A54-A3D544FA9405}" dt="2026-09-29T14:14:34.852" v="8707" actId="9405"/>
          <ac:inkMkLst>
            <pc:docMk/>
            <pc:sldMk cId="2394205456" sldId="856"/>
            <ac:inkMk id="53" creationId="{6EFD3D1E-8084-1B28-D984-DD81DF4A7078}"/>
          </ac:inkMkLst>
        </pc:inkChg>
        <pc:inkChg chg="add">
          <ac:chgData name="Manjita Shrestha" userId="6bba5096-ac8c-4189-8210-97dcbe97ac25" providerId="ADAL" clId="{048BDDE5-6AAE-4BFD-9A54-A3D544FA9405}" dt="2026-09-29T14:14:35.232" v="8708" actId="9405"/>
          <ac:inkMkLst>
            <pc:docMk/>
            <pc:sldMk cId="2394205456" sldId="856"/>
            <ac:inkMk id="54" creationId="{D6146A82-80B5-C2DC-4772-CB5DE8F3BF43}"/>
          </ac:inkMkLst>
        </pc:inkChg>
        <pc:inkChg chg="add mod">
          <ac:chgData name="Manjita Shrestha" userId="6bba5096-ac8c-4189-8210-97dcbe97ac25" providerId="ADAL" clId="{048BDDE5-6AAE-4BFD-9A54-A3D544FA9405}" dt="2026-09-29T14:14:47.720" v="8719"/>
          <ac:inkMkLst>
            <pc:docMk/>
            <pc:sldMk cId="2394205456" sldId="856"/>
            <ac:inkMk id="56" creationId="{DFDC3E0B-93BA-85B7-DEF6-2DBF75C8EF8B}"/>
          </ac:inkMkLst>
        </pc:inkChg>
        <pc:inkChg chg="add mod">
          <ac:chgData name="Manjita Shrestha" userId="6bba5096-ac8c-4189-8210-97dcbe97ac25" providerId="ADAL" clId="{048BDDE5-6AAE-4BFD-9A54-A3D544FA9405}" dt="2026-09-29T14:14:47.720" v="8719"/>
          <ac:inkMkLst>
            <pc:docMk/>
            <pc:sldMk cId="2394205456" sldId="856"/>
            <ac:inkMk id="57" creationId="{5E220FB3-DEC5-1F8D-E2DA-D41AE669EF88}"/>
          </ac:inkMkLst>
        </pc:inkChg>
        <pc:inkChg chg="add mod">
          <ac:chgData name="Manjita Shrestha" userId="6bba5096-ac8c-4189-8210-97dcbe97ac25" providerId="ADAL" clId="{048BDDE5-6AAE-4BFD-9A54-A3D544FA9405}" dt="2026-09-29T14:14:47.720" v="8719"/>
          <ac:inkMkLst>
            <pc:docMk/>
            <pc:sldMk cId="2394205456" sldId="856"/>
            <ac:inkMk id="59" creationId="{095C8929-A6FF-9737-3E4F-D24AC007EDFE}"/>
          </ac:inkMkLst>
        </pc:inkChg>
        <pc:inkChg chg="add mod">
          <ac:chgData name="Manjita Shrestha" userId="6bba5096-ac8c-4189-8210-97dcbe97ac25" providerId="ADAL" clId="{048BDDE5-6AAE-4BFD-9A54-A3D544FA9405}" dt="2026-09-29T14:14:47.720" v="8719"/>
          <ac:inkMkLst>
            <pc:docMk/>
            <pc:sldMk cId="2394205456" sldId="856"/>
            <ac:inkMk id="60" creationId="{FA60E458-3BB9-C754-82D7-1903F472D079}"/>
          </ac:inkMkLst>
        </pc:inkChg>
        <pc:inkChg chg="add mod">
          <ac:chgData name="Manjita Shrestha" userId="6bba5096-ac8c-4189-8210-97dcbe97ac25" providerId="ADAL" clId="{048BDDE5-6AAE-4BFD-9A54-A3D544FA9405}" dt="2026-09-29T14:14:47.720" v="8719"/>
          <ac:inkMkLst>
            <pc:docMk/>
            <pc:sldMk cId="2394205456" sldId="856"/>
            <ac:inkMk id="61" creationId="{8004E65A-14BD-44F3-5762-10C78D3B9A73}"/>
          </ac:inkMkLst>
        </pc:inkChg>
        <pc:inkChg chg="add mod">
          <ac:chgData name="Manjita Shrestha" userId="6bba5096-ac8c-4189-8210-97dcbe97ac25" providerId="ADAL" clId="{048BDDE5-6AAE-4BFD-9A54-A3D544FA9405}" dt="2026-09-29T14:14:47.720" v="8719"/>
          <ac:inkMkLst>
            <pc:docMk/>
            <pc:sldMk cId="2394205456" sldId="856"/>
            <ac:inkMk id="62" creationId="{F4AE956F-4B18-DA00-22F3-26B956B57BB2}"/>
          </ac:inkMkLst>
        </pc:inkChg>
        <pc:inkChg chg="add mod">
          <ac:chgData name="Manjita Shrestha" userId="6bba5096-ac8c-4189-8210-97dcbe97ac25" providerId="ADAL" clId="{048BDDE5-6AAE-4BFD-9A54-A3D544FA9405}" dt="2026-09-29T14:14:47.720" v="8719"/>
          <ac:inkMkLst>
            <pc:docMk/>
            <pc:sldMk cId="2394205456" sldId="856"/>
            <ac:inkMk id="63" creationId="{E341F950-12DF-CECC-232A-BB463B1DE89A}"/>
          </ac:inkMkLst>
        </pc:inkChg>
        <pc:inkChg chg="add mod">
          <ac:chgData name="Manjita Shrestha" userId="6bba5096-ac8c-4189-8210-97dcbe97ac25" providerId="ADAL" clId="{048BDDE5-6AAE-4BFD-9A54-A3D544FA9405}" dt="2026-09-29T14:14:47.720" v="8719"/>
          <ac:inkMkLst>
            <pc:docMk/>
            <pc:sldMk cId="2394205456" sldId="856"/>
            <ac:inkMk id="64" creationId="{60C386BD-BD5A-F446-4CF2-22AF07835B42}"/>
          </ac:inkMkLst>
        </pc:inkChg>
        <pc:inkChg chg="add mod">
          <ac:chgData name="Manjita Shrestha" userId="6bba5096-ac8c-4189-8210-97dcbe97ac25" providerId="ADAL" clId="{048BDDE5-6AAE-4BFD-9A54-A3D544FA9405}" dt="2026-09-29T14:15:04.378" v="8729"/>
          <ac:inkMkLst>
            <pc:docMk/>
            <pc:sldMk cId="2394205456" sldId="856"/>
            <ac:inkMk id="66" creationId="{279BC434-9AB9-8B9E-85EE-2DFADF33ED70}"/>
          </ac:inkMkLst>
        </pc:inkChg>
        <pc:inkChg chg="add mod">
          <ac:chgData name="Manjita Shrestha" userId="6bba5096-ac8c-4189-8210-97dcbe97ac25" providerId="ADAL" clId="{048BDDE5-6AAE-4BFD-9A54-A3D544FA9405}" dt="2026-09-29T14:15:16.490" v="8748"/>
          <ac:inkMkLst>
            <pc:docMk/>
            <pc:sldMk cId="2394205456" sldId="856"/>
            <ac:inkMk id="67" creationId="{65475A1D-F507-4AEC-DF7E-1C39DFFF679E}"/>
          </ac:inkMkLst>
        </pc:inkChg>
        <pc:inkChg chg="add mod">
          <ac:chgData name="Manjita Shrestha" userId="6bba5096-ac8c-4189-8210-97dcbe97ac25" providerId="ADAL" clId="{048BDDE5-6AAE-4BFD-9A54-A3D544FA9405}" dt="2026-09-29T14:15:16.490" v="8748"/>
          <ac:inkMkLst>
            <pc:docMk/>
            <pc:sldMk cId="2394205456" sldId="856"/>
            <ac:inkMk id="69" creationId="{00CB05DB-6C47-4030-65C1-5402AB38570E}"/>
          </ac:inkMkLst>
        </pc:inkChg>
        <pc:inkChg chg="add mod">
          <ac:chgData name="Manjita Shrestha" userId="6bba5096-ac8c-4189-8210-97dcbe97ac25" providerId="ADAL" clId="{048BDDE5-6AAE-4BFD-9A54-A3D544FA9405}" dt="2026-09-29T14:15:16.490" v="8748"/>
          <ac:inkMkLst>
            <pc:docMk/>
            <pc:sldMk cId="2394205456" sldId="856"/>
            <ac:inkMk id="70" creationId="{339FACA4-F524-E6B8-4C7B-20F628BF63EA}"/>
          </ac:inkMkLst>
        </pc:inkChg>
        <pc:inkChg chg="add mod">
          <ac:chgData name="Manjita Shrestha" userId="6bba5096-ac8c-4189-8210-97dcbe97ac25" providerId="ADAL" clId="{048BDDE5-6AAE-4BFD-9A54-A3D544FA9405}" dt="2026-09-29T14:15:16.490" v="8748"/>
          <ac:inkMkLst>
            <pc:docMk/>
            <pc:sldMk cId="2394205456" sldId="856"/>
            <ac:inkMk id="71" creationId="{8A15BB0E-A520-B11C-5ED6-D19FE59A497A}"/>
          </ac:inkMkLst>
        </pc:inkChg>
        <pc:inkChg chg="add">
          <ac:chgData name="Manjita Shrestha" userId="6bba5096-ac8c-4189-8210-97dcbe97ac25" providerId="ADAL" clId="{048BDDE5-6AAE-4BFD-9A54-A3D544FA9405}" dt="2026-09-29T14:15:06.556" v="8733" actId="9405"/>
          <ac:inkMkLst>
            <pc:docMk/>
            <pc:sldMk cId="2394205456" sldId="856"/>
            <ac:inkMk id="72" creationId="{B77CBF7F-DEDA-CF17-8265-35DBE7F405AD}"/>
          </ac:inkMkLst>
        </pc:inkChg>
        <pc:inkChg chg="add mod">
          <ac:chgData name="Manjita Shrestha" userId="6bba5096-ac8c-4189-8210-97dcbe97ac25" providerId="ADAL" clId="{048BDDE5-6AAE-4BFD-9A54-A3D544FA9405}" dt="2026-09-29T14:15:16.490" v="8748"/>
          <ac:inkMkLst>
            <pc:docMk/>
            <pc:sldMk cId="2394205456" sldId="856"/>
            <ac:inkMk id="73" creationId="{E88DA09A-315D-ECE2-9996-5131321A00FF}"/>
          </ac:inkMkLst>
        </pc:inkChg>
        <pc:inkChg chg="add mod">
          <ac:chgData name="Manjita Shrestha" userId="6bba5096-ac8c-4189-8210-97dcbe97ac25" providerId="ADAL" clId="{048BDDE5-6AAE-4BFD-9A54-A3D544FA9405}" dt="2026-09-29T14:15:16.490" v="8748"/>
          <ac:inkMkLst>
            <pc:docMk/>
            <pc:sldMk cId="2394205456" sldId="856"/>
            <ac:inkMk id="74" creationId="{1C837E84-158A-50AE-9E0D-03A4D0E3D4E7}"/>
          </ac:inkMkLst>
        </pc:inkChg>
        <pc:inkChg chg="add">
          <ac:chgData name="Manjita Shrestha" userId="6bba5096-ac8c-4189-8210-97dcbe97ac25" providerId="ADAL" clId="{048BDDE5-6AAE-4BFD-9A54-A3D544FA9405}" dt="2026-09-29T14:15:07.940" v="8736" actId="9405"/>
          <ac:inkMkLst>
            <pc:docMk/>
            <pc:sldMk cId="2394205456" sldId="856"/>
            <ac:inkMk id="75" creationId="{03FFB39D-8364-0002-ADF1-6C2D879D5A38}"/>
          </ac:inkMkLst>
        </pc:inkChg>
        <pc:inkChg chg="add">
          <ac:chgData name="Manjita Shrestha" userId="6bba5096-ac8c-4189-8210-97dcbe97ac25" providerId="ADAL" clId="{048BDDE5-6AAE-4BFD-9A54-A3D544FA9405}" dt="2026-09-29T14:15:08.560" v="8737" actId="9405"/>
          <ac:inkMkLst>
            <pc:docMk/>
            <pc:sldMk cId="2394205456" sldId="856"/>
            <ac:inkMk id="76" creationId="{5D9A8070-7DB7-36E0-BEBD-306E8903EC20}"/>
          </ac:inkMkLst>
        </pc:inkChg>
        <pc:inkChg chg="add">
          <ac:chgData name="Manjita Shrestha" userId="6bba5096-ac8c-4189-8210-97dcbe97ac25" providerId="ADAL" clId="{048BDDE5-6AAE-4BFD-9A54-A3D544FA9405}" dt="2026-09-29T14:15:09.220" v="8738" actId="9405"/>
          <ac:inkMkLst>
            <pc:docMk/>
            <pc:sldMk cId="2394205456" sldId="856"/>
            <ac:inkMk id="77" creationId="{F58D10A2-AC7A-F6B0-CC3F-3378B0471A2E}"/>
          </ac:inkMkLst>
        </pc:inkChg>
        <pc:inkChg chg="add mod">
          <ac:chgData name="Manjita Shrestha" userId="6bba5096-ac8c-4189-8210-97dcbe97ac25" providerId="ADAL" clId="{048BDDE5-6AAE-4BFD-9A54-A3D544FA9405}" dt="2026-09-29T14:15:16.490" v="8748"/>
          <ac:inkMkLst>
            <pc:docMk/>
            <pc:sldMk cId="2394205456" sldId="856"/>
            <ac:inkMk id="78" creationId="{7E50BB55-A76A-DA7C-0073-98B5F8750F79}"/>
          </ac:inkMkLst>
        </pc:inkChg>
        <pc:inkChg chg="add mod">
          <ac:chgData name="Manjita Shrestha" userId="6bba5096-ac8c-4189-8210-97dcbe97ac25" providerId="ADAL" clId="{048BDDE5-6AAE-4BFD-9A54-A3D544FA9405}" dt="2026-09-29T14:15:16.490" v="8748"/>
          <ac:inkMkLst>
            <pc:docMk/>
            <pc:sldMk cId="2394205456" sldId="856"/>
            <ac:inkMk id="79" creationId="{9DA99E7B-2972-2605-3895-2B736230EF06}"/>
          </ac:inkMkLst>
        </pc:inkChg>
        <pc:inkChg chg="add">
          <ac:chgData name="Manjita Shrestha" userId="6bba5096-ac8c-4189-8210-97dcbe97ac25" providerId="ADAL" clId="{048BDDE5-6AAE-4BFD-9A54-A3D544FA9405}" dt="2026-09-29T14:15:11.210" v="8741" actId="9405"/>
          <ac:inkMkLst>
            <pc:docMk/>
            <pc:sldMk cId="2394205456" sldId="856"/>
            <ac:inkMk id="80" creationId="{B0E647CA-22DB-ACB1-2A53-22B4412115FF}"/>
          </ac:inkMkLst>
        </pc:inkChg>
        <pc:inkChg chg="add">
          <ac:chgData name="Manjita Shrestha" userId="6bba5096-ac8c-4189-8210-97dcbe97ac25" providerId="ADAL" clId="{048BDDE5-6AAE-4BFD-9A54-A3D544FA9405}" dt="2026-09-29T14:15:11.654" v="8742" actId="9405"/>
          <ac:inkMkLst>
            <pc:docMk/>
            <pc:sldMk cId="2394205456" sldId="856"/>
            <ac:inkMk id="81" creationId="{BCA0E51A-6D69-EA17-4F6E-ED0F10485932}"/>
          </ac:inkMkLst>
        </pc:inkChg>
        <pc:inkChg chg="add">
          <ac:chgData name="Manjita Shrestha" userId="6bba5096-ac8c-4189-8210-97dcbe97ac25" providerId="ADAL" clId="{048BDDE5-6AAE-4BFD-9A54-A3D544FA9405}" dt="2026-09-29T14:15:12.250" v="8743" actId="9405"/>
          <ac:inkMkLst>
            <pc:docMk/>
            <pc:sldMk cId="2394205456" sldId="856"/>
            <ac:inkMk id="82" creationId="{8674AC63-ABBC-1633-30A4-9833454D112F}"/>
          </ac:inkMkLst>
        </pc:inkChg>
        <pc:inkChg chg="add">
          <ac:chgData name="Manjita Shrestha" userId="6bba5096-ac8c-4189-8210-97dcbe97ac25" providerId="ADAL" clId="{048BDDE5-6AAE-4BFD-9A54-A3D544FA9405}" dt="2026-09-29T14:15:13.553" v="8744" actId="9405"/>
          <ac:inkMkLst>
            <pc:docMk/>
            <pc:sldMk cId="2394205456" sldId="856"/>
            <ac:inkMk id="83" creationId="{BCBF9A53-96A3-AA57-2F81-5978D23D87FE}"/>
          </ac:inkMkLst>
        </pc:inkChg>
        <pc:inkChg chg="add">
          <ac:chgData name="Manjita Shrestha" userId="6bba5096-ac8c-4189-8210-97dcbe97ac25" providerId="ADAL" clId="{048BDDE5-6AAE-4BFD-9A54-A3D544FA9405}" dt="2026-09-29T14:15:14.158" v="8745" actId="9405"/>
          <ac:inkMkLst>
            <pc:docMk/>
            <pc:sldMk cId="2394205456" sldId="856"/>
            <ac:inkMk id="84" creationId="{AD05B4CF-A4ED-E030-BDFA-79F78FF6F850}"/>
          </ac:inkMkLst>
        </pc:inkChg>
        <pc:inkChg chg="add">
          <ac:chgData name="Manjita Shrestha" userId="6bba5096-ac8c-4189-8210-97dcbe97ac25" providerId="ADAL" clId="{048BDDE5-6AAE-4BFD-9A54-A3D544FA9405}" dt="2026-09-29T14:15:14.619" v="8746" actId="9405"/>
          <ac:inkMkLst>
            <pc:docMk/>
            <pc:sldMk cId="2394205456" sldId="856"/>
            <ac:inkMk id="85" creationId="{11914132-C7FD-C0BC-018C-FD06D6EAC725}"/>
          </ac:inkMkLst>
        </pc:inkChg>
        <pc:inkChg chg="add">
          <ac:chgData name="Manjita Shrestha" userId="6bba5096-ac8c-4189-8210-97dcbe97ac25" providerId="ADAL" clId="{048BDDE5-6AAE-4BFD-9A54-A3D544FA9405}" dt="2026-09-29T14:15:15.436" v="8747" actId="9405"/>
          <ac:inkMkLst>
            <pc:docMk/>
            <pc:sldMk cId="2394205456" sldId="856"/>
            <ac:inkMk id="86" creationId="{6CAEA9C7-D62B-CBEC-12ED-38E8BD81A66B}"/>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2.273"/>
    </inkml:context>
    <inkml:brush xml:id="br0">
      <inkml:brushProperty name="width" value="0.05" units="cm"/>
      <inkml:brushProperty name="height" value="0.05" units="cm"/>
      <inkml:brushProperty name="color" value="#004F8B"/>
    </inkml:brush>
  </inkml:definitions>
  <inkml:trace contextRef="#ctx0" brushRef="#br0">0 15 1000,'0'0'7407,"23"-14"-2798,-19 14-4596,0 0 0,1 0 0,-1 0 0,0 1 0,1 0 0,-1 0 0,0 0 0,0 1 0,0-1 0,0 1 0,4 2 0,46 18 143,-35-4-2282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3.587"/>
    </inkml:context>
    <inkml:brush xml:id="br0">
      <inkml:brushProperty name="width" value="0.05" units="cm"/>
      <inkml:brushProperty name="height" value="0.05" units="cm"/>
      <inkml:brushProperty name="color" value="#004F8B"/>
    </inkml:brush>
  </inkml:definitions>
  <inkml:trace contextRef="#ctx0" brushRef="#br0">51 170 2537,'1'-2'6275,"-3"-15"-4617,-15-65 539,16 78-2025,0-1 1,-1 0 0,1 1-1,-1-1 1,0 0 0,0 1-1,-1 0 1,-4-6 0,0-1-32,3 3 447,4 6 327,0 0-1153,7 7-227,61 47 923,-31-22-253,1-2-1,65 37 1,-101-65-150,-8-2-149,-181-62-235,186 64 594,1 1-1480,2 2 1236,9 4 13,100 75 145,-109-81 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4.325"/>
    </inkml:context>
    <inkml:brush xml:id="br0">
      <inkml:brushProperty name="width" value="0.05" units="cm"/>
      <inkml:brushProperty name="height" value="0.05" units="cm"/>
      <inkml:brushProperty name="color" value="#004F8B"/>
    </inkml:brush>
  </inkml:definitions>
  <inkml:trace contextRef="#ctx0" brushRef="#br0">36 13 1384,'-35'-13'12183,"35"13"-12072,7 4-554,24 10 681,1-1 1,1-2-1,57 12 0,-79-23 314,-6 0-2891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4.966"/>
    </inkml:context>
    <inkml:brush xml:id="br0">
      <inkml:brushProperty name="width" value="0.05" units="cm"/>
      <inkml:brushProperty name="height" value="0.05" units="cm"/>
      <inkml:brushProperty name="color" value="#004F8B"/>
    </inkml:brush>
  </inkml:definitions>
  <inkml:trace contextRef="#ctx0" brushRef="#br0">0 1 872,'0'0'8271,"14"9"-6870,145 93 564,-148-98-1822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6.029"/>
    </inkml:context>
    <inkml:brush xml:id="br0">
      <inkml:brushProperty name="width" value="0.05" units="cm"/>
      <inkml:brushProperty name="height" value="0.05" units="cm"/>
      <inkml:brushProperty name="color" value="#004F8B"/>
    </inkml:brush>
  </inkml:definitions>
  <inkml:trace contextRef="#ctx0" brushRef="#br0">191 0 2505,'0'0'12262,"7"16"-13826,40 84 1633,-19-50 31,-17-29 144,-10-20-201,0 1 0,0-1 0,0 1 0,0 0 0,-1-1 0,1 1 1,0 0-1,-1-1 0,0 1 0,1 0 0,-1 0 0,0-1 0,0 1 0,0 0 1,0 3-1,0-4 2,-15 3-317,-119 19-2,73-15 297,29-2-7,-10-3 13,37-3-20,2 0-967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7.577"/>
    </inkml:context>
    <inkml:brush xml:id="br0">
      <inkml:brushProperty name="width" value="0.05" units="cm"/>
      <inkml:brushProperty name="height" value="0.05" units="cm"/>
      <inkml:brushProperty name="color" value="#004F8B"/>
    </inkml:brush>
  </inkml:definitions>
  <inkml:trace contextRef="#ctx0" brushRef="#br0">19 48 4265,'19'-43'5397,"-13"64"-7467,-5-4 1875,-1 1 1,-1-1-1,0 0 0,-7 30 0,0 11 177,0 61 44,7-98 3199,1-4 3385,0-89-6399,-14-104 1,13 166-265,0 7 109,0 1-1,1 0 1,0 0 0,-1 0-1,1-1 1,0 1-1,0 0 1,0 0 0,0-1-1,1 1 1,-1 0-1,1 0 1,-1 0 0,1-1-1,0 1 1,0 0-1,0 0 1,0 0 0,0 0-1,0 0 1,0 1-1,1-1 1,-1 0 0,1 0-1,-1 1 1,1-1-1,2-1 1,27-23 4,-24 21-36,-4 3 8,4 2-5,20-3-183,0 1 0,1 1 0,-1 1 1,0 1-1,0 2 0,0 1 0,0 1 1,36 12-1,-51-11-1695,-4 2-1680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7.974"/>
    </inkml:context>
    <inkml:brush xml:id="br0">
      <inkml:brushProperty name="width" value="0.05" units="cm"/>
      <inkml:brushProperty name="height" value="0.05" units="cm"/>
      <inkml:brushProperty name="color" value="#004F8B"/>
    </inkml:brush>
  </inkml:definitions>
  <inkml:trace contextRef="#ctx0" brushRef="#br0">0 9 2785,'0'0'5561,"14"-1"-2490,148-6 520,-90 9-6919,-52-1 202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9.129"/>
    </inkml:context>
    <inkml:brush xml:id="br0">
      <inkml:brushProperty name="width" value="0.05" units="cm"/>
      <inkml:brushProperty name="height" value="0.05" units="cm"/>
      <inkml:brushProperty name="color" value="#004F8B"/>
    </inkml:brush>
  </inkml:definitions>
  <inkml:trace contextRef="#ctx0" brushRef="#br0">282 15 3225,'0'0'745,"-18"-2"174,8-2-793,7 2-23,1 1-1,-1 0 0,0 0 1,0 0-1,0 0 0,0 1 1,0-1-1,0 1 0,-1 0 1,1 0-1,0 0 0,0 0 1,-5 1-1,-3-1 33,6 0-49,1 0 1,-1 0-1,1 0 0,-1 0 0,1 1 0,0 0 1,-1 0-1,-5 2 0,0 0-25,-66 22 172,71-23-187,0 0 1,0 0 0,1 0 0,-1 1 0,1 0 0,-1 0-1,1 0 1,0 0 0,0 1 0,0 0 0,0 0 0,1 0 0,-4 5-1,7-8 73,0 0-10,1 0-1,-1 0 1,0 0 0,1 0-1,-1 0 1,1 0 0,0 0-1,-1 0 1,1 0 0,0-1-1,-1 1 1,1 0 0,0 0-1,0-1 1,0 1 0,0 0-1,0-1 1,0 1 0,0-1-1,2 2 1,5 4 31,1-1 1,0 1-1,1-2 1,-1 1-1,1-1 1,0 0-1,0-1 0,1-1 1,19 4-1,-22-6-97,0 1 0,0-2 0,0 1 0,1-1 0,-1 0-1,0-1 1,0 0 0,-1 0 0,15-6 0,-17 6-7,-1-1 0,0 1 0,1-1 0,-1 0 0,0 0 0,-1-1 0,1 1 0,0-1 0,-1 0 0,0 0 1,0 0-1,0 0 0,-1-1 0,1 1 0,-1-1 0,3-8 0,-4 12 135,-2 12-5298,-8 340 5753,9-344-569,0-1 1,-1 0 0,0 1 0,0-1 0,-1 0 0,0 0 0,0 0 0,0 0 0,-1 0 0,0 0-1,-4 6 1,5-9 10,-1 0-1,0 0 0,1 0 0,-1-1 0,0 1 0,0-1 0,0 0 1,-1 0-1,1 0 0,-1 0 0,1 0 0,-1-1 0,1 0 0,-1 1 1,0-1-1,0-1 0,1 1 0,-1-1 0,-6 1 0,-8-1 152,1 0 0,-23-3 0,36 2-73,-1 1 0,1-1 0,-1 0 0,1 0 0,-1-1-1,1 1 1,0-1 0,0 0 0,0 0 0,0-1 0,0 1-1,0-1 1,0 0 0,-2-3 0,5 5-57,0-1 0,0 0 0,0 0 0,1 1 0,-1-1 0,1 0 0,-1 0 0,1 0 0,0 0 0,-1 0 0,1 0 0,0 1 0,0-1 0,1 0 0,-1 0 0,0 0 0,1 0 0,-1 0 0,1 0 0,-1 1 0,1-1 0,0 0 0,0 0 0,0 1 0,0-1 0,0 1 0,0-1 0,2-1 0,5-7 8,0 0 0,18-16 0,-25 25-83,189-168-3535,-154 137 1419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39.685"/>
    </inkml:context>
    <inkml:brush xml:id="br0">
      <inkml:brushProperty name="width" value="0.05" units="cm"/>
      <inkml:brushProperty name="height" value="0.05" units="cm"/>
      <inkml:brushProperty name="color" value="#004F8B"/>
    </inkml:brush>
  </inkml:definitions>
  <inkml:trace contextRef="#ctx0" brushRef="#br0">1 1 4889,'0'0'2067,"2"6"-1388,9 15-778,-1 1-1,-1 0 1,-1 1 0,-1 0-1,8 43 1,-10-29 214,-1 0 0,-1 0 0,-4 46 0,-1-61 86,-1 0 1,-1-1-1,-1 1 0,-1-1 1,-13 30-1,0-8-362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0.474"/>
    </inkml:context>
    <inkml:brush xml:id="br0">
      <inkml:brushProperty name="width" value="0.05" units="cm"/>
      <inkml:brushProperty name="height" value="0.05" units="cm"/>
      <inkml:brushProperty name="color" value="#004F8B"/>
    </inkml:brush>
  </inkml:definitions>
  <inkml:trace contextRef="#ctx0" brushRef="#br0">136 19 3297,'0'0'592,"4"-13"6186,-1 7-8683,-51 97-1546,-32 69 3907,77-152-345,0 0 0,1 0 0,0 1 0,0-1 0,1 0 1,0 1-1,0-1 0,1 1 0,0-1 0,1 1 0,0-1 1,0 1-1,1-1 0,0 0 0,0 0 0,1 0 0,0 0 0,4 8 1,1-3 36,-1 1 0,2-1 0,0-1 0,0 1 0,1-2 0,0 1 0,1-1 0,1-1 0,14 10 0,28 18-1041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1.417"/>
    </inkml:context>
    <inkml:brush xml:id="br0">
      <inkml:brushProperty name="width" value="0.05" units="cm"/>
      <inkml:brushProperty name="height" value="0.05" units="cm"/>
      <inkml:brushProperty name="color" value="#004F8B"/>
    </inkml:brush>
  </inkml:definitions>
  <inkml:trace contextRef="#ctx0" brushRef="#br0">1 1 3033,'0'0'6816,"19"-1"-4380,-14 2-2437,1 0-1,-1 0 0,0 0 0,0 1 1,0-1-1,0 1 0,0 0 0,-1 1 1,1-1-1,-1 1 0,1 0 0,5 5 1,14 15 122,39 48 1,-47-51 203,0-1 1,2 0-1,0-2 0,34 27 0,-51-43-170,3-1-3954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1.700"/>
    </inkml:context>
    <inkml:brush xml:id="br0">
      <inkml:brushProperty name="width" value="0.05" units="cm"/>
      <inkml:brushProperty name="height" value="0.05" units="cm"/>
      <inkml:brushProperty name="color" value="#004F8B"/>
    </inkml:brush>
  </inkml:definitions>
  <inkml:trace contextRef="#ctx0" brushRef="#br0">279 1 2296,'0'0'2448,"-11"5"-896,0 3-1477,1 1 0,0-1 0,0 1 0,1 1 1,-11 15-1,-39 63 986,39-56-467,-42 51 1,17-33 102,33-38-885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3.222"/>
    </inkml:context>
    <inkml:brush xml:id="br0">
      <inkml:brushProperty name="width" value="0.05" units="cm"/>
      <inkml:brushProperty name="height" value="0.05" units="cm"/>
      <inkml:brushProperty name="color" value="#004F8B"/>
    </inkml:brush>
  </inkml:definitions>
  <inkml:trace contextRef="#ctx0" brushRef="#br0">22 35 904,'0'0'1647,"-13"0"3161,4-2 825,12 0-5505,1 0-1,-1 0 0,0 0 1,1 1-1,-1-1 1,1 1-1,0 0 1,-1 0-1,8-1 1,45-3 554,-24 3-230,122-7-296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3.506"/>
    </inkml:context>
    <inkml:brush xml:id="br0">
      <inkml:brushProperty name="width" value="0.05" units="cm"/>
      <inkml:brushProperty name="height" value="0.05" units="cm"/>
      <inkml:brushProperty name="color" value="#004F8B"/>
    </inkml:brush>
  </inkml:definitions>
  <inkml:trace contextRef="#ctx0" brushRef="#br0">1 0 1240,'0'0'4959,"12"4"801,20-1-5610,1-1 1,-1-1 0,35-4 0,-25 1-1980,0 0-582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4.270"/>
    </inkml:context>
    <inkml:brush xml:id="br0">
      <inkml:brushProperty name="width" value="0.05" units="cm"/>
      <inkml:brushProperty name="height" value="0.05" units="cm"/>
      <inkml:brushProperty name="color" value="#004F8B"/>
    </inkml:brush>
  </inkml:definitions>
  <inkml:trace contextRef="#ctx0" brushRef="#br0">69 171 3249,'0'0'3518,"-6"14"-5633,-4 9 2479,2 0 0,1 0 0,1 1 0,1 0 0,1 0 0,-1 36 0,3-152 8769,-11-126-9599,12 211 496,1 6-39,-1 0 1,1 0-1,0 0 0,0 1 0,0-1 1,-1 0-1,1 0 0,0 0 1,0 0-1,0 0 0,1 0 0,-1 0 1,0 0-1,0 0 0,0 0 1,1 0-1,-1 0 0,0 1 1,1-1-1,-1 0 0,1 0 0,-1 0 1,1 1-1,-1-1 0,1 0 1,0 0-1,-1 1 0,1-1 0,0 1 1,0-1-1,-1 0 0,1 1 1,0 0-1,0-1 0,0 1 1,0-1-1,0 1 0,-1 0 0,3-1 1,33-8 214,0 1 1,1 2 0,63-3 0,-53 6-126,-29 1-251,0 1 0,1 0 0,-1 2 0,0 0 0,22 5 0,-28-1-1456,-2 1-719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4.559"/>
    </inkml:context>
    <inkml:brush xml:id="br0">
      <inkml:brushProperty name="width" value="0.05" units="cm"/>
      <inkml:brushProperty name="height" value="0.05" units="cm"/>
      <inkml:brushProperty name="color" value="#004F8B"/>
    </inkml:brush>
  </inkml:definitions>
  <inkml:trace contextRef="#ctx0" brushRef="#br0">1 10 5033,'0'0'968,"1"0"-104,21 0 209,-4-1 95,3 0-112,-1-1-288,0 1-88,-4-1-207,2 1-113,-2-1-200,-1 2-104,0 0-312,1 0-272,2 0-897,0 0-743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5.430"/>
    </inkml:context>
    <inkml:brush xml:id="br0">
      <inkml:brushProperty name="width" value="0.05" units="cm"/>
      <inkml:brushProperty name="height" value="0.05" units="cm"/>
      <inkml:brushProperty name="color" value="#004F8B"/>
    </inkml:brush>
  </inkml:definitions>
  <inkml:trace contextRef="#ctx0" brushRef="#br0">395 12 6497,'0'0'2204,"-14"-5"-2099,-8 2-78,0 1 1,0 1-1,0 1 1,0 1-1,0 1 0,-22 5 1,44-7-28,-15 2-37,2 2 1,-1 0-1,-17 8 1,29-11 51,0-1 0,0 1-1,0 0 1,0 0 0,0 0 0,0 0 0,0 0 0,0 1-1,1-1 1,-1 1 0,0-1 0,1 1 0,-1-1-1,1 1 1,0 0 0,-1 0 0,1 0 0,0-1-1,0 1 1,0 0 0,1 0 0,-1 1 0,0-1 0,1 0-1,-1 0 1,1 0 0,0 0 0,0 0 0,0 1-1,0-1 1,0 3 0,1-3 48,1 1 0,-1-1 0,0 0-1,1 1 1,0-1 0,0 0 0,0 0 0,0 0 0,0 0-1,0 0 1,0-1 0,1 1 0,-1 0 0,0-1 0,1 0-1,-1 0 1,1 1 0,5 0 0,52 13 238,-49-13-470,0-1 0,0 0 0,1 0 0,-1-1 0,0 0 0,1-1 0,20-5 0,-27 5 181,0-1 1,0 0-1,0 0 0,0 0 1,-1-1-1,1 0 0,-1 0 1,0 0-1,0 0 0,0-1 1,0 1-1,0-1 0,-1 0 1,0 0-1,0 0 0,0-1 0,0 1 1,-1-1-1,3-5 0,-12 51-4257,-6 126 4514,11-79-27,3-56-65,-1 0 0,-2 0 0,-2 0 1,-12 54-1,14-80-73,0-1 1,-1 1 0,1 0-1,-2-1 1,1 1 0,0-1-1,-1 0 1,0 0 0,0-1-1,-1 1 1,1-1-1,-1 0 1,0 0 0,0 0-1,0-1 1,-1 1 0,1-1-1,-1-1 1,0 1-1,0-1 1,0 0 0,0 0-1,-9 1 1,1-1 141,0 0-1,-1-1 1,1-1 0,0 0-1,0-1 1,0 0 0,-1-1-1,1-1 1,-19-6 0,29 8-93,0 0 1,0 0-1,1-1 1,-1 0 0,0 1-1,1-1 1,-1-1 0,1 1-1,0 0 1,0-1 0,-1 0-1,2 1 1,-1-1 0,0-1-1,1 1 1,-1 0 0,1 0-1,0-1 1,0 0 0,-2-5-1,3 4-7,0 0 0,0 0-1,1 0 1,0 0-1,0 0 1,0 0 0,0 0-1,1 0 1,0 0 0,0 0-1,0 0 1,1 0 0,-1 0-1,1 0 1,4-7 0,3-2-109,-1 0 1,2 0 0,0 1-1,0 0 1,1 1 0,23-20-1,83-56-760,-106 80 625,158-98-3715,-118 78 1426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6.184"/>
    </inkml:context>
    <inkml:brush xml:id="br0">
      <inkml:brushProperty name="width" value="0.05" units="cm"/>
      <inkml:brushProperty name="height" value="0.05" units="cm"/>
      <inkml:brushProperty name="color" value="#004F8B"/>
    </inkml:brush>
  </inkml:definitions>
  <inkml:trace contextRef="#ctx0" brushRef="#br0">463 68 5545,'1'-2'4391,"-5"-16"-4087,-9-13-491,13 30 176,0 1 1,0-1 0,0 1-1,-1 0 1,1-1-1,0 1 1,0-1-1,0 1 1,0 0 0,-1-1-1,1 1 1,0-1-1,0 1 1,-1 0-1,1-1 1,0 1 0,-1 0-1,1 0 1,0-1-1,-1 1 1,1 0 0,0 0-1,-1-1 1,1 1-1,-1 0 1,0 0-1,-8-3-110,1 2-1,-1-1 0,0 1 1,0 1-1,0 0 0,0 0 0,0 1 1,-15 2-1,-78 22-180,64-15 195,19-6 131,0 2-1,0 0 1,0 0-1,0 2 1,1 0-1,1 2 1,-28 18-1,44-28 64,0 1 0,0-1 1,1 1-1,-1 0 0,0-1 0,0 1 0,1 0 0,-1 0 0,1-1 0,-1 1 1,1 0-1,-1 0 0,1 0 0,-1 0 0,1-1 0,0 1 0,-1 0 1,1 0-1,0 0 0,0 0 0,0 0 0,0 0 0,-1 0 0,2 0 1,-1 0-1,0 0 0,0 1 0,1 0-29,0-1 1,0 0 0,0 1-1,0-1 1,0 0-1,0 0 1,0 1 0,1-1-1,-1 0 1,0 0-1,1 0 1,-1-1 0,1 1-1,2 1 1,6 2 129,0-1 1,0 0 0,1 0 0,11 1-1,70 5 630,-62-8-766,-1 2 0,0 0 0,0 3-1,-1 0 1,42 15 0,-67-20-111,0 0 1,0 1-1,0 0 1,0 0 0,0-1-1,0 2 1,0-1-1,-1 0 1,1 1-1,-1-1 1,0 1 0,1-1-1,-1 1 1,0 0-1,1 3 1,-2-4 34,-1 0-1,0-1 1,1 1 0,-1 0 0,0-1-1,0 1 1,0 0 0,0 0 0,0-1-1,-1 1 1,1 0 0,0-1 0,-1 1-1,1 0 1,-1-1 0,0 1 0,1-1-1,-1 1 1,0-1 0,0 1 0,0-1-1,0 0 1,0 1 0,0-1 0,0 0-1,-1 0 1,1 0 0,0 0 0,-1 0-1,1 0 1,-1 0 0,-2 1 0,-8 5 55,0-2 0,0 1 1,0-1-1,-1-1 1,0 0-1,0-1 0,0 0 1,-21 1-1,-113-2 237,87-3-244,-25-1 304,83 2-128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6.521"/>
    </inkml:context>
    <inkml:brush xml:id="br0">
      <inkml:brushProperty name="width" value="0.05" units="cm"/>
      <inkml:brushProperty name="height" value="0.05" units="cm"/>
      <inkml:brushProperty name="color" value="#004F8B"/>
    </inkml:brush>
  </inkml:definitions>
  <inkml:trace contextRef="#ctx0" brushRef="#br0">32 0 3241,'0'0'2968,"-3"15"-5842,-1-6 3185,-1 5 555,0 1 1,1-1-1,0 1 0,-3 23 1,7-36-545,0-1-964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6.738"/>
    </inkml:context>
    <inkml:brush xml:id="br0">
      <inkml:brushProperty name="width" value="0.05" units="cm"/>
      <inkml:brushProperty name="height" value="0.05" units="cm"/>
      <inkml:brushProperty name="color" value="#004F8B"/>
    </inkml:brush>
  </inkml:definitions>
  <inkml:trace contextRef="#ctx0" brushRef="#br0">2 18 8554,'0'-6'696,"-2"-3"2105,2 8-2409,0-1-416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7.418"/>
    </inkml:context>
    <inkml:brush xml:id="br0">
      <inkml:brushProperty name="width" value="0.05" units="cm"/>
      <inkml:brushProperty name="height" value="0.05" units="cm"/>
      <inkml:brushProperty name="color" value="#004F8B"/>
    </inkml:brush>
  </inkml:definitions>
  <inkml:trace contextRef="#ctx0" brushRef="#br0">53 0 5673,'0'0'1279,"-2"9"-5385,-48 184 15418,52-198-9809,5-7-1537,0 1 1,0 0 0,1 0 0,1 1-1,0 0 1,0 0 0,1 1-1,1 1 1,-1 0 0,1 0 0,0 1-1,13-6 1,-8 4-58,1 1 0,0 1 0,1 0 0,-1 2 0,1 0 0,0 1 0,1 0-1,24-1 1,-39 5 76,0 0-1,0 0 0,-1 0 0,1 1 0,0-1 0,0 1 0,0 0 1,0 0-1,-1 0 0,1 0 0,-1 1 0,1-1 0,-1 1 1,1 0-1,-1 0 0,0 1 0,0-1 0,0 0 0,0 1 0,3 3 1,-3-1-52,0 1 0,0-1 0,0 0-1,-1 1 1,1-1 0,-1 1 0,-1 0 0,1 0 0,-1 0 0,0 0 0,0 0 0,-1 7 0,0-3 90,-1 0-1,0 0 1,-1 0 0,0 0-1,-1 0 1,0-1 0,0 1-1,-7 11 1,2-2-135,7-17-883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48.589"/>
    </inkml:context>
    <inkml:brush xml:id="br0">
      <inkml:brushProperty name="width" value="0.05" units="cm"/>
      <inkml:brushProperty name="height" value="0.05" units="cm"/>
      <inkml:brushProperty name="color" value="#004F8B"/>
    </inkml:brush>
  </inkml:definitions>
  <inkml:trace contextRef="#ctx0" brushRef="#br0">361 251 6209,'0'0'699,"-2"-6"3946,-4-15-5593,2 17 948,-15-9 276,-13-3-277,21 11-32,0 4 11,2-3-11,6 2-2,0 1 0,1 0 0,-1 0 0,0 0 0,0 1 0,0-1 0,0 1 0,0-1 0,0 1 0,0 0 0,0 0 0,0 0 0,-3 1 0,-4 0-133,0 0 0,0 0 0,0 1 0,0 0 1,0 1-1,1 0 0,-1 0 0,1 1 0,0 0 0,0 1 0,0 0 0,-12 10 0,11-6 161,0 1-1,1-1 1,0 2-1,1-1 1,0 1-1,1 0 1,-8 15-1,13-22 90,0 0 0,1 0 0,0 0 0,0 0-1,0 1 1,0-1 0,0 0 0,1 0 0,0 1-1,0-1 1,0 0 0,0 0 0,1 1-1,0-1 1,0 0 0,0 0 0,0 0 0,0 0-1,1 0 1,0 0 0,0 0 0,0 0-1,0-1 1,1 1 0,-1-1 0,5 5 0,-1-2 264,1 1 1,0-1 0,1 0 0,-1-1 0,1 0-1,0 0 1,0-1 0,1 0 0,-1 0 0,1-1-1,0 0 1,0-1 0,0 1 0,0-2 0,0 1-1,0-2 1,1 1 0,-1-1 0,0 0 0,15-3-1,-7 0-165,-1 0 0,0-1 0,-1-1 0,1 0 0,-1-1 0,0-1 0,0 0-1,-1-1 1,0-1 0,25-19 0,-23 14-175,0 0 0,-1-1 0,-1-1-1,0 0 1,17-28 0,-26 37-77,-1-1-1,-1 1 1,1-1 0,-1 0-1,0 0 1,-1 0-1,0 0 1,0-1 0,-1 1-1,0-1 1,-1 1-1,0-1 1,0 1-1,0-1 1,-1 1 0,-4-14-1,3 14-109,0 0 0,-1 1-1,0-1 1,-1 1 0,1 0-1,-2 0 1,1 0 0,-1 0-1,0 1 1,0 0 0,0 0-1,-1 0 1,0 1 0,0 0-1,-1 0 1,0 0 0,1 1-1,-2 0 1,1 0 0,0 1-1,-1 0 1,1 0 0,-1 1-1,0 0 1,0 0 0,0 1-1,0 0 1,0 0 0,-12 1-1,13 1 65,1 1-1,-1 0 0,1 0 0,0 0 0,0 1 0,0 0 0,0 0 0,-8 6 1,-46 38-498,38-29 617,9-8-17,1 2 1,0 0-1,-19 24 1,28-33 58,0 1-1,0 0 1,1 0 0,-1 0-1,1 0 1,0 1 0,0-1-1,0 0 1,1 1 0,0 0-1,-1-1 1,2 1 0,-1 0-1,0-1 1,1 1 0,0 0 0,0 0-1,1 5 1,1-7 94,-1 0-1,1 0 1,0 0 0,-1 0-1,1-1 1,1 1 0,-1 0-1,0-1 1,1 1 0,-1-1-1,1 0 1,-1 0 0,1 0-1,0 0 1,0-1 0,0 1-1,0-1 1,1 1 0,5 1-1,9 2 400,1-1 0,26 4 0,-24-5-373,76 12-373,-44-8-791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0.564"/>
    </inkml:context>
    <inkml:brush xml:id="br0">
      <inkml:brushProperty name="width" value="0.05" units="cm"/>
      <inkml:brushProperty name="height" value="0.05" units="cm"/>
      <inkml:brushProperty name="color" value="#004F8B"/>
    </inkml:brush>
  </inkml:definitions>
  <inkml:trace contextRef="#ctx0" brushRef="#br0">99 79 608,'0'0'1298,"6"-8"5020,7-8-3036,19-31-2080,-27 39-631,-28 33-6775,6-5 5526,-26 40 0,-7 11 1307,30-40 1769,19-29-2270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1.198"/>
    </inkml:context>
    <inkml:brush xml:id="br0">
      <inkml:brushProperty name="width" value="0.05" units="cm"/>
      <inkml:brushProperty name="height" value="0.05" units="cm"/>
      <inkml:brushProperty name="color" value="#004F8B"/>
    </inkml:brush>
  </inkml:definitions>
  <inkml:trace contextRef="#ctx0" brushRef="#br0">172 1 1440,'0'0'7190,"-5"10"-9163,-47 85 2050,-29 49 947,75-136-774,1 1 0,0 0 0,-8 18 0,8-9-590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1.779"/>
    </inkml:context>
    <inkml:brush xml:id="br0">
      <inkml:brushProperty name="width" value="0.05" units="cm"/>
      <inkml:brushProperty name="height" value="0.05" units="cm"/>
      <inkml:brushProperty name="color" value="#004F8B"/>
    </inkml:brush>
  </inkml:definitions>
  <inkml:trace contextRef="#ctx0" brushRef="#br0">185 0 2449,'0'0'6780,"-15"14"-7734,-143 141 2741,146-142-2399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2.369"/>
    </inkml:context>
    <inkml:brush xml:id="br0">
      <inkml:brushProperty name="width" value="0.05" units="cm"/>
      <inkml:brushProperty name="height" value="0.05" units="cm"/>
      <inkml:brushProperty name="color" value="#004F8B"/>
    </inkml:brush>
  </inkml:definitions>
  <inkml:trace contextRef="#ctx0" brushRef="#br0">130 1 2216,'0'0'1920,"-13"23"843,-78 170 224,69-143-1791,19-43-1356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3.345"/>
    </inkml:context>
    <inkml:brush xml:id="br0">
      <inkml:brushProperty name="width" value="0.05" units="cm"/>
      <inkml:brushProperty name="height" value="0.05" units="cm"/>
      <inkml:brushProperty name="color" value="#004F8B"/>
    </inkml:brush>
  </inkml:definitions>
  <inkml:trace contextRef="#ctx0" brushRef="#br0">27 3 2208,'1'-2'6330,"-3"8"-5334,-9 62-545,3 1 1,3 1-1,4 82 1,7-105 1926,-6-47-2168,23 1 2531,-18-1-2643,0 1-1,0-1 1,0 0 0,1-1 0,-1 1 0,0-1 0,0 0 0,0 0 0,0-1 0,0 0-1,0 1 1,7-5 0,21-12 112,10-6 24,1 2 0,91-33 0,-132 54-153,3 0-2636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5.223"/>
    </inkml:context>
    <inkml:brush xml:id="br0">
      <inkml:brushProperty name="width" value="0.05" units="cm"/>
      <inkml:brushProperty name="height" value="0.05" units="cm"/>
      <inkml:brushProperty name="color" value="#004F8B"/>
    </inkml:brush>
  </inkml:definitions>
  <inkml:trace contextRef="#ctx0" brushRef="#br0">1 229 1552,'0'-22'7115,"1"-18"-6419,-1 33-188,0 12-4436,1 82 918,-2-58 3185,1 0-1,1 0 1,2 0 0,0 0-1,11 38 10194,-13-73-9388,0-43-851,-2 0 0,-8-60 0,-1-9-61,10 62 37,0 55-83,0 1-1,0-1 1,1 1-1,-1-1 1,0 1-1,0 0 1,0-1-1,1 1 1,-1-1 0,0 1-1,0-1 1,1 1-1,-1 0 1,0-1-1,1 1 1,-1 0-1,0-1 1,1 1 0,-1 0-1,1-1 1,-1 1-1,0 0 1,1 0-1,-1 0 1,1-1-1,0 1 1,9-6 230,-10 5-254,11-6 108,0 0-1,0 1 1,0 0 0,1 1 0,0 0 0,12-3-1,1 2 6,42-3-1,-5 10-3878,-44 1 351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5.537"/>
    </inkml:context>
    <inkml:brush xml:id="br0">
      <inkml:brushProperty name="width" value="0.05" units="cm"/>
      <inkml:brushProperty name="height" value="0.05" units="cm"/>
      <inkml:brushProperty name="color" value="#004F8B"/>
    </inkml:brush>
  </inkml:definitions>
  <inkml:trace contextRef="#ctx0" brushRef="#br0">0 17 3537,'0'0'4241,"2"0"-3353,-1 0-128,41 3-312,-25-6-152,9-1-264,3-1-280,13 1-976,4 1-961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6.530"/>
    </inkml:context>
    <inkml:brush xml:id="br0">
      <inkml:brushProperty name="width" value="0.05" units="cm"/>
      <inkml:brushProperty name="height" value="0.05" units="cm"/>
      <inkml:brushProperty name="color" value="#004F8B"/>
    </inkml:brush>
  </inkml:definitions>
  <inkml:trace contextRef="#ctx0" brushRef="#br0">256 1 1176,'-10'1'54,"-1"0"0,1 0 0,0 1 0,0 1 0,0 0 0,0 0 0,0 1 0,1 0 0,-1 0 0,1 1 0,0 1 0,0 0 0,1 0 0,0 0 0,0 1 0,0 0 0,1 1 0,0 0-1,1 0 1,0 0 0,0 1 0,0 0 0,1 0 0,1 0 0,-6 14 0,10-22 34,-1 1-1,0 0 1,0 0-1,1 0 1,-1 0-1,1 0 1,-1 0-1,1 0 1,0 0-1,0 0 1,0 0-1,0 0 1,0 0-1,1 0 1,-1 0-1,0 0 1,1 0-1,0 0 1,-1-1-1,1 1 1,0 0-1,0 0 1,0 0-1,0-1 1,0 1-1,0 0 1,1-1-1,-1 1 1,1-1-1,-1 0 1,1 1-1,-1-1 1,1 0-1,0 0 1,3 2-1,2-1 239,0 0 0,0 0 0,0-1 0,0 0 0,0 0 0,1-1 0,-1 0 0,13-1 0,-14 0-225,-1 1 0,0-1-1,0 0 1,0 0 0,0-1-1,0 0 1,-1 0 0,1 0-1,0 0 1,4-4 0,-7 5-36,1-1 0,-1 0 1,0 0-1,0 0 0,0 0 1,0-1-1,0 1 0,-1 0 1,1-1-1,-1 1 0,1-1 1,-1 0-1,0 1 0,0-1 0,0 0 1,0 0-1,-1 0 0,1-4 1,-1 1-3216,-1 9 1229,-5 24 648,-6 43 1153,9 51 261,4-81 356,-5 50 0,3-86-390,0-1 0,0 0 0,0 1 0,0-1 1,0 0-1,-1 0 0,1 0 0,-1 0 1,0 0-1,0 0 0,0-1 0,0 1 1,-1 0-1,1-1 0,-1 0 0,1 0 1,-1 0-1,0 0 0,0 0 0,0 0 0,0-1 1,0 1-1,0-1 0,-1 0 0,1 0 1,0 0-1,-1 0 0,1-1 0,-5 1 1,2 0 111,-1-1 1,0 1-1,0-1 1,0 0-1,1-1 1,-1 0 0,0 0-1,1 0 1,-1-1-1,1 0 1,-1 0 0,1-1-1,0 0 1,-8-4-1,13 5-109,-1 1 0,0 0 0,1-1 0,-1 1 0,1-1 0,-1 1-1,1-1 1,0 0 0,0 0 0,0 0 0,0 0 0,0 0 0,0 1 0,0-2-1,0 1 1,1 0 0,-1 0 0,1 0 0,0 0 0,0 0 0,-1 0 0,1 0-1,1-1 1,-1 1 0,0 0 0,0 0 0,1 0 0,-1 0 0,1 0 0,0 0-1,0 0 1,0 0 0,0 0 0,0 0 0,0 0 0,2-2 0,3-6-133,1 1 1,1 0-1,0 0 1,0 1-1,12-10 0,8-4-1383,43-25-1,-68 45 1250,32-20-1938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6.945"/>
    </inkml:context>
    <inkml:brush xml:id="br0">
      <inkml:brushProperty name="width" value="0.05" units="cm"/>
      <inkml:brushProperty name="height" value="0.05" units="cm"/>
      <inkml:brushProperty name="color" value="#004F8B"/>
    </inkml:brush>
  </inkml:definitions>
  <inkml:trace contextRef="#ctx0" brushRef="#br0">49 6 4721,'0'0'895,"0"-5"3837,2 6-5541,4 10 560,0 1 0,-1 0-1,-1 0 1,0 0 0,-1 0-1,3 19 1,6 84 575,-10-88-422,-1-17 109,3 31 177,-2-1 0,-5 65 0,2-94-97,-1 0 0,0 0 0,0 0 0,-1-1 0,0 1 0,-1-1 1,0 0-1,-1 0 0,0 0 0,-1 0 0,0-1 0,0 0 0,-1 0 0,-12 12 0,-8 1-702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7.475"/>
    </inkml:context>
    <inkml:brush xml:id="br0">
      <inkml:brushProperty name="width" value="0.05" units="cm"/>
      <inkml:brushProperty name="height" value="0.05" units="cm"/>
      <inkml:brushProperty name="color" value="#004F8B"/>
    </inkml:brush>
  </inkml:definitions>
  <inkml:trace contextRef="#ctx0" brushRef="#br0">114 41 3425,'0'-1'-147,"-3"-26"5251,3 27-5018,-1-1-1,1 0 1,0 0 0,-1 0 0,1 1-1,0-1 1,-1 0 0,1 1 0,-1-1-1,0 0 1,1 1 0,-1-1 0,1 0 0,-1 1-1,0-1 1,1 1 0,-2-1 0,-10 1-3059,9 0 2865,1 1 29,-1-1-1,1 1 1,-1 0 0,1-1-1,0 1 1,-1 0 0,1 1-1,0-1 1,0 0 0,0 1-1,-1-1 1,2 1 0,-1-1-1,0 1 1,0 0 0,0 0-1,1 0 1,-1 0 0,1 0-1,0 0 1,-1 0 0,1 1-1,-1 2 1,-7 23-20,1 0-1,1 1 1,2 0 0,-3 38-1,7-49 234,0-1 0,2 1-1,0-1 1,0 0 0,2 0 0,0 0-1,1 0 1,11 29 0,-10-37 43,0 1 1,1-1-1,-1 0 1,2-1 0,-1 0-1,1 0 1,16 14-1,5 2-340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8.086"/>
    </inkml:context>
    <inkml:brush xml:id="br0">
      <inkml:brushProperty name="width" value="0.05" units="cm"/>
      <inkml:brushProperty name="height" value="0.05" units="cm"/>
      <inkml:brushProperty name="color" value="#004F8B"/>
    </inkml:brush>
  </inkml:definitions>
  <inkml:trace contextRef="#ctx0" brushRef="#br0">1 0 3961,'0'0'3171,"5"5"-3875,29 37 659,32 34 1973,-58-68-1737,0-1 0,1 0 0,0 0 0,0-1 0,0-1-1,1 1 1,11 4 0,-6-5-1323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3:58.478"/>
    </inkml:context>
    <inkml:brush xml:id="br0">
      <inkml:brushProperty name="width" value="0.05" units="cm"/>
      <inkml:brushProperty name="height" value="0.05" units="cm"/>
      <inkml:brushProperty name="color" value="#004F8B"/>
    </inkml:brush>
  </inkml:definitions>
  <inkml:trace contextRef="#ctx0" brushRef="#br0">323 1 2921,'0'0'2694,"-2"4"-4333,-65 133 546,-41 73 2230,81-167-558,2 0 0,1 2 0,3 1 1,-27 83-1,47-127 691,1-2-1248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0.570"/>
    </inkml:context>
    <inkml:brush xml:id="br0">
      <inkml:brushProperty name="width" value="0.05" units="cm"/>
      <inkml:brushProperty name="height" value="0.05" units="cm"/>
      <inkml:brushProperty name="color" value="#004F8B"/>
    </inkml:brush>
  </inkml:definitions>
  <inkml:trace contextRef="#ctx0" brushRef="#br0">6 14 4657,'-1'-8'312,"-4"2"2089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1.129"/>
    </inkml:context>
    <inkml:brush xml:id="br0">
      <inkml:brushProperty name="width" value="0.05" units="cm"/>
      <inkml:brushProperty name="height" value="0.05" units="cm"/>
      <inkml:brushProperty name="color" value="#004F8B"/>
    </inkml:brush>
  </inkml:definitions>
  <inkml:trace contextRef="#ctx0" brushRef="#br0">0 559 424,'0'0'12970,"1"-4"-11573,5-47-1012,-3 1 0,-4-67-1,1-7-600,1 69 202,-2 27-42,7-51 0,-6 78 16,6-13 879,3 11-637,70-16 248,-15 12-1368,95 1 0,-135 6-977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1.439"/>
    </inkml:context>
    <inkml:brush xml:id="br0">
      <inkml:brushProperty name="width" value="0.05" units="cm"/>
      <inkml:brushProperty name="height" value="0.05" units="cm"/>
      <inkml:brushProperty name="color" value="#004F8B"/>
    </inkml:brush>
  </inkml:definitions>
  <inkml:trace contextRef="#ctx0" brushRef="#br0">0 15 5009,'0'0'5929,"2"0"-5185,-1 0-103,1 0-193,1 0-128,50-4-296,-32-1-200,6 1-672,1 2-417,12 2-1407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2.281"/>
    </inkml:context>
    <inkml:brush xml:id="br0">
      <inkml:brushProperty name="width" value="0.05" units="cm"/>
      <inkml:brushProperty name="height" value="0.05" units="cm"/>
      <inkml:brushProperty name="color" value="#004F8B"/>
    </inkml:brush>
  </inkml:definitions>
  <inkml:trace contextRef="#ctx0" brushRef="#br0">343 36 3457,'1'-4'7513,"-2"3"-7583,1 0 0,0 1 0,-1-1 0,1 0-1,-1 1 1,1-1 0,-1 0 0,1 1 0,-1-1 0,0 1 0,1-1 0,-1 1 0,1-1 0,-1 1 0,0 0 0,0-1 0,1 1 0,-2-1 0,-10-3-47,-1 0 1,1 0-1,-1 2 0,1-1 0,-1 2 0,-17-1 0,23 1 65,-1 1 0,1 0 0,-1 1 0,1 0 0,-1 0 0,1 0 0,-1 1 0,1 0 0,0 1 1,0-1-1,0 1 0,0 1 0,-11 7 0,15-9 3,0 1 1,0 0 0,1 0-1,-1 0 1,1 0 0,-1 0-1,1 1 1,0-1-1,0 1 1,1-1 0,-1 1-1,1 0 1,0 0 0,0 0-1,0 0 1,0-1 0,1 1-1,-1 0 1,1 7 0,1-9 143,-1 1 1,1-1 0,-1 1 0,1-1 0,0 0 0,0 1 0,0-1-1,0 0 1,0 1 0,0-1 0,1 0 0,-1 0 0,1 0 0,0 0-1,-1-1 1,1 1 0,0 0 0,0-1 0,0 1 0,0-1 0,0 1 0,1-1-1,-1 0 1,0 0 0,1 0 0,-1 0 0,0-1 0,1 1 0,-1-1-1,1 1 1,2-1 0,6 2 197,0-1 0,0-1 0,0 0 0,0 0 0,-1-1 1,1 0-1,15-5 0,-22 5-197,0 0 1,0 0 0,-1-1-1,1 0 1,-1 0 0,1 0-1,-1 0 1,0 0 0,0-1-1,0 1 1,0-1 0,0 0-1,0 0 1,-1 0 0,1 0-1,-1-1 1,0 1 0,0-1-1,0 1 1,-1-1-1,1 1 1,1-9 0,-3 11-44,-5 10-5880,2 5 3591,0 33 3128,3-41-1426,0 152 672,-1 30 122,0-181-203,1 1 0,-2 0-1,1-1 1,-1 1 0,0-1 0,-1 0-1,1 1 1,-8 12 0,8-17 59,0 0 0,0 0 0,-1 0 0,1 0 1,-1 0-1,1 0 0,-1-1 0,0 1 0,0-1 0,0 0 1,0 0-1,-1 0 0,1 0 0,0 0 0,-1-1 1,0 0-1,1 1 0,-1-1 0,-5 0 0,-2 0 199,-1 0-1,1-2 0,0 1 1,0-1-1,-1-1 0,1 0 1,-20-7-1,25 7-75,0 0 0,0 0 0,1-1 1,-1 1-1,1-2 0,-1 1 0,1 0 0,0-1 0,1 0 0,-1 0 0,1-1 1,-1 1-1,1-1 0,1 0 0,-1 0 0,-3-6 0,5 6-86,1 0 1,-1 0-1,1 0 0,0 0 0,1 0 0,-1 0 0,1 0 0,0 0 0,0 0 1,1 0-1,0 0 0,-1 0 0,2 0 0,-1 0 0,0 1 0,1-1 0,0 0 0,0 1 1,6-9-1,0 0-199,0 0 0,2 1 1,-1 1-1,1-1 1,17-13-1,-2 5-664,2 0 0,48-25 0,-3 7-1708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4.392"/>
    </inkml:context>
    <inkml:brush xml:id="br0">
      <inkml:brushProperty name="width" value="0.05" units="cm"/>
      <inkml:brushProperty name="height" value="0.05" units="cm"/>
      <inkml:brushProperty name="color" value="#004F8B"/>
    </inkml:brush>
  </inkml:definitions>
  <inkml:trace contextRef="#ctx0" brushRef="#br0">114 340 3897,'0'0'1640,"15"-19"5094,6-13-6181,-15 24 118,-5 6-407,-1-7 33,3-1-154,4-33 841,-6-40-631,-1 71-397,-1 1 0,-1-1 0,0 1 0,0-1 0,-1 1 1,-6-14-1,7 20-166,-1-1 1,0 2-1,0-1 1,-1 0 0,1 1-1,-6-5 1,8 8-124,0 1 46,0-1 1,0 1 0,0 0 0,0 0 0,0 0 0,1 0-1,-1 0 1,0 0 0,0 0 0,0 1 0,0-1-1,0 0 1,0 0 0,0 1 0,0-1 0,0 0 0,0 1-1,0-1 1,0 1 0,1 0 0,-1-1 0,0 1 0,-1 0-1,-2 3 160,-1-1 0,0 1 0,1 0 0,0 1 0,0-1-1,0 1 1,1-1 0,-1 1 0,1 0 0,0 0 0,1 1-1,-1-1 1,-1 6 0,-9 30-107,-12 66-1,22-86 352,0 0 0,2 0 0,0 0 0,2 0 0,3 28 0,-2-40 86,0 1 0,0-1 0,1 0 0,1 0 0,-1 0 0,8 12 0,-9-18 145,-1 0 1,1 0-1,0 0 0,0-1 0,0 1 0,1-1 0,-1 1 1,0-1-1,1 0 0,0 0 0,-1 0 0,1 0 0,0 0 1,0-1-1,0 1 0,0-1 0,0 0 0,0 0 0,1 0 1,-1 0-1,7 0 0,14-1 312,1-2-1,24-5 1,48-14-3911,-82 17 2357,20-5-1465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4.938"/>
    </inkml:context>
    <inkml:brush xml:id="br0">
      <inkml:brushProperty name="width" value="0.05" units="cm"/>
      <inkml:brushProperty name="height" value="0.05" units="cm"/>
      <inkml:brushProperty name="color" value="#004F8B"/>
    </inkml:brush>
  </inkml:definitions>
  <inkml:trace contextRef="#ctx0" brushRef="#br0">59 127 2537,'-13'-34'6269,"0"44"-12572,8-2 6302,0 0 0,1 0 0,0 0 0,1 0 0,0 1-1,-3 15 1,5-21 147,0 0 0,1 0 0,0 0 0,-1 1 0,1-1 0,0 0 0,1 1 0,-1-1 0,0 0 0,1 0 0,0 0 0,0 1 0,0-1 0,0 0 0,0 0 0,1 0 0,-1 0 0,1-1 0,0 1 0,0 0 0,0-1 0,0 1 0,0-1 0,1 0 0,4 4 0,-2-3 261,1 0 1,-1 0 0,1-1-1,0 1 1,0-1 0,0-1-1,0 1 1,1-1-1,-1 0 1,0-1 0,0 1-1,1-1 1,-1 0 0,0-1-1,1 0 1,-1 0 0,0 0-1,10-4 1,-11 4-287,0-1-1,0 0 1,-1 0-1,1 0 1,-1 0 0,0-1-1,1 0 1,-1 0 0,0 0-1,-1 0 1,1-1 0,-1 0-1,1 1 1,-1-1 0,0 0-1,0-1 1,-1 1 0,1 0-1,-1-1 1,0 0 0,0 1-1,-1-1 1,3-8 0,-3 3-301,-1 0 0,0 0 0,0 0 0,-1 0 0,0 0 0,-1 0 0,0 1 0,0-1 0,-1 1 0,0-1 0,-8-15 1,9 22 27,1 0 1,-1 0 0,0 0 0,1 1-1,-1-1 1,-1 1 0,1-1 0,0 1 0,-1 0-1,1-1 1,-1 1 0,1 1 0,-1-1 0,0 0-1,0 1 1,0-1 0,0 1 0,0 0-1,0 0 1,0 0 0,-1 0 0,1 0 0,0 1-1,0 0 1,-1 0 0,1 0 0,0 0 0,0 0-1,-1 0 1,1 1 0,0 0 0,0-1-1,-1 1 1,1 0 0,0 1 0,0-1 0,0 1-1,-3 1 1,3-1 82,1-1-1,-1 1 1,0 0-1,1 0 1,0 0-1,-1 0 1,1 0-1,0 0 1,0 0-1,0 1 1,0-1-1,0 1 1,1 0-1,-1-1 1,0 5-1,-2 5-1028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05.509"/>
    </inkml:context>
    <inkml:brush xml:id="br0">
      <inkml:brushProperty name="width" value="0.05" units="cm"/>
      <inkml:brushProperty name="height" value="0.05" units="cm"/>
      <inkml:brushProperty name="color" value="#004F8B"/>
    </inkml:brush>
  </inkml:definitions>
  <inkml:trace contextRef="#ctx0" brushRef="#br0">206 5 5065,'-3'-1'-173,"0"0"0,0 1 0,0-1-1,0 0 1,0 1 0,0 0 0,0 0 0,-1 0-1,1 0 1,0 1 0,0-1 0,0 1 0,0-1 0,-6 3-1,2 0-65,-1 0 329,0 0 0,0 1-1,0 0 1,1 0-1,0 1 1,0 0-1,0 0 1,0 1 0,1-1-1,0 2 1,-11 12-1,17-18-18,-1 0-1,0-1 0,0 1 0,1 0 0,-1 0 0,1 0 1,-1 0-1,1 0 0,-1 0 0,1 0 0,0 0 0,-1 0 1,1 0-1,0 0 0,0 0 0,0 0 0,0 0 1,0 0-1,0 0 0,0 0 0,0 0 0,0 0 0,0 0 1,1 0-1,-1 0 0,0 0 0,1 0 0,-1 0 0,1 0 1,-1 0-1,1 0 0,-1 0 0,1 0 0,-1 0 0,1-1 1,0 1-1,1 1 0,2 1 330,0 0 1,0 0-1,1 0 1,-1 0-1,8 2 1,-6-2-1063,43 19 823,-41-19-258,0 0-1,0 0 1,-1 1 0,1 0 0,-1 0 0,0 1-1,0 0 1,-1 0 0,0 0 0,1 1 0,7 10-1,-13-15 94,-1 0-1,1 0 0,0 0 1,0 0-1,-1 0 1,1 0-1,-1 0 0,1 0 1,-1 0-1,0 0 0,1 0 1,-1 0-1,0 1 0,0-1 1,1 0-1,-1 0 0,0 0 1,0 1-1,-1-1 0,1 0 1,0 0-1,0 0 0,0 0 1,-2 3-1,1-3 24,0 1 0,0-1 0,0 1 0,-1-1 0,1 1 0,-1-1 0,1 0 0,-1 0 0,0 0 0,1 0 0,-1 0 0,0 0 0,-2 1 0,-7 1 205,0 0-1,1 0 1,-23 2 0,8-2 384,0-2 1,-1 0-1,-47-5 1,71 3 161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10.857"/>
    </inkml:context>
    <inkml:brush xml:id="br0">
      <inkml:brushProperty name="width" value="0.05" units="cm"/>
      <inkml:brushProperty name="height" value="0.05" units="cm"/>
      <inkml:brushProperty name="color" value="#004F8B"/>
    </inkml:brush>
  </inkml:definitions>
  <inkml:trace contextRef="#ctx0" brushRef="#br0">174 197 2497,'0'-6'5641,"0"-16"-4112,-1-3-1272,-1 21-3349,-9 39 3189,2-1 1,0 2-1,-4 57 0,10-68-63,2 0 0,1 0 0,1 0 0,2 0 0,0 0 0,9 34 0,-9-48 75,1 0 0,0 0 0,1-1 1,0 1-1,0-1 0,1 0 0,0 0 0,14 14 0,-17-20 2,0-1-1,0 0 1,0-1-1,1 1 1,-1 0-1,1-1 0,0 0 1,0 0-1,0 0 1,0-1-1,0 1 1,0-1-1,1 0 1,-1 0-1,0 0 1,1-1-1,-1 1 0,0-1 1,1 0-1,-1 0 1,0-1-1,1 1 1,-1-1-1,0 0 1,7-3-1,-4 2 67,0-1 0,0 0 0,-1 0 0,1-1-1,-1 0 1,0 0 0,0 0 0,-1-1 0,1 0 0,-1 0 0,0 0-1,4-7 1,-2 2-8,-1 0-1,0 0 1,-1 0-1,0-1 1,-1 1-1,0-1 1,2-12-1,0-3 2,-2 0 1,-1 0-1,-1-1 0,-2 1 1,-4-52-1,1 56-32,0 0-1,-1 1 1,-1-1 0,-1 1-1,-16-35 1,17 45-192,-1 0 0,0 1 0,-1 0 0,0 0 0,-1 1 0,0 0 0,0 0 0,-1 1 1,0 0-1,-1 0 0,-19-12 0,19 15-102,0 0 0,0 1 0,-1 0 0,1 1 0,-1 0 0,0 0 0,1 1 0,-1 1 0,0 0 0,0 0 0,-1 1 0,1 1 0,-16 2 0,20-2 124,1 0 0,0 0 1,0 1-1,0 0 0,0 0 0,1 1 0,-1-1 0,1 1 1,-1 0-1,1 1 0,0 0 0,0-1 0,0 1 0,1 1 1,0-1-1,-1 1 0,1 0 0,1 0 0,-1 0 0,1 0 1,0 1-1,0-1 0,1 1 0,-1 0 0,-1 9 0,1-1 71,2 1 0,0-1-1,0 1 1,1-1-1,1 1 1,1-1-1,0 1 1,1-1-1,0 0 1,1 0-1,1 0 1,0 0-1,1-1 1,0 0-1,1 0 1,1 0-1,15 19 1,-18-26 52,1 0 1,0-1-1,0 0 0,0 0 1,1 0-1,0-1 0,-1 0 1,2-1-1,-1 1 0,0-1 0,1 0 1,-1-1-1,1 0 0,0 0 1,0-1-1,-1 0 0,1 0 1,0-1-1,15-1 0,8-2-198,-1-2 0,0-1 0,52-19 0,-60 18-432,10-3-1176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11.488"/>
    </inkml:context>
    <inkml:brush xml:id="br0">
      <inkml:brushProperty name="width" value="0.05" units="cm"/>
      <inkml:brushProperty name="height" value="0.05" units="cm"/>
      <inkml:brushProperty name="color" value="#004F8B"/>
    </inkml:brush>
  </inkml:definitions>
  <inkml:trace contextRef="#ctx0" brushRef="#br0">0 34 2032,'0'0'9790,"10"-1"-10078,45-8 799,130-15 448,-167 25-1196,-3 1-1072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12.113"/>
    </inkml:context>
    <inkml:brush xml:id="br0">
      <inkml:brushProperty name="width" value="0.05" units="cm"/>
      <inkml:brushProperty name="height" value="0.05" units="cm"/>
      <inkml:brushProperty name="color" value="#004F8B"/>
    </inkml:brush>
  </inkml:definitions>
  <inkml:trace contextRef="#ctx0" brushRef="#br0">188 1 1664,'-22'0'4012,"-40"2"-1031,37 2-2663,-53 5 2890,79-9-3187,-1 0 0,0 0 1,0 0-1,0 0 1,0 0-1,0 0 0,0 0 1,0 0-1,0 1 1,0-1-1,1 0 0,-1 0 1,0 0-1,0 0 1,0 0-1,0 0 0,0 0 1,0 1-1,0-1 1,0 0-1,0 0 0,0 0 1,0 0-1,0 0 1,0 0-1,0 0 0,0 1 1,0-1-1,0 0 1,0 0-1,0 0 0,0 0 1,0 0-1,0 0 1,0 1-1,0-1 0,0 0 1,0 0-1,-1 0 1,1 0-1,0 0 0,0 0 1,0 0-1,0 0 1,0 1-1,0-1 0,0 0 1,0 0-1,0 0 1,-1 0-1,1 0 0,0 0 1,0 0-1,0 0 1,0 0-1,0 0 0,-1 0 1,13 6 326,6-3-85,1-1-1,0-1 1,0-1-1,35-5 0,-9 2-93,13 0-252,0 1-468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2.553"/>
    </inkml:context>
    <inkml:brush xml:id="br0">
      <inkml:brushProperty name="width" value="0.05" units="cm"/>
      <inkml:brushProperty name="height" value="0.05" units="cm"/>
      <inkml:brushProperty name="color" value="#004F8B"/>
    </inkml:brush>
  </inkml:definitions>
  <inkml:trace contextRef="#ctx0" brushRef="#br0">126 0 912,'0'0'439,"-40"0"4797,-46 0-4253,105 13 910,18 11-1659,9 0 735,-34-19-910,-4-1 354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3.212"/>
    </inkml:context>
    <inkml:brush xml:id="br0">
      <inkml:brushProperty name="width" value="0.05" units="cm"/>
      <inkml:brushProperty name="height" value="0.05" units="cm"/>
      <inkml:brushProperty name="color" value="#004F8B"/>
    </inkml:brush>
  </inkml:definitions>
  <inkml:trace contextRef="#ctx0" brushRef="#br0">0 0 1800,'0'0'9838,"13"4"-9910,66 34 230,28 12 781,-101-47-2089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3.710"/>
    </inkml:context>
    <inkml:brush xml:id="br0">
      <inkml:brushProperty name="width" value="0.05" units="cm"/>
      <inkml:brushProperty name="height" value="0.05" units="cm"/>
      <inkml:brushProperty name="color" value="#004F8B"/>
    </inkml:brush>
  </inkml:definitions>
  <inkml:trace contextRef="#ctx0" brushRef="#br0">0 1 1240,'0'0'5332,"21"21"-1942,12 8-2947,-23-20 391,-6-6-459,8 2-202,20 9-79,-16-9-2853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4.922"/>
    </inkml:context>
    <inkml:brush xml:id="br0">
      <inkml:brushProperty name="width" value="0.05" units="cm"/>
      <inkml:brushProperty name="height" value="0.05" units="cm"/>
      <inkml:brushProperty name="color" value="#004F8B"/>
    </inkml:brush>
  </inkml:definitions>
  <inkml:trace contextRef="#ctx0" brushRef="#br0">142 33 1704,'0'0'2646,"-1"-8"1569,-4-17-1334,5 29-2893,0-1 0,0 0 0,1 1 0,-1-1 0,1 1 0,0-1 0,-1 0 0,3 4-1,-2-4 24,0-1 0,0 1-1,-1 0 1,1 0 0,-1 0-1,1 0 1,-1 0-1,0 4 1,11 15 313,12 18-100,0 4 784,-23-44-961,1 1-54,-1-1 1,0 1 0,0-1 0,0 1 0,0-1 0,1 1 0,-1-1 0,0 1 0,0-1 0,0 1 0,0-1-1,0 1 1,0-1 0,0 1 0,0-1 0,-1 1 0,1-1 0,0 1 0,0-1 0,0 1 0,0-1 0,-1 0 0,1 1-1,0-1 1,0 1 0,-1-1 0,1 1 0,0-1 0,-1 0 0,1 1 0,-1-1 0,1 0 0,0 1 0,-1-1-1,1 0 1,-1 0 0,1 0 0,-1 1 0,1-1 0,-1 0 0,1 0 0,0 0 0,-1 0 0,1 0 0,-1 0-1,0 0 1,-191 55 1229,190-54-1239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6.136"/>
    </inkml:context>
    <inkml:brush xml:id="br0">
      <inkml:brushProperty name="width" value="0.05" units="cm"/>
      <inkml:brushProperty name="height" value="0.05" units="cm"/>
      <inkml:brushProperty name="color" value="#004F8B"/>
    </inkml:brush>
  </inkml:definitions>
  <inkml:trace contextRef="#ctx0" brushRef="#br0">20 50 3249,'22'-50'6873,"-22"53"-8413,1 1 1403,-1-1 1,0 0-1,-1 1 0,1-1 0,0 0 0,-1 1 0,0-1 0,0 0 0,0 0 0,-3 7 0,0 2 89,0 5 116,-5 15 149,-5 35 1,13-58-42,0 0 0,1 0 0,0 0 0,0 0 1,0 0-1,2 0 0,-1 0 0,5 17 1,-6-26-2,0 0 0,0 1-1,0-1 1,0 0 0,0 0 0,0 1 0,0-1 0,0 0 0,0 1 0,0-1 0,0 0 0,0 0 0,1 1 0,-1-1 0,0 0 0,0 0 0,0 1 0,0-1 0,0 0-1,0 0 1,1 1 0,-1-1 0,0 0 0,0 0 0,0 0 0,1 1 0,-1-1 0,0 0 0,0 0 0,1 0 0,-1 0 0,0 0 0,0 1 0,1-1 0,-1 0 0,0 0 0,0 0-1,1 0 1,-1 0 0,0 0 0,1 0 0,2-13 1160,-2-14-1889,1-3 502,-2 0-1,-1 0 1,-7-49 0,8 78 43,0-1 1,0 1 0,0 0 0,0 0 0,1-1 0,-1 1-1,0 0 1,1-1 0,-1 1 0,0 0 0,1 0 0,0 0-1,-1-1 1,1 1 0,0 0 0,-1 0 0,1 0 0,0 0-1,0 0 1,0 0 0,0 0 0,0 1 0,0-1 0,0 0-1,0 0 1,1 1 0,-1-1 0,2 0 0,34-11 194,-32 11-223,20-5 88,0 1 1,0 1-1,0 2 1,1 0 0,37 4-1,-17-2-14,-34 0-132,0 0-240,-1 0 0,0 0 0,0 1 1,0 1-1,21 5 0,-20-2-1804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6.495"/>
    </inkml:context>
    <inkml:brush xml:id="br0">
      <inkml:brushProperty name="width" value="0.05" units="cm"/>
      <inkml:brushProperty name="height" value="0.05" units="cm"/>
      <inkml:brushProperty name="color" value="#004F8B"/>
    </inkml:brush>
  </inkml:definitions>
  <inkml:trace contextRef="#ctx0" brushRef="#br0">0 7 3737,'0'0'7405,"16"-1"-4808,35-3-3372,0 2-1,66 8 1,-72-2-1580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7.416"/>
    </inkml:context>
    <inkml:brush xml:id="br0">
      <inkml:brushProperty name="width" value="0.05" units="cm"/>
      <inkml:brushProperty name="height" value="0.05" units="cm"/>
      <inkml:brushProperty name="color" value="#004F8B"/>
    </inkml:brush>
  </inkml:definitions>
  <inkml:trace contextRef="#ctx0" brushRef="#br0">281 1 1152,'-5'0'232,"-16"-1"1002,1 2 0,-1 0 0,1 1-1,-39 9 1,55-10-1128,-1 1 1,1-1-1,0 1 0,0 0 0,0 0 1,0 0-1,1 0 0,-1 0 0,0 1 1,1 0-1,0 0 0,0 0 0,0 0 1,0 0-1,0 1 0,0-1 1,1 1-1,0 0 0,0 0 0,0 0 1,0 0-1,1 0 0,-1 0 0,1 0 1,0 1-1,0-1 0,1 0 0,-1 1 1,1 7-1,0-11-20,0 0 0,0 1 0,0-1 0,0 0 0,1 1 0,-1-1 0,0 0 0,1 1 0,-1-1 0,1 0 0,-1 0 0,1 0 0,0 1 0,-1-1 0,1 0 0,0 0 0,0 0 0,0 0 0,0 0-1,0 0 1,0 0 0,0-1 0,2 2 0,-1-1-2,1 1 0,0-1-1,0 0 1,0-1 0,0 1-1,0 0 1,0-1 0,0 0-1,0 1 1,4-2 0,-2 1-29,0 0 1,0-1 0,0 0 0,0 0 0,0 0-1,-1 0 1,1-1 0,-1 0 0,1 0 0,-1 0-1,1 0 1,-1-1 0,6-4 0,-9 5-139,0 1 0,0 0 1,0-1-1,0 1 0,0 0 0,0 0 1,0 0-1,1 0 0,-1 0 0,0 0 1,1 0-1,-1 0 0,1 0 0,-1 1 1,2-2-1,-2 3 7,0 1 1,0-1 0,0 0-1,-1 0 1,1 1-1,-1-1 1,1 0 0,-1 1-1,1-1 1,-1 0-1,0 1 1,0-1 0,1 1-1,-1-1 1,0 2-1,0 0 253,3 24-254,-1-1 0,-1 1 1,-4 31-1,0 8 124,3-26 132,-6 45 0,4-71-63,-1 0 0,0 0 1,0-1-1,-1 0 0,-1 1 1,-12 22-1,15-32-80,-1-1 0,0 0 0,0 0 0,0 0 0,0 0-1,0 0 1,-1-1 0,1 1 0,-1-1 0,0 0 0,0 0 0,0 0 0,0-1 0,0 1 0,0-1-1,0 0 1,0 0 0,0-1 0,0 1 0,-1-1 0,1 0 0,0 0 0,0 0 0,-8-2-1,9 2 81,0 0-1,0-1 0,0 0 1,0 1-1,0-1 0,0 0 0,1-1 1,-1 1-1,0 0 0,0-1 0,1 0 1,-1 1-1,1-1 0,0 0 0,-1 0 1,1 0-1,0-1 0,0 1 1,0 0-1,1-1 0,-1 0 0,0 1 1,1-1-1,0 0 0,0 1 0,0-1 1,0 0-1,0 0 0,0 0 1,1 0-1,-1 0 0,1 0 0,0 0 1,0-5-1,2-3-83,0 1 0,0 0 1,1-1-1,1 1 0,-1 0 1,2 1-1,8-15 0,45-64-816,-45 70 619,5-7-782,2 0 0,0 2 0,2 0 1,0 1-1,37-27 0,-17 20-2051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8.385"/>
    </inkml:context>
    <inkml:brush xml:id="br0">
      <inkml:brushProperty name="width" value="0.05" units="cm"/>
      <inkml:brushProperty name="height" value="0.05" units="cm"/>
      <inkml:brushProperty name="color" value="#004F8B"/>
    </inkml:brush>
  </inkml:definitions>
  <inkml:trace contextRef="#ctx0" brushRef="#br0">313 70 2000,'0'0'1085,"-4"-7"3334,-4-8-2970,0 8-1506,-1 0 0,0 1 1,0 0-1,-12-6 0,13 8 45,2 0-68,-2 2-11,1 5 68,-7 2 161,0 0 0,1 0 0,-1 1 0,1 1 0,0 0 0,1 1 0,-18 14 0,29-21 96,1 0 375,0-1-546,0 1 0,0 0 0,0-1 0,0 1-1,0-1 1,0 1 0,0 0 0,0-1 0,0 1 0,0-1 0,0 1 0,1 0-1,-1-1 1,0 1 0,0-1 0,1 1 0,-1-1 0,0 1 0,1-1-1,-1 1 1,1-1 0,-1 1 0,0-1 0,1 0 0,-1 1 0,1-1 0,-1 1-1,1-1 1,-1 0 0,1 0 0,0 1 0,-1-1 0,1 0 0,-1 0-1,2 1 1,33 10 201,-20-6-393,0 0 0,0 0 0,-1 1 0,0 1 0,15 9 0,-26-14 91,0 0 0,-1 1 0,1-1 0,0 0 0,-1 1 0,1 0 0,-1-1 0,0 1 0,0 0 1,0 0-1,0 0 0,-1 0 0,1 1 0,-1-1 0,0 0 0,0 1 0,0-1 0,0 0 0,0 1 0,-1-1 0,0 1 0,1 0 0,-1-1 0,-1 1 0,1-1 0,0 1 0,-1-1 0,-2 7 0,1-4 58,0-1 0,-1 1 0,0-1-1,0 1 1,-1-1 0,1 0 0,-1 0-1,0-1 1,0 1 0,-1-1 0,1 0-1,-1 0 1,0 0 0,0-1 0,0 0-1,-1 0 1,1 0 0,-1 0 0,1-1-1,-1 0 1,-11 2 0,4-1 91,-1 0 0,0-1 0,0 0 1,1-1-1,-1-1 0,0 0 0,0-1 0,-23-4 0,35 4-211,1 1 58,0 0-1,0 0 1,0 0-1,0 0 0,0 0 1,0-1-1,0 1 0,0 0 1,1-1-1,-1 1 1,0 0-1,0-1 0,0 1 1,0-1-1,1 0 0,-1 1 1,0-1-1,1 1 1,-1-1-1,0 0 0,1 0 1,-2-1-1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8.698"/>
    </inkml:context>
    <inkml:brush xml:id="br0">
      <inkml:brushProperty name="width" value="0.05" units="cm"/>
      <inkml:brushProperty name="height" value="0.05" units="cm"/>
      <inkml:brushProperty name="color" value="#004F8B"/>
    </inkml:brush>
  </inkml:definitions>
  <inkml:trace contextRef="#ctx0" brushRef="#br0">12 1 3521,'3'9'2606,"-2"9"-2321,-1 0 1,0-1-1,-2 1 1,0-1 0,-7 32-1,6-10 726,3-28-499,0-6-617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8.881"/>
    </inkml:context>
    <inkml:brush xml:id="br0">
      <inkml:brushProperty name="width" value="0.05" units="cm"/>
      <inkml:brushProperty name="height" value="0.05" units="cm"/>
      <inkml:brushProperty name="color" value="#004F8B"/>
    </inkml:brush>
  </inkml:definitions>
  <inkml:trace contextRef="#ctx0" brushRef="#br0">0 7 5665,'0'0'240,"0"-2"248,0 1-256,0-1-592,0 1-616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29.468"/>
    </inkml:context>
    <inkml:brush xml:id="br0">
      <inkml:brushProperty name="width" value="0.05" units="cm"/>
      <inkml:brushProperty name="height" value="0.05" units="cm"/>
      <inkml:brushProperty name="color" value="#004F8B"/>
    </inkml:brush>
  </inkml:definitions>
  <inkml:trace contextRef="#ctx0" brushRef="#br0">43 0 3057,'0'0'-100,"0"10"-46,-38 235 8228,37-251-6526,-1-4-1639,1 1 0,1-1 0,0 0 0,0 0 0,1 1 0,0-1 0,1 0 0,0 1 0,0-1 0,1 1 0,1 0 0,-1-1 0,8-11 0,-8 15-49,0 1 0,0 0-1,1 0 1,-1 0-1,1 0 1,1 0-1,-1 1 1,0 0 0,1 0-1,0 0 1,0 0-1,0 1 1,0 0 0,1 0-1,0 0 1,-1 1-1,1 0 1,0 0-1,0 0 1,0 1 0,0 0-1,12-1 1,-15 2 152,0 0 0,1 0 0,-1 0 1,1 0-1,-1 1 0,1-1 0,-1 1 0,0 0 1,1 0-1,-1 0 0,0 0 0,0 1 1,0 0-1,0-1 0,0 1 0,0 0 0,0 0 1,-1 1-1,1-1 0,-1 0 0,1 1 0,-1 0 1,0-1-1,0 1 0,0 0 0,0 0 1,-1 0-1,1 0 0,-1 1 0,0-1 0,0 0 1,0 0-1,0 1 0,-1-1 0,1 1 1,-1-1-1,0 7 0,1 12 153,-2 1 0,0-1 0,-6 26 1,3-21 41,0 37 1,4-55-1412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0.107"/>
    </inkml:context>
    <inkml:brush xml:id="br0">
      <inkml:brushProperty name="width" value="0.05" units="cm"/>
      <inkml:brushProperty name="height" value="0.05" units="cm"/>
      <inkml:brushProperty name="color" value="#004F8B"/>
    </inkml:brush>
  </inkml:definitions>
  <inkml:trace contextRef="#ctx0" brushRef="#br0">108 72 3433,'0'0'2032,"-4"6"-1922,-11 20 13,1 1 0,1 0 0,-11 35 0,19-48 38,1 0 0,0 1 0,2-1 1,-1 1-1,2 0 0,0-1 0,1 1 1,0 0-1,3 14 0,-3-26-37,0 0 1,1 0-1,0 0 1,0 0-1,0 0 0,0-1 1,0 1-1,0 0 1,1-1-1,-1 1 0,1-1 1,0 1-1,0-1 1,0 0-1,0 0 0,0 0 1,0 0-1,0 0 0,1 0 1,-1-1-1,1 1 1,0-1-1,-1 1 0,1-1 1,0 0-1,0 0 1,-1 0-1,1-1 0,0 1 1,5 0-1,-2-1 137,0 0-1,1-1 0,-1 1 1,0-1-1,0-1 1,0 1-1,0-1 0,0 0 1,0 0-1,0-1 0,-1 1 1,1-1-1,8-7 1,1-2-126,-1 0 1,0-2-1,-1 0 1,-1 0 0,21-32-1,-14 15-213,-1-1 0,16-41-1,-30 66-4,-1-1-1,-1 1 1,1-1-1,-1 0 1,0 0-1,-1 0 1,1-12-1,-3 17-21,1 0-1,0 0 1,-1 1-1,1-1 1,-1 0-1,0 0 1,0 0-1,0 1 0,0-1 1,-1 1-1,1-1 1,0 1-1,-1-1 1,0 1-1,0 0 1,0 0-1,0 0 1,0 0-1,0 0 1,0 0-1,-1 0 1,1 1-1,-1-1 1,-2 0-1,-8-4-136,-1 1 0,1 0 0,-1 1 0,0 1 0,0 0 0,0 1 0,0 0 0,-21 1 0,23 1 268,0 0-1,-1 1 0,1 1 0,0 0 1,0 0-1,0 1 0,0 1 0,1 0 0,-1 1 1,-11 6-1,20-10 28,0 1 1,1 0-1,-1-1 0,1 1 1,-1 0-1,1 0 0,0 1 1,0-1-1,0 0 0,0 1 1,0-1-1,1 1 0,-1-1 1,1 1-1,-1 0 0,1 0 1,0 0-1,0 0 0,1 0 1,-1 0-1,0 0 1,1 0-1,0 0 0,0 0 1,0 0-1,0 0 0,0 0 1,0 0-1,1 0 0,0 0 1,0 0-1,-1 0 0,2 0 1,-1 0-1,0 0 0,0-1 1,1 1-1,0-1 0,-1 1 1,1-1-1,0 1 0,0-1 1,1 0-1,3 3 0,3 1 107,0-1-1,0-1 0,1 0 0,17 5 1,19 3-1043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1.340"/>
    </inkml:context>
    <inkml:brush xml:id="br0">
      <inkml:brushProperty name="width" value="0.05" units="cm"/>
      <inkml:brushProperty name="height" value="0.05" units="cm"/>
      <inkml:brushProperty name="color" value="#004F8B"/>
    </inkml:brush>
  </inkml:definitions>
  <inkml:trace contextRef="#ctx0" brushRef="#br0">183 116 2120,'4'-11'6278,"2"0"-4115,9-17-2280,0-4-256,-12 24-227,-9 1-4814,5 5 5391,1 1 0,-1 0 0,0-1 0,0 1 0,0 0 0,0-1 0,0 1 0,0 0 0,-1 0 0,1 0 0,0 0 0,0 0 0,-4-1 0,3 2 371,0 1-1,0-1 1,0 1-1,1-1 0,-1 1 1,0 0-1,0 0 0,0 0 1,1 0-1,-1 0 0,0 0 1,1 1-1,-1-1 0,1 0 1,0 1-1,-1-1 0,1 1 1,0 0-1,-2 1 0,-23 45-1110,10-18 1373,7-16-501,-10 16 98,-2-1 0,-28 31-1,36-45-436,-1 1-660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2.081"/>
    </inkml:context>
    <inkml:brush xml:id="br0">
      <inkml:brushProperty name="width" value="0.05" units="cm"/>
      <inkml:brushProperty name="height" value="0.05" units="cm"/>
      <inkml:brushProperty name="color" value="#004F8B"/>
    </inkml:brush>
  </inkml:definitions>
  <inkml:trace contextRef="#ctx0" brushRef="#br0">95 0 3801,'0'0'6084,"-5"16"-4672,-75 208-460,70-200-2247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2.653"/>
    </inkml:context>
    <inkml:brush xml:id="br0">
      <inkml:brushProperty name="width" value="0.05" units="cm"/>
      <inkml:brushProperty name="height" value="0.05" units="cm"/>
      <inkml:brushProperty name="color" value="#004F8B"/>
    </inkml:brush>
  </inkml:definitions>
  <inkml:trace contextRef="#ctx0" brushRef="#br0">181 1 2152,'0'0'10385,"-17"11"-9094,7-2-1285,-26 20 315,2 2 0,-44 49-1,72-70-2281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3.219"/>
    </inkml:context>
    <inkml:brush xml:id="br0">
      <inkml:brushProperty name="width" value="0.05" units="cm"/>
      <inkml:brushProperty name="height" value="0.05" units="cm"/>
      <inkml:brushProperty name="color" value="#004F8B"/>
    </inkml:brush>
  </inkml:definitions>
  <inkml:trace contextRef="#ctx0" brushRef="#br0">115 0 1872,'0'0'5187,"-8"12"-3369,-89 146 797,91-148-2843,3 0-594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4.026"/>
    </inkml:context>
    <inkml:brush xml:id="br0">
      <inkml:brushProperty name="width" value="0.05" units="cm"/>
      <inkml:brushProperty name="height" value="0.05" units="cm"/>
      <inkml:brushProperty name="color" value="#004F8B"/>
    </inkml:brush>
  </inkml:definitions>
  <inkml:trace contextRef="#ctx0" brushRef="#br0">104 90 2272,'21'-13'1906,"36"-20"-287,-55 33-1563,-1 0 84,0-1 0,0 1 0,0-1-1,0 1 1,0-1 0,0 1 0,0-1 0,0 0-1,0 1 1,-1-1 0,1 0 0,0 0 0,0 1-1,-1-1 1,1 0 0,0 0 0,-1 0 0,1 0 0,-1 0-1,1 0 1,-1 0 0,1 0 0,-1 0 0,0-2-1,1 2-29,-1-1-1,1 1 1,-1-1-1,1 1 1,0 0-1,-1-1 1,1 1-1,0 0 0,0 0 1,0-1-1,0 1 1,0 0-1,0 0 1,1 0-1,-1 0 1,3-1-1,-4 2-113,0 0 0,0 0 0,0-1 0,0 1 0,1 0-1,-1 0 1,0 0 0,0 0 0,0 0 0,0 0 0,1 0 0,-1 0 0,0 0 0,0 0-1,0 0 1,0 0 0,0 0 0,1 0 0,-1 0 0,0 0 0,0 0 0,0 0 0,0 0-1,1 1 1,-1-1 0,0 0 0,0 0 0,0 0 0,0 0 0,0 0 0,0 0 0,1 0-1,-1 0 1,0 1 0,0-1 0,0 0 0,0 0 0,0 0 0,0 0 0,0 0 0,0 1-1,0-1 1,0 0 0,0 0 0,0 0 0,0 0 0,0 1 0,0-1 0,0 0 0,0 0-1,0 0 1,0 0 0,0 0 0,0 1 0,0-1 0,0 0 0,0 0 0,0 0 0,0 0-1,0 1 1,0-1 0,0 0 0,0 0 0,0 0 0,0 0 0,0 0 0,-1 1-1,-10 19 53,-20 21 304,-1-1-1,1 1 0,3 2-1,-31 60 1,43-71-292,0-3-423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4.521"/>
    </inkml:context>
    <inkml:brush xml:id="br0">
      <inkml:brushProperty name="width" value="0.05" units="cm"/>
      <inkml:brushProperty name="height" value="0.05" units="cm"/>
      <inkml:brushProperty name="color" value="#004F8B"/>
    </inkml:brush>
  </inkml:definitions>
  <inkml:trace contextRef="#ctx0" brushRef="#br0">189 0 3001,'0'0'7737,"-4"7"-7065,-19 29-591,-1-2-1,-1 0 0,-2-2 1,-36 33-1,41-45-2282</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5.396"/>
    </inkml:context>
    <inkml:brush xml:id="br0">
      <inkml:brushProperty name="width" value="0.05" units="cm"/>
      <inkml:brushProperty name="height" value="0.05" units="cm"/>
      <inkml:brushProperty name="color" value="#004F8B"/>
    </inkml:brush>
  </inkml:definitions>
  <inkml:trace contextRef="#ctx0" brushRef="#br0">14 68 1752,'2'-5'427,"0"1"-1,-1-1 1,1 0-1,-1 0 0,0 1 1,0-1-1,0 0 1,0 0-1,-1 0 0,-1-14 5765,-22 340-4887,22-320-1138,1 1 0,0-1 1,0 1-1,0-1 0,0 1 0,0-1 1,0 0-1,0 1 0,0-1 1,1 1-1,-1-1 0,0 1 0,1-1 1,0 0-1,-1 1 0,1-1 0,0 0 1,-1 0-1,1 1 0,0-1 0,2 2 1,-1-3-45,0 0 0,0 0 0,0 0-1,-1 0 1,1 0 0,0 0 0,0 0 0,0-1 0,0 1 0,0-1 0,0 1 0,0-1 0,1-1 0,-2 2-258,166-69 689,37 13-202,-158 44-103,-24 5-1564</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9.379"/>
    </inkml:context>
    <inkml:brush xml:id="br0">
      <inkml:brushProperty name="width" value="0.05" units="cm"/>
      <inkml:brushProperty name="height" value="0.05" units="cm"/>
      <inkml:brushProperty name="color" value="#004F8B"/>
    </inkml:brush>
  </inkml:definitions>
  <inkml:trace contextRef="#ctx0" brushRef="#br0">43 277 2833,'6'-11'950,"0"0"-1,1 1 1,9-13 0,-10 17-230,-1-1 0,0 0 1,0-1-1,-1 1 0,0-1 0,0 0 0,-1 0 0,4-12 0,-29 153-988,22-132 272,-5 49 345,2-1 1,3 1-1,5 53 2498,-5-109-2009,0-46-534,-16-102 1,11 127-315,-1 0 0,-1 0 0,-2 1 0,0 0 1,-22-40-1,29 62-7,-8-14 17,10 18-4,-1-1 0,1 1 1,0-1-1,0 1 0,0-1 1,0 1-1,0-1 1,0 1-1,0-1 0,0 1 1,0-1-1,0 1 1,1-1-1,-1 1 0,0-1 1,0 1-1,0-1 1,1 1-1,-1 0 0,0-1 1,0 1-1,1-1 0,-1 1 1,0 0-1,1-1 1,-1 1-1,0 0 0,1-1 1,-1 1-1,1 0 1,-1 0-1,0-1 0,1 1 1,-1 0-1,1 0 1,-1 0-1,1-1 0,-1 1 1,1 0-1,0 0 1,109-22 433,25-6 324,-110 22-711,-9 0-120,0 1 0,1 1-1,-1 1 1,1 0 0,0 1 0,0 1-1,30 2 1,-34 3-1387,-2 2-797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39.722"/>
    </inkml:context>
    <inkml:brush xml:id="br0">
      <inkml:brushProperty name="width" value="0.05" units="cm"/>
      <inkml:brushProperty name="height" value="0.05" units="cm"/>
      <inkml:brushProperty name="color" value="#004F8B"/>
    </inkml:brush>
  </inkml:definitions>
  <inkml:trace contextRef="#ctx0" brushRef="#br0">1 15 3297,'0'0'6192,"14"0"-2685,65-6-2183,64-2-1913,-113 9-1179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0.564"/>
    </inkml:context>
    <inkml:brush xml:id="br0">
      <inkml:brushProperty name="width" value="0.05" units="cm"/>
      <inkml:brushProperty name="height" value="0.05" units="cm"/>
      <inkml:brushProperty name="color" value="#004F8B"/>
    </inkml:brush>
  </inkml:definitions>
  <inkml:trace contextRef="#ctx0" brushRef="#br0">318 30 6129,'0'0'303,"-14"-11"1627,-17-2-1829,25 12-40,0-1 0,1 1 0,-1 1 0,0-1 0,1 1 0,-1 0 0,0 0 0,0 0 0,1 1 0,-1 0 0,0 0 0,-10 4 0,5-2 156,5-2-124,1 1 0,-1 0 0,1 0 0,0 0 0,-1 1 0,1 0 0,1 0 0,-1 0 0,0 0 0,1 1 0,-1 0 0,1 0 0,0 0 0,-3 5 0,5-6-44,0 0 0,0-1 0,1 2 0,-1-1 0,1 0 1,0 0-1,0 0 0,0 1 0,0-1 0,1 0 0,-1 1 0,1-1 0,0 1 1,0-1-1,0 1 0,0-1 0,1 0 0,-1 1 0,1-1 0,0 1 0,0-1 1,0 0-1,0 0 0,4 6 0,-4-7 1,0 0 0,0-1-1,0 1 1,0 0 0,1-1 0,-1 1 0,0-1 0,1 1-1,0-1 1,-1 0 0,1 0 0,0 0 0,-1 0 0,1 0-1,0 0 1,0 0 0,0 0 0,0-1 0,0 1 0,3 0-1,-1-1-45,1 0 0,-1 0 0,0 0-1,0 0 1,1-1 0,-1 0 0,0 0-1,0 0 1,7-3 0,-3 1 16,1-1 0,0-1 0,-1 0 1,1 0-1,-2-1 0,1 0 0,0 0 0,7-9 1,-15 15-18,1-1 1,-1 1 0,0-1-1,1 1 1,-1-1 0,0 1-1,1-1 1,-1 1 0,1-1 0,-1 1-1,1-1 1,-1 1 0,1 0-1,0-1 1,-1 1 0,1 0-1,-1 0 1,1-1 0,0 1 0,-1 0-1,1 0 1,-1 0 0,1 0-1,0 0 1,-1 0 0,1 0-1,0 0 1,-1 0 0,1 0 0,0 0-1,0 1 1,0 0-16,0 0-1,0 0 1,0 0-1,0 0 1,0 0 0,0 0-1,0 0 1,-1 0-1,1 1 1,0-1-1,-1 0 1,1 1 0,0 1-1,1 7-52,0 0 0,0-1 0,-1 15-1,5 65 52,-2-50 62,-2 0 0,-3 45 0,0-72-23,-1-1 0,0 1 0,0-1 0,-1 0 0,-1 0 0,0 0 0,0 0 0,-1 0 0,-1-1 0,1 0 0,-13 16 0,12-20 9,0 0-1,-1 0 1,0 0 0,0-1 0,0 0-1,-1 0 1,1-1 0,-1 0-1,0 0 1,0-1 0,-1 0 0,1-1-1,-1 1 1,1-2 0,-1 1 0,0-1-1,-10 0 1,15-1 53,-1 0 0,1 0-1,0 0 1,0-1 0,0 1 0,-1-1-1,1 0 1,0 0 0,0-1 0,0 1 0,1-1-1,-1 0 1,0 0 0,1 0 0,-1-1 0,1 1-1,-1-1 1,1 1 0,0-1 0,0 0-1,1-1 1,-1 1 0,0 0 0,1-1 0,0 1-1,0-1 1,0 0 0,0 0 0,1 0-1,0 0 1,-1 0 0,1 0 0,1 0 0,-1 0-1,1 0 1,-1-1 0,1-3 0,1-4-62,0 0 0,1 0 1,0 1-1,0-1 0,2 1 1,-1-1-1,1 1 0,1 0 0,0 1 1,8-14-1,3-1-490,0 0-1,40-43 1,-39 50-180,0 1 1,1 1-1,24-17 0,15-2-1724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1.510"/>
    </inkml:context>
    <inkml:brush xml:id="br0">
      <inkml:brushProperty name="width" value="0.05" units="cm"/>
      <inkml:brushProperty name="height" value="0.05" units="cm"/>
      <inkml:brushProperty name="color" value="#004F8B"/>
    </inkml:brush>
  </inkml:definitions>
  <inkml:trace contextRef="#ctx0" brushRef="#br0">168 110 6201,'4'-25'5508,"1"-15"-5256,-5 39-284,0 1 0,0-1 1,-1 1-1,1 0 0,0-1 0,0 1 0,0-1 0,-1 1 0,1-1 1,0 1-1,-1-1 0,1 1 0,0 0 0,-1-1 0,1 1 0,0 0 0,-1-1 1,1 1-1,-1 0 0,1 0 0,-1-1 0,1 1 0,-1 0 0,0 0 0,-8-6-20,-22-16 37,31 21 30,-1 1 0,1-1 0,0 0-1,-1 1 1,1 0 0,-1-1 0,1 1 0,-1-1 0,0 1-1,1-1 1,-1 1 0,1 0 0,-1 0 0,0-1 0,1 1-1,-1 0 1,0 0 0,1 0 0,-1-1 0,0 1 0,1 0-1,-1 0 1,0 0 0,1 0 0,-1 0 0,0 1 0,0-1-1,1 0 1,-1 0 0,1 0 0,-2 1 0,-7 2 85,-25 8-4,27-9-48,2 2-5,-1 7-15,-1 1 11,1 1-1,0-1 1,0 1 0,1 0 0,1 0 0,0 1 0,1-1 0,-2 18 0,5-25 71,-1 0 0,2 0 0,-1 0 0,1 1 0,0-1 0,0 0-1,0 0 1,1 0 0,0 0 0,0 0 0,1-1 0,-1 1 0,5 6 0,-4-8 32,1 0 1,0 0 0,-1-1 0,1 1-1,1-1 1,-1 1 0,0-1 0,1-1-1,0 1 1,-1-1 0,1 1-1,0-1 1,0-1 0,0 1 0,10 1-1,41 4-730,-51-7-17,1-1-1,0 1 0,-1-1 1,1 0-1,-1 0 0,1 0 1,9-5-1,1-3-1970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1.944"/>
    </inkml:context>
    <inkml:brush xml:id="br0">
      <inkml:brushProperty name="width" value="0.05" units="cm"/>
      <inkml:brushProperty name="height" value="0.05" units="cm"/>
      <inkml:brushProperty name="color" value="#004F8B"/>
    </inkml:brush>
  </inkml:definitions>
  <inkml:trace contextRef="#ctx0" brushRef="#br0">68 26 4193,'0'0'4914,"-12"6"-4099,6-1-744,1 1 0,-1 0 0,1-1 0,1 1 0,-1 1 0,1-1 0,0 1 0,1 0 0,-6 12 0,8-15 53,0 0 0,0 1 0,0-1 0,1 0 0,-1 1 1,1-1-1,0 1 0,0-1 0,1 1 0,-1-1 0,1 1 1,0-1-1,0 0 0,0 1 0,5 7 0,-6-10-24,1-1-1,0 1 1,0-1 0,0 1-1,0-1 1,0 1-1,1-1 1,-1 0 0,0 0-1,1 0 1,-1 1-1,1-1 1,-1 0 0,1-1-1,-1 1 1,1 0-1,0 0 1,0-1-1,-1 1 1,1-1 0,0 1-1,0-1 1,-1 0-1,1 0 1,0 0 0,0 0-1,0 0 1,-1 0-1,1 0 1,0-1-1,0 1 1,-1 0 0,1-1-1,0 0 1,0 1-1,-1-1 1,1 0 0,-1 0-1,1 0 1,-1 0-1,3-2 1,10-6 278,-1 0 1,-1-1-1,22-22 0,-30 28-388,0-1-1,0 0 0,0 0 0,-1 0 0,0 0 0,0 0 0,0-1 1,-1 1-1,1-1 0,-1 0 0,-1 1 0,1-1 0,0-10 1,-2 14-54,0 0 0,0 1-1,0-1 1,0 0 0,0 0 0,-1 0 0,1 0 0,-1 0 0,0 1 0,1-1 0,-1 0 0,0 1 0,0-1 0,0 0 0,0 1 0,0-1 0,-1 1 0,1-1 0,0 1 0,-1 0 0,1 0 0,-1 0 0,1-1 0,-1 1 0,1 1 0,-1-1 0,0 0 0,0 0 0,1 1 0,-4-2 0,-3 0-204,0 0 0,0 1 0,-1 0 0,1 0 0,-11 1 0,17 0-338</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2.640"/>
    </inkml:context>
    <inkml:brush xml:id="br0">
      <inkml:brushProperty name="width" value="0.05" units="cm"/>
      <inkml:brushProperty name="height" value="0.05" units="cm"/>
      <inkml:brushProperty name="color" value="#004F8B"/>
    </inkml:brush>
  </inkml:definitions>
  <inkml:trace contextRef="#ctx0" brushRef="#br0">141 1 2665,'0'0'6173,"-15"4"-6304,-29 13 149,38-15-108,-10 8 1848,16-9-1680,0 0 1,0-1 0,0 1 0,0 0 0,0-1 0,0 1-1,0 0 1,0 0 0,0-1 0,1 1 0,-1 0 0,0-1 0,0 1-1,1 0 1,-1-1 0,0 1 0,1-1 0,-1 1 0,1 0 0,-1-1-1,1 1 1,-1-1 0,1 1 0,-1-1 0,1 0 0,0 1-1,-1-1 1,1 0 0,0 1 0,-1-1 0,1 0 0,0 0 0,1 1-1,6 3-74,-2-1-6,0-1 1,0 1-1,-1 1 1,1-1 0,-1 1-1,0 0 1,0 0 0,0 1-1,6 7 1,14 20-18,-18-21 77,-10-4 41,-4 1 0,1 2-49,4-5 17,-1-1 1,0 0-1,0 1 0,0-2 0,0 1 0,-4 4 0,-6-2 232,-25 7-127,28-9 30,7-4 26,-7-2-72,-35-3 220,30-4-4632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6T20:24:43.645"/>
    </inkml:context>
    <inkml:brush xml:id="br0">
      <inkml:brushProperty name="width" value="0.05" units="cm"/>
      <inkml:brushProperty name="height" value="0.05" units="cm"/>
      <inkml:brushProperty name="color" value="#004F8B"/>
    </inkml:brush>
  </inkml:definitions>
  <inkml:trace contextRef="#ctx0" brushRef="#br0">121 113 2641,'-4'-1'4725,"3"0"-4667,-1 1 0,1 0 0,0 0-1,0 0 1,-1 0 0,1 0 0,0 0-1,0 0 1,-1 0 0,1 0 0,0 1-1,0-1 1,0 1 0,-2 0-1,-2 1-56,0 0 0,0 1 0,0 0 0,0 0 0,0 0 0,1 1 0,-1-1 0,1 1-1,0 0 1,0 0 0,1 1 0,-1-1 0,1 1 0,-4 8 0,2-4 143,0 2 0,1-1 1,1 0-1,0 1 0,0 0 0,1 0 1,0-1-1,1 1 0,0 21 0,1-29-23,1 1 0,-1-1-1,1 1 1,-1-1 0,1 0 0,0 1-1,1-1 1,-1 0 0,0 0 0,1 0-1,0 0 1,0 0 0,0 0-1,0 0 1,0 0 0,0-1 0,1 1-1,-1-1 1,1 0 0,0 0-1,-1 0 1,1 0 0,0 0 0,0 0-1,1-1 1,-1 0 0,0 1 0,0-1-1,1-1 1,-1 1 0,1 0-1,-1-1 1,0 1 0,8-1 0,-1-1 138,-1 1 1,1-2 0,0 1 0,-1-1 0,1 0 0,-1-1-1,0-1 1,0 1 0,0-1 0,0-1 0,14-9 0,-8 4-129,-1-1 1,0 0 0,-1-1 0,0 0 0,18-23-1,-27 30-168,-1 0-1,1 0 1,-1-1-1,1 1 1,-2-1-1,1 0 1,-1 0-1,0 0 0,0 0 1,0 0-1,-1-1 1,0 1-1,0 0 1,-1-1-1,0 1 1,0 0-1,-1-12 0,-1 13-76,1 0 0,-1 0-1,0 0 1,0 0 0,-1 0-1,0 0 1,1 1-1,-2-1 1,1 1 0,0-1-1,-1 1 1,0 1 0,0-1-1,0 0 1,0 1-1,-1 0 1,1 0 0,-1 0-1,0 0 1,-9-3-1,-12-4-382,-48-12 0,64 19 514,-1 1 0,1 0-1,0 1 1,-1 1-1,0-1 1,1 2-1,-20 2 1,26-2-34,1 1-1,0-1 1,0 1-1,0 0 1,0 0 0,0 1-1,0-1 1,1 0 0,-1 1-1,1 0 1,0-1-1,-1 1 1,1 0 0,1 0-1,-1 0 1,0 1-1,1-1 1,-1 0 0,1 1-1,0-1 1,-1 6 0,0-1 30,0 0 0,0 1 0,1-1 1,0 0-1,1 1 0,0-1 1,0 1-1,2 9 0,-1-14 63,0-1-1,-1 0 0,2 1 0,-1-1 1,0 0-1,1 0 0,-1 0 1,1 0-1,0 0 0,0 0 1,0 0-1,0-1 0,1 1 0,-1-1 1,1 1-1,0-1 0,-1 0 1,1 0-1,0 0 0,0 0 1,0-1-1,0 1 0,4 0 0,5 1 163,0 0 0,1-1 0,-1 0-1,1-1 1,12 0 0,-18-1-264,136 0-992,-94-1-1077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9:55.852"/>
    </inkml:context>
    <inkml:brush xml:id="br0">
      <inkml:brushProperty name="width" value="0.1" units="cm"/>
      <inkml:brushProperty name="height" value="0.1" units="cm"/>
      <inkml:brushProperty name="color" value="#004F8B"/>
    </inkml:brush>
  </inkml:definitions>
  <inkml:trace contextRef="#ctx0" brushRef="#br0">69 8 952,'-7'-1'32,"-27"-4"3729,33 4-3562,-1 1 1,1 0-1,0 0 1,0 0-1,0 0 1,0 0-1,-1 0 0,1 0 1,0 0-1,0 0 1,0 1-1,0-1 1,0 0-1,0 1 1,0-1-1,0 1 0,0-1 1,0 1-1,0 0 1,0-1-1,-2 2 1,3-1-150,0 0 1,-1 1-1,1-1 1,0 0 0,0 0-1,-1 0 1,1 0-1,0 1 1,0-1-1,0 0 1,1 0 0,-1 0-1,0 0 1,0 1-1,1-1 1,-1 0-1,0 0 1,1 0 0,-1 0-1,1 0 1,-1 0-1,1 0 1,1 1 0,26 29 382,3-3-371,-23-22 2,-1 1 288,4 0-240,20 11-41,13 5 445,-32-19-470,41 23 472,7 5-259,-1 0-60,-2 3-87,86 70 358,-113-82-428,60 38 230,-50-36-214,1-2 0,1-2 0,76 27 0,7-8 83,-71-25-120,0 3-1,-2 2 1,56 30 0,39 30 1,163 97-4,-127-53-10,-132-93-5,1-2 1,2-2-1,68 23 1,48 23 8,-140-58-10,-1 2 0,-1 0 0,40 33-1,156 121 69,-217-166-68,-3-2 2,-1 0 1,1-1-1,0 1 1,0-1-1,0 0 1,1 0-1,-1 0 1,8 1-1,-11-3 11,18 9 162,19 9-156,-1 1 0,0 1-1,-2 2 1,45 36-1,38 28 106,-79-58-91,56 32 0,-60-39-21,46 22 5,-57-32-17,-1 1 1,0 1-1,-1 1 0,25 21 0,-25-14 3,-1 1-1,-1 1 0,29 44 1,-1-2 529,-47-65-1112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09:57.447"/>
    </inkml:context>
    <inkml:brush xml:id="br0">
      <inkml:brushProperty name="width" value="0.1" units="cm"/>
      <inkml:brushProperty name="height" value="0.1" units="cm"/>
      <inkml:brushProperty name="color" value="#004F8B"/>
    </inkml:brush>
  </inkml:definitions>
  <inkml:trace contextRef="#ctx0" brushRef="#br0">51 70 1304,'10'-7'6412,"9"-6"-3276,-19 16-3095,0 1 0,-1-1 0,1 0 0,-1 0 0,1 0 0,-1 1 0,0-1 0,0 0 0,0 0 0,-1 0 0,1 0 0,-3 3 0,-9 19 154,1 8 73,2 0-1,1 1 1,2 0 0,1 0 0,-3 49 0,9-72-303,0-9 321,1-9 1230,4-123-1261,2-32-229,-6 159-18,0 0 1,0 0-1,0 1 0,0-1 0,0 1 1,1-1-1,0 1 0,-1-1 0,1 1 0,0 0 1,0-1-1,0 1 0,4-3 0,28-19 6,-30 21-7,2-1 6,0 0 26,4 3-23,-1-2-15,-6 2-5,0-1-1,1 1 1,-1 0-1,0 1 1,1-1-1,-1 1 1,1-1-1,-1 1 1,6 1-1,17-1-27,-1 1 0,1 1 0,-1 2 0,43 11 0,-43-9-85,1 0-1,-1-2 0,41 2 0,-33-4-1243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5.627"/>
    </inkml:context>
    <inkml:brush xml:id="br0">
      <inkml:brushProperty name="width" value="0.05" units="cm"/>
      <inkml:brushProperty name="height" value="0.05" units="cm"/>
    </inkml:brush>
  </inkml:definitions>
  <inkml:trace contextRef="#ctx0" brushRef="#br0">0 1 1680,'6'1'7994,"4"2"-4483,0 88-1934,-10-50-1210,1 84 894,1-43-3868,-2-66 122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6.190"/>
    </inkml:context>
    <inkml:brush xml:id="br0">
      <inkml:brushProperty name="width" value="0.05" units="cm"/>
      <inkml:brushProperty name="height" value="0.05" units="cm"/>
    </inkml:brush>
  </inkml:definitions>
  <inkml:trace contextRef="#ctx0" brushRef="#br0">1 1 2184,'0'0'7030,"1"1"-6792,0-1 0,0 1 0,0 0 0,-1 0 0,1 0 0,0 0 0,-1 0-1,1 0 1,0 0 0,-1 0 0,1 0 0,-1 0 0,0 0 0,1 1 0,-1-1 0,1 2 0,4 25 236,0 1 1,-2 0-1,-2 0 1,-1 31-1,6 75-2087,-3-118-177,1-1-612</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5.981"/>
    </inkml:context>
    <inkml:brush xml:id="br0">
      <inkml:brushProperty name="width" value="0.05" units="cm"/>
      <inkml:brushProperty name="height" value="0.05" units="cm"/>
    </inkml:brush>
  </inkml:definitions>
  <inkml:trace contextRef="#ctx0" brushRef="#br0">539 45 3137,'0'0'3889,"-14"-8"1554,-15 2-4932,0 2 0,0 0-1,0 2 1,-48 3 0,-19-2-403,50-1-204,-54-4-268,33-2-3106,45 4 167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6.550"/>
    </inkml:context>
    <inkml:brush xml:id="br0">
      <inkml:brushProperty name="width" value="0.05" units="cm"/>
      <inkml:brushProperty name="height" value="0.05" units="cm"/>
    </inkml:brush>
  </inkml:definitions>
  <inkml:trace contextRef="#ctx0" brushRef="#br0">279 8 3113,'-2'0'6026,"-16"-1"-4136,-72-5 242,-34 11-2100,90-3-2276,24-1-639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9.103"/>
    </inkml:context>
    <inkml:brush xml:id="br0">
      <inkml:brushProperty name="width" value="0.05" units="cm"/>
      <inkml:brushProperty name="height" value="0.05" units="cm"/>
    </inkml:brush>
  </inkml:definitions>
  <inkml:trace contextRef="#ctx0" brushRef="#br0">386 62 1448,'-1'-3'4997,"3"-15"-2075,1 9-2628,3-22 4740,-23 44-4127,-184 97 303,189-103-1161,0 1 1,1 0 0,0 0 0,1 1-1,0 0 1,0 1 0,-8 11 0,-7 11-30,-23 37 0,46-65-45,1-3 33,0 0 0,0 0 0,0 1 0,1-1 0,-1 0 0,0 1 0,1-1 0,-1 1 0,1-1 1,-1 1-1,1-1 0,0 3 0,0-2 7,0-1 0,1 1-1,0-1 1,-1 0 0,1 1 0,0-1 0,0 0 0,0 1 0,0-1 0,0 0 0,0 0 0,0 0 0,0 0 0,0 0-1,0 0 1,1 0 0,-1 0 0,2 0 0,24 19 12,39 34 1,-24 1 13,-10-30-199,-21-19 36,-9-4-75,-1-1 1,1 1-1,1-1 0,-1 1 1,0-1-1,0 0 0,0 0 1,1 0-1,4 1 0,2 1-771,11 6-3060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9.758"/>
    </inkml:context>
    <inkml:brush xml:id="br0">
      <inkml:brushProperty name="width" value="0.05" units="cm"/>
      <inkml:brushProperty name="height" value="0.05" units="cm"/>
    </inkml:brush>
  </inkml:definitions>
  <inkml:trace contextRef="#ctx0" brushRef="#br0">1 0 3857,'0'0'631,"11"0"5353,42 0-5387,207 7 1864,-177-8-3515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0.131"/>
    </inkml:context>
    <inkml:brush xml:id="br0">
      <inkml:brushProperty name="width" value="0.05" units="cm"/>
      <inkml:brushProperty name="height" value="0.05" units="cm"/>
    </inkml:brush>
  </inkml:definitions>
  <inkml:trace contextRef="#ctx0" brushRef="#br0">48 0 2833,'0'0'825,"-3"15"3799,-42 285-133,45-291-4788,0-1-368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0.942"/>
    </inkml:context>
    <inkml:brush xml:id="br0">
      <inkml:brushProperty name="width" value="0.05" units="cm"/>
      <inkml:brushProperty name="height" value="0.05" units="cm"/>
    </inkml:brush>
  </inkml:definitions>
  <inkml:trace contextRef="#ctx0" brushRef="#br0">1 1 3353,'0'0'8672,"1"17"-6577,5 71-1373,-7-52-424,1 0 0,3-1 0,0 1 0,13 49-1,-13-53-526,-4-21-4055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1.521"/>
    </inkml:context>
    <inkml:brush xml:id="br0">
      <inkml:brushProperty name="width" value="0.05" units="cm"/>
      <inkml:brushProperty name="height" value="0.05" units="cm"/>
    </inkml:brush>
  </inkml:definitions>
  <inkml:trace contextRef="#ctx0" brushRef="#br0">1 11 4129,'0'0'2578,"11"-3"1672,2 0-3717,-1 1 0,1 1 0,-1 0 0,23 0 0,-29 3-448,-1-1 1,0 0 0,0 1 0,0 0 0,0 0-1,0 1 1,0-1 0,0 1 0,-1 0 0,1 1-1,-1-1 1,7 7 0,2 5 96,0 0 1,12 20-1,2 1 71,-20-27-329,34 33 594,-39-39-633,1-1 0,0 0-1,0 0 1,0 0 0,0 0-1,0-1 1,0 1 0,1-1 0,-1 0-1,0 0 1,1 0 0,-1-1-1,1 1 1,3 0 0,0-3-2068,-2-2-962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1.814"/>
    </inkml:context>
    <inkml:brush xml:id="br0">
      <inkml:brushProperty name="width" value="0.05" units="cm"/>
      <inkml:brushProperty name="height" value="0.05" units="cm"/>
    </inkml:brush>
  </inkml:definitions>
  <inkml:trace contextRef="#ctx0" brushRef="#br0">326 1 3097,'0'0'2288,"-2"1"-1040,1 0-111,-33 29-241,23-16-120,-6 8-240,0 4-120,-3 5-128,-4-2-16,-3 4-24,0-1-8,-5-2-24,5-1-47,-2-5-57,2-2-24,11-6-32,2 0-432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6.560"/>
    </inkml:context>
    <inkml:brush xml:id="br0">
      <inkml:brushProperty name="width" value="0.05" units="cm"/>
      <inkml:brushProperty name="height" value="0.05" units="cm"/>
    </inkml:brush>
  </inkml:definitions>
  <inkml:trace contextRef="#ctx0" brushRef="#br0">2 1 2449,'5'17'1375,"-1"1"1,0-1 0,-1 1-1,-1 0 1,0 29-1,-13 86 553,2-53-2274,7-64-1296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4.398"/>
    </inkml:context>
    <inkml:brush xml:id="br0">
      <inkml:brushProperty name="width" value="0.05" units="cm"/>
      <inkml:brushProperty name="height" value="0.05" units="cm"/>
    </inkml:brush>
  </inkml:definitions>
  <inkml:trace contextRef="#ctx0" brushRef="#br0">75 73 696,'0'0'368,"-3"-4"2134,-6-12-2445,-8 3 66,15 11 173,0 1 0,0 0 1,0-1-1,0 1 0,0-1 0,0 0 0,1 1 0,-1-1 1,0 0-1,1 0 0,0 0 0,-2-3 0,3 4-62,-1 0-1,1 0 1,0 0-1,-1 0 1,1 0-1,-1 0 1,1 1-1,-1-1 1,0 0-1,1 0 0,-1 0 1,0 1-1,0-1 1,1 0-1,-1 1 1,0-1-1,-1 0 1,2 1-149,-1 0 1,1 1-1,-1-1 1,1 0 0,0 0-1,-1 0 1,1 1-1,0-1 1,-1 0-1,1 1 1,0-1-1,0 0 1,-1 0-1,1 1 1,0-1 0,0 0-1,-1 1 1,1-1-1,0 1 1,0-1-1,0 0 1,0 1-1,0-1 1,0 1 0,0-1-1,-1 0 1,1 1-1,-3 43 675,5 13-860,-2-56-1278,1 2-952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5.034"/>
    </inkml:context>
    <inkml:brush xml:id="br0">
      <inkml:brushProperty name="width" value="0.05" units="cm"/>
      <inkml:brushProperty name="height" value="0.05" units="cm"/>
    </inkml:brush>
  </inkml:definitions>
  <inkml:trace contextRef="#ctx0" brushRef="#br0">28 1 1920,'0'0'9840,"-3"15"-7798,-16 79-769,15-66-1230,3-24-152,1 0-1,0 0 1,-1 0 0,1 0 0,0 0 0,1-1-1,0 7 1,2 8-1927,1 20-1410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8.199"/>
    </inkml:context>
    <inkml:brush xml:id="br0">
      <inkml:brushProperty name="width" value="0.05" units="cm"/>
      <inkml:brushProperty name="height" value="0.05" units="cm"/>
    </inkml:brush>
  </inkml:definitions>
  <inkml:trace contextRef="#ctx0" brushRef="#br0">290 98 2272,'1'-21'2505,"0"1"0,6-27 0,-7 46-2112,0-2 689,0-2-609,-11 7 109,4 3-474,0 0 0,0 1-1,1 0 1,0 0-1,0 0 1,1 1 0,0 0-1,0 0 1,0 0-1,1 1 1,0 0 0,-5 14-1,-8 17 167,1 3 37,-2-2 0,-2 0 0,-1-1 0,-40 53 0,51-79-176,-1 0 0,2 1 0,0 0 1,-10 21-1,19-34 894,8-10-718,15-20-264,2-1-13,-1 0 0,-2-2 0,-1 0 0,17-36 0,-26 38-19,8-36 0,-14 45-24,0 0 0,2 0 0,0 0 0,16-28-1,-22 46 17,2-1-588,7 16 250,44 88 388,-39-66 22,2-1 0,2 0-1,0-1 1,32 35 0,-27-42 1,1-1 1,2-1 0,39 26-1,-61-47-186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19.865"/>
    </inkml:context>
    <inkml:brush xml:id="br0">
      <inkml:brushProperty name="width" value="0.05" units="cm"/>
      <inkml:brushProperty name="height" value="0.05" units="cm"/>
    </inkml:brush>
  </inkml:definitions>
  <inkml:trace contextRef="#ctx0" brushRef="#br0">89 17 2761,'-89'-8'8059,"184"19"-7006,50-21-886,-3 1 218,-141 9-346,1 1-520,-2 1-564</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0.316"/>
    </inkml:context>
    <inkml:brush xml:id="br0">
      <inkml:brushProperty name="width" value="0.05" units="cm"/>
      <inkml:brushProperty name="height" value="0.05" units="cm"/>
    </inkml:brush>
  </inkml:definitions>
  <inkml:trace contextRef="#ctx0" brushRef="#br0">22 0 3337,'0'0'4149,"-1"15"-2261,-16 323 1189,13-308-3135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0.877"/>
    </inkml:context>
    <inkml:brush xml:id="br0">
      <inkml:brushProperty name="width" value="0.05" units="cm"/>
      <inkml:brushProperty name="height" value="0.05" units="cm"/>
    </inkml:brush>
  </inkml:definitions>
  <inkml:trace contextRef="#ctx0" brushRef="#br0">1 2 1992,'2'-1'7126,"2"9"-6223,-1 14-560,-1 1 0,-1 0 0,-1 22 0,1 34 361,8-6 745,-9-73-1244,1 0-856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1.315"/>
    </inkml:context>
    <inkml:brush xml:id="br0">
      <inkml:brushProperty name="width" value="0.05" units="cm"/>
      <inkml:brushProperty name="height" value="0.05" units="cm"/>
    </inkml:brush>
  </inkml:definitions>
  <inkml:trace contextRef="#ctx0" brushRef="#br0">1 0 2993,'0'0'3950,"19"5"-768,-13-3-3146,0 1-1,-1 0 1,1 0 0,-1 0-1,0 1 1,0 0 0,0 0 0,0 0-1,-1 0 1,1 1 0,-1 0-1,0 0 1,4 7 0,9 20 79,-10-18-31,1 0-1,0 0 1,1 0-1,1-1 1,0 0 0,20 18-1,-29-29-265,0-1 0,1 0 0,-1 0 0,1 0 0,0-1 0,-1 1 0,1 0 0,0-1 0,-1 1 0,1-1 0,3 1 0,9 0-2486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1.660"/>
    </inkml:context>
    <inkml:brush xml:id="br0">
      <inkml:brushProperty name="width" value="0.05" units="cm"/>
      <inkml:brushProperty name="height" value="0.05" units="cm"/>
    </inkml:brush>
  </inkml:definitions>
  <inkml:trace contextRef="#ctx0" brushRef="#br0">283 0 2104,'0'0'3756,"-9"4"-1201,2 1-2313,0 0-1,0 1 1,0 0-1,1 0 1,-1 0-1,2 1 1,-1 0-1,1 0 1,0 1-1,-7 14 1,-67 166 1245,12-25-334,35-77-485,11-27-18,20-58-487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2.799"/>
    </inkml:context>
    <inkml:brush xml:id="br0">
      <inkml:brushProperty name="width" value="0.05" units="cm"/>
      <inkml:brushProperty name="height" value="0.05" units="cm"/>
    </inkml:brush>
  </inkml:definitions>
  <inkml:trace contextRef="#ctx0" brushRef="#br0">12 14 1704,'0'0'666,"-8"1"3710,5-2-3631,4 0 338,16-3-1045,0 1 0,1 0 1,-1 1-1,0 1 0,1 1 0,22 3 0,6-2-6,126 0 926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3.204"/>
    </inkml:context>
    <inkml:brush xml:id="br0">
      <inkml:brushProperty name="width" value="0.05" units="cm"/>
      <inkml:brushProperty name="height" value="0.05" units="cm"/>
    </inkml:brush>
  </inkml:definitions>
  <inkml:trace contextRef="#ctx0" brushRef="#br0">29 1 2064,'0'0'641,"0"11"2754,-1 42-1451,1-16-1113,-2 0 0,-14 74 0,6-81-1095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3.794"/>
    </inkml:context>
    <inkml:brush xml:id="br0">
      <inkml:brushProperty name="width" value="0.05" units="cm"/>
      <inkml:brushProperty name="height" value="0.05" units="cm"/>
    </inkml:brush>
  </inkml:definitions>
  <inkml:trace contextRef="#ctx0" brushRef="#br0">15 0 2777,'0'0'2579,"0"16"-1082,-4 30-1064,-3 78 1022,7-87 1093,-1-51-1822,-1-74-501,6 14-305,-4 74 9</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3.086"/>
    </inkml:context>
    <inkml:brush xml:id="br0">
      <inkml:brushProperty name="width" value="0.05" units="cm"/>
      <inkml:brushProperty name="height" value="0.05" units="cm"/>
    </inkml:brush>
  </inkml:definitions>
  <inkml:trace contextRef="#ctx0" brushRef="#br0">120 7 1464,'0'0'2074,"-20"-1"2182,-77-5-3129,96 6-1441,-1 0-331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3.571"/>
    </inkml:context>
    <inkml:brush xml:id="br0">
      <inkml:brushProperty name="width" value="0.05" units="cm"/>
      <inkml:brushProperty name="height" value="0.05" units="cm"/>
    </inkml:brush>
  </inkml:definitions>
  <inkml:trace contextRef="#ctx0" brushRef="#br0">319 8 1808,'-2'0'4600,"-16"-1"-2941,-85-5 119,-73 6-2478,156 0-931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5.341"/>
    </inkml:context>
    <inkml:brush xml:id="br0">
      <inkml:brushProperty name="width" value="0.05" units="cm"/>
      <inkml:brushProperty name="height" value="0.05" units="cm"/>
    </inkml:brush>
  </inkml:definitions>
  <inkml:trace contextRef="#ctx0" brushRef="#br0">184 18 3513,'2'-3'7487,"-14"-1"-4175,-140-4-3822,130 6-665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07.685"/>
    </inkml:context>
    <inkml:brush xml:id="br0">
      <inkml:brushProperty name="width" value="0.05" units="cm"/>
      <inkml:brushProperty name="height" value="0.05" units="cm"/>
    </inkml:brush>
  </inkml:definitions>
  <inkml:trace contextRef="#ctx0" brushRef="#br0">16 18 1824,'0'0'2464,"-15"-6"5004,16 5-7430,0 0 0,0 0 0,1 0 0,-1 0 0,0 1 0,1-1 0,-1 1 0,1-1 0,-1 1 0,1-1 0,-1 1 0,1 0 0,-1-1 0,1 1 0,0 0 0,1 0 0,38-1 74,-24 1-61,40-1-600,-29 0-449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5.076"/>
    </inkml:context>
    <inkml:brush xml:id="br0">
      <inkml:brushProperty name="width" value="0.05" units="cm"/>
      <inkml:brushProperty name="height" value="0.05" units="cm"/>
    </inkml:brush>
  </inkml:definitions>
  <inkml:trace contextRef="#ctx0" brushRef="#br0">224 3 2280,'0'0'3637,"-1"0"-3480,1 0 0,-1-1 0,0 1 0,1 0 0,-1-1 0,0 1 0,0 0 0,1 0 0,-1-1 0,0 1 0,0 0 0,1 0 0,-1 0 0,0 0 0,0 0 0,0 0 0,1 0 0,-1 1 0,0-1 0,0 0 0,1 0 0,-1 1 0,0-1 0,0 0 0,0 1 0,-31 10 52,24-9 63,6 0-127,-4 5-16,-7 10 31,0-1 0,1 2 0,1 0-1,1 0 1,-12 30 0,8-13 27,2 1 0,-10 52 1,15-55-59,1-9-59,1-1-1,1 1 0,1 0 0,2 0 0,0 26 0,3-41-33,0 0 0,1 0-1,0 0 1,0-1 0,0 0 0,1 1 0,1-1 0,-1-1 0,1 1 0,1-1 0,-1 1 0,1-2 0,10 10 0,-15-15 78,4 6-15,-4-5-847</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26.138"/>
    </inkml:context>
    <inkml:brush xml:id="br0">
      <inkml:brushProperty name="width" value="0.05" units="cm"/>
      <inkml:brushProperty name="height" value="0.05" units="cm"/>
    </inkml:brush>
  </inkml:definitions>
  <inkml:trace contextRef="#ctx0" brushRef="#br0">134 52 2929,'-3'-1'4181,"-15"15"-2917,16-11-1240,-2 1 30,-1 0 1,2 1-1,-1-1 0,0 1 1,1 0-1,0 1 0,0-1 1,1 0-1,0 1 1,0-1-1,0 1 0,-2 8 1,1 9 120,2-1 1,0 1 0,1 0-1,4 35 1,-2-47-123,0 0 0,0 0-1,1 0 1,0 0 0,1 0 0,1-1 0,-1 0 0,2 0-1,-1 0 1,1 0 0,9 10 0,-13-18-17,0 1 0,1-1 0,-1 0 0,0 0 0,1 0 0,0 0 0,-1 0 0,1 0 0,0-1 0,0 1 0,0-1 0,0 0 0,0 0 0,0 0 0,0 0 0,0-1 0,1 1 0,-1-1 0,0 0 0,5 0 0,-3-1 3,0 0 0,0 0 0,0-1 0,0 1 0,-1-1 0,1 0 0,0-1 0,-1 1 0,1-1 0,-1 0 0,7-6 0,0-2 30,0-1 0,0 0 0,-1 0 0,0-1 0,-1 0 0,-1-1 0,10-19 0,-15 24-69,0-1 0,0 1 0,0 0 0,-1-1 0,-1 1 0,0-1 0,0 1 0,-1-1 0,0 1 0,-1-1 0,0 0 0,0 1 0,-1-1 0,0 1 0,-1 0 0,0 0 0,0 0 0,-1 0 0,0 0 0,-1 1 0,0-1 0,0 1 0,-1 0 0,0 1 0,0 0 0,-1 0 0,0 0 0,0 1 0,0-1 0,-1 2 0,0-1 0,0 1 0,-1 1 0,1-1 0,-1 1 0,0 1 0,0 0 0,-19-4 0,19 6-15,0 1-1,-1 0 1,1 0-1,0 1 1,0 0-1,0 1 1,0 0-1,0 1 1,0 0-1,0 0 1,1 1-1,-1 0 1,-7 5 0,12-7 14,1 0 0,0 0 0,0 1 0,0 0 0,0-1 0,0 1 1,0 0-1,1 0 0,-1 1 0,1-1 0,0 1 0,0-1 0,-3 7 1,5-7 0,-1 0 1,1 0 0,-1 0 0,1 1 0,0-1 0,0 0 0,0 0-1,1 0 1,-1 0 0,1 0 0,-1 0 0,1 0 0,0 0 0,0-1-1,1 1 1,-1 0 0,1 0 0,-1-1 0,1 1 0,2 3 0,1-1 29,0 1 0,-1 0 0,2-1 1,-1 0-1,1-1 0,-1 1 0,1-1 1,1 0-1,-1 0 0,0-1 0,1 0 0,0 0 1,0 0-1,11 2 0,2-1-19,-1-2-1,0 0 1,1-1 0,25-3-1,-10 0-808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34.830"/>
    </inkml:context>
    <inkml:brush xml:id="br0">
      <inkml:brushProperty name="width" value="0.1" units="cm"/>
      <inkml:brushProperty name="height" value="0.1" units="cm"/>
      <inkml:brushProperty name="color" value="#004F8B"/>
    </inkml:brush>
  </inkml:definitions>
  <inkml:trace contextRef="#ctx0" brushRef="#br0">12 69 1576,'0'-20'5523,"1"8"-5286,0-4-46,0-4 3502,0 30-3108,2 29-158,-1 0 0,-1 0 0,-7 48 1,-1-50-244,4-25-194,1 0 0,-2 25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35.659"/>
    </inkml:context>
    <inkml:brush xml:id="br0">
      <inkml:brushProperty name="width" value="0.1" units="cm"/>
      <inkml:brushProperty name="height" value="0.1" units="cm"/>
      <inkml:brushProperty name="color" value="#004F8B"/>
    </inkml:brush>
  </inkml:definitions>
  <inkml:trace contextRef="#ctx0" brushRef="#br0">1 143 2160,'0'0'1633,"21"-1"3900,62 2-3934,17-1-472,-91 0-1064,0-1 0,0-1 0,0 0 0,0 0 0,0 0 1,-1-1-1,1-1 0,11-6 0,-18 9-45,0-1 0,0 1 0,0-1-1,0 0 1,0 0 0,0 0 0,-1 0 0,1 0 0,-1 0 0,0-1-1,1 1 1,-1 0 0,0-1 0,0 1 0,-1-1 0,1 1-1,1-6 1,0-47 31,-3 37-118,1 18 37,0 15-198,-4 88 851,4-96-578,2 26 21,1-5 121,2 14-478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36.833"/>
    </inkml:context>
    <inkml:brush xml:id="br0">
      <inkml:brushProperty name="width" value="0.1" units="cm"/>
      <inkml:brushProperty name="height" value="0.1" units="cm"/>
      <inkml:brushProperty name="color" value="#004F8B"/>
    </inkml:brush>
  </inkml:definitions>
  <inkml:trace contextRef="#ctx0" brushRef="#br0">211 40 1520,'-1'-3'213,"-1"1"0,1-1 0,0 1 0,-1 0 0,1-1 0,-1 1 0,0 0 0,0 0 0,1 0 0,-2 0 0,1 0 0,0 1 0,0-1 0,0 1 0,-1-1 0,1 1 0,-1 0 0,-3-1 1,4 1-90,-1 1 0,0 0 0,0 0 0,1 0 0,-1 0 1,0 1-1,0-1 0,1 1 0,-1 0 0,1 0 1,-1 0-1,0 0 0,1 0 0,-1 0 0,1 1 0,0-1 1,0 1-1,-4 3 0,-4 3 123,1 1 1,-1 0-1,2 1 1,0 0-1,0 1 0,1-1 1,0 1-1,0 1 1,1-1-1,1 1 1,0 0-1,-4 18 0,3-6-54,1 1-1,1 0 1,1-1 0,2 1-1,1 39 1,2-44-143,1-1 0,1 1 0,0 0 0,2-1 0,11 29 0,51 88 479,-61-122-456,1-1 0,1 0-1,0-1 1,0 0 0,1-1-1,13 11 1,-15-15-4,0-1 0,1 0 0,-1-1 0,1 1-1,1-2 1,-1 0 0,1 0 0,-1 0 0,20 3 0,-12-3 43,1-1 1,0-1 0,0-1 0,1 0-1,-1-1 1,0-1 0,0-1 0,0-1-1,0 0 1,26-9 0,-34 8-73,1 0 0,-1-1 0,0 0-1,0-1 1,-1 0 0,1 0 0,-1-1 0,-1 0 0,1-1 0,-1 0 0,-1 0 0,1-1 0,-2 0 0,1 0 0,-1-1 0,0 0 0,8-19 0,-8 9-3,0 1 0,-1-1 0,-1 0 1,0-1-1,-2 1 0,0 0 0,-2-1 0,0 1 1,-1-1-1,-1 1 0,-1 0 0,-8-29 0,5 26-32,-2 0-1,0 0 0,-1 1 1,-1 0-1,-2 1 0,0 0 0,-1 1 1,-1 0-1,0 1 0,-24-23 1,29 33-75,-1 0 0,-1 1 1,1 1-1,-1-1 0,-1 2 1,1-1-1,-1 2 0,0-1 1,0 2-1,-1 0 0,0 0 1,1 1-1,-1 0 0,0 1 1,0 1-1,-1 0 0,1 1 1,0 1-1,0-1 0,0 2 1,0 0-1,0 1 1,0 0-1,1 1 0,-15 6 1,-7 8-1997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40.656"/>
    </inkml:context>
    <inkml:brush xml:id="br0">
      <inkml:brushProperty name="width" value="0.1" units="cm"/>
      <inkml:brushProperty name="height" value="0.1" units="cm"/>
      <inkml:brushProperty name="color" value="#004F8B"/>
    </inkml:brush>
  </inkml:definitions>
  <inkml:trace contextRef="#ctx0" brushRef="#br0">55 2 432,'4'-2'6428,"-4"2"-6379,-1 0 0,1 0 0,-1 0 0,1 0 0,-1 0 0,1 1 0,-1-1 0,1 0 0,-1 0 0,1 0 0,0 1 0,-1-1 0,1 0 0,-1 0 0,1 1 0,0-1 0,-1 0 0,1 1 0,0-1-1,-1 0 1,1 1 0,0-1 0,0 0 0,-1 1 0,1-1 0,0 1 0,0-1 0,0 1 0,-1 0 0,-8 14 305,-15 17-216,17-19 234,7-2-276,-7 94 609,12-85-595,5 4-69,-8-14-40,-2-6 3,1 0 1,0-1-1,-1 1 0,1-1 0,1 1 0,-1-1 0,2 4 1,1-2 33,0-1 0,0 0 0,0 0 1,1 0-1,-1 0 0,1-1 1,0 1-1,0-1 0,7 3 1,-6-3-25,-1 1 42,3-2 29,0-4-66,10-1-1,-5 2 17,-1-1 0,1 0 0,-1-1-1,16-5 1,-24 6 40,14-15 218,9-17-229,-24 30-14,1-4 25,-5 0-57,-2-35 15,-6 26-33,3 8-2,4 4 1,-1 1-1,1 0 0,-1 0 0,0 1 0,0-1 0,-4-3 0,5 4-1,-1 1 0,1-1 0,-1 1 0,0 0 0,0 0 0,1 0 0,-1 0 0,-1 0-1,1 1 1,-5-2 0,-12-6-11,7 3 2,4 1 2,-1 0-1,1 1 0,-1 0 0,0 0 0,0 1 0,0 0 1,-17-1-1,12 10-176,11 1-88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41.668"/>
    </inkml:context>
    <inkml:brush xml:id="br0">
      <inkml:brushProperty name="width" value="0.1" units="cm"/>
      <inkml:brushProperty name="height" value="0.1" units="cm"/>
      <inkml:brushProperty name="color" value="#004F8B"/>
    </inkml:brush>
  </inkml:definitions>
  <inkml:trace contextRef="#ctx0" brushRef="#br0">261 5 1624,'0'0'648,"-19"0"3780,10-2-4287,6 1-67,0 1 0,0-1 0,0 1 0,0 0 0,0 0 0,1 0 0,-1 0 0,0 0 0,0 1 0,0-1 0,0 1 1,0 0-1,-3 1 0,-6 1 129,0 2 0,0-1 1,1 1-1,-1 1 0,1 0 0,0 1 1,1 0-1,-12 10 0,15-11-121,1 0-1,0 1 0,0 0 0,1 0 1,0 0-1,0 0 0,1 1 0,0 0 1,0 0-1,1 0 0,0 0 0,0 1 1,-2 13-1,1 7-47,0 0 0,2 1 1,2 35-1,1-49-22,1-1 1,0 0 0,1 0-1,0 0 1,1 0-1,1 0 1,13 27-1,-10-30 20,0-1-1,0 0 1,1-1-1,1 0 0,0 0 1,0-1-1,1-1 1,0 1-1,0-2 1,1 1-1,0-2 0,1 0 1,-1 0-1,1-1 1,22 6-1,-22-9 83,0 1 0,0-2 0,0 0 1,0-1-1,1 0 0,-1 0 0,0-2 0,0 0 0,0 0 0,19-7 0,-15 3-17,0 0-1,0-1 0,0-1 1,-1-1-1,0 0 1,28-22-1,-37 24-62,0-1-1,0 1 1,-1-1 0,0 0 0,-1 0-1,0-1 1,0 1 0,-1-1 0,0 0-1,0-1 1,-1 1 0,0-1 0,-1 1-1,2-20 1,-2 15-24,-1 0 0,-1 0 0,0 0 0,-1 0 0,0 1 0,-1-1 1,-1 0-1,0 0 0,-10-25 0,8 29-11,-1 0 1,1 0-1,-1 0 0,-1 1 1,0-1-1,0 2 1,-1-1-1,0 1 1,-1 0-1,1 1 1,-2 0-1,1 0 0,-1 1 1,1 0-1,-2 1 1,-18-7-1,9 5-58,0 2-1,-1 0 1,0 1-1,0 2 0,0 0 1,0 1-1,-1 0 1,-23 4-1,15 1-1017</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44.365"/>
    </inkml:context>
    <inkml:brush xml:id="br0">
      <inkml:brushProperty name="width" value="0.1" units="cm"/>
      <inkml:brushProperty name="height" value="0.1" units="cm"/>
      <inkml:brushProperty name="color" value="#004F8B"/>
    </inkml:brush>
  </inkml:definitions>
  <inkml:trace contextRef="#ctx0" brushRef="#br0">139 39 968,'0'0'243,"-6"-28"3783,6 27-3763,-4 0 583,-8 9-229,6-5-540,1 1 0,0 0 0,0 0 0,1 0 0,-1 1 0,1-1 0,0 1 0,0 0 0,0 1 0,1-1 1,0 1-1,0-1 0,-4 13 0,-46 199 963,52-210-4,14-21-536,0-11-442,-1 0-1,-1-1 1,-1 0 0,7-29-1,-11 32-58,-4 11-21,0 1-1,1 0 1,0 0-1,1 0 1,0 1 0,1-1-1,0 1 1,0 0-1,13-16 1,-17 25-70,1 0-4,5 13 189,25 60 47,-19-38-38,2 0-1,2-2 0,21 33 1,-25-47-18,28 44 964,-58-64-969,0-1 0,1-1 0,-1 0-1,1-1 1,-30-14 0,24 10-1018,0 1-1,-34-8 0,44 14-496,1-1-413</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45.307"/>
    </inkml:context>
    <inkml:brush xml:id="br0">
      <inkml:brushProperty name="width" value="0.1" units="cm"/>
      <inkml:brushProperty name="height" value="0.1" units="cm"/>
      <inkml:brushProperty name="color" value="#004F8B"/>
    </inkml:brush>
  </inkml:definitions>
  <inkml:trace contextRef="#ctx0" brushRef="#br0">415 30 2689,'-2'-3'207,"-1"0"0,0 1 0,0-1 0,0 1 1,0 0-1,0 0 0,0 0 0,-1 0 1,1 1-1,-1-1 0,1 1 0,-1 0 1,0 0-1,1 0 0,-1 0 0,0 1 0,0 0 1,0 0-1,1 0 0,-6 0 0,-11 2 244,1 1-1,-33 8 1,36-7-92,7-2-217,1 0 1,-1 1-1,1 0 0,-1 1 1,1-1-1,1 2 0,-1-1 0,0 1 1,1 0-1,0 1 0,-8 7 1,6-3-4,1 1 0,-1 0 1,2 0-1,-1 1 1,2 0-1,-9 20 0,-3 10 142,-16 58-1,30-87-261,1 0 1,0 1-1,1-1 1,0 1-1,2 0 1,-1-1 0,2 1-1,3 26 1,-1-30-3,1 0 1,-1 0 0,2 0 0,0 0 0,0-1 0,0 0 0,1 0-1,1 0 1,-1-1 0,1 0 0,1 0 0,-1-1 0,2 0-1,-1 0 1,1-1 0,-1 0 0,2 0 0,16 7 0,-9-5 44,1-1 0,0-1 0,1 0 0,-1-1 0,1-1 0,0-1 0,0-1 1,0 0-1,30-2 0,-25-1 7,-1-2 0,0-1 0,0 0 0,0-2 1,-1 0-1,23-10 0,-39 13-34,1 0 1,-1 0-1,0 0 1,0-1 0,0 0-1,0 0 1,-1 0-1,0-1 1,0 0-1,0 0 1,0 0-1,-1 0 1,0-1-1,0 0 1,0 0-1,-1 0 1,1 0-1,-2-1 1,1 1-1,-1-1 1,0 0 0,0 0-1,-1 1 1,1-10-1,-1-22 41,-2 1-1,-2-1 1,-1 1-1,-2 0 1,-13-42 0,17 70-59,-1 0 1,0 0 0,-1 0 0,0 0-1,0 0 1,-1 1 0,0 0 0,0 0-1,-13-14 1,14 18-26,-1 0 1,0 0-1,-1 0 0,1 1 0,-1-1 1,1 1-1,-1 1 0,0-1 0,0 1 0,0 0 1,0 0-1,-1 1 0,1 0 0,0 0 1,-12 0-1,-28 2-359,-5 6-849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8.320"/>
    </inkml:context>
    <inkml:brush xml:id="br0">
      <inkml:brushProperty name="width" value="0.05" units="cm"/>
      <inkml:brushProperty name="height" value="0.05" units="cm"/>
      <inkml:brushProperty name="color" value="#004F8B"/>
    </inkml:brush>
  </inkml:definitions>
  <inkml:trace contextRef="#ctx0" brushRef="#br0">55 0 3985,'0'0'3035,"-11"12"-353,3-1-2628,1 1 0,1-1-1,-7 16 1,12-24-15,-1 0-1,1 0 1,0 0 0,-1 1-1,2-1 1,-1 0 0,0 1-1,1-1 1,-1 1 0,1-1-1,0 0 1,0 1 0,0-1-1,1 1 1,-1-1 0,1 1-1,0-1 1,0 0 0,0 0-1,0 1 1,3 3 0,-3-6-4,0 1 0,0-1 0,0 0 0,0 0 0,0 0 0,0 0 0,0 0 0,0-1 0,0 1 1,1 0-1,-1 0 0,0-1 0,1 1 0,-1-1 0,0 1 0,1-1 0,-1 1 0,1-1 0,-1 0 0,1 0 0,-1 0 1,0 0-1,1 0 0,-1 0 0,1 0 0,-1 0 0,1-1 0,-1 1 0,1-1 0,-1 1 0,0-1 0,1 1 1,-1-1-1,0 0 0,0 1 0,1-1 0,-1 0 0,0 0 0,0 0 0,0 0 0,1-1 0,1-1 6,0 0-1,-1 0 1,1-1-1,-1 1 0,0-1 1,1 1-1,-2-1 0,1 0 1,0 1-1,-1-1 1,0 0-1,0 0 0,1-6 1,-3-12-389,1 20-861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5.654"/>
    </inkml:context>
    <inkml:brush xml:id="br0">
      <inkml:brushProperty name="width" value="0.05" units="cm"/>
      <inkml:brushProperty name="height" value="0.05" units="cm"/>
      <inkml:brushProperty name="color" value="#004F8B"/>
    </inkml:brush>
  </inkml:definitions>
  <inkml:trace contextRef="#ctx0" brushRef="#br0">0 1 1600,'0'0'6231,"4"13"-5451,6 13-712,-3-5 125,0 0-1,2-1 1,0 0-1,17 25 1,108 118 507,-117-146-534,0-1 0,1-1-1,31 20 1,21 17-42,-40-29 1,1-1 0,46 25 0,-18-12-33,-40-24-68,0-1 0,0-2 0,1 0 1,28 8-1,86 14 142,-113-26-144,226 44 130,-162-33-39,0-4 1,92 0-1,69 8 237,77 6-103,-59-8-53,113 5 52,-66-6-157,-33-2-102,69 7 906,-308-20-540,-38-1-228,0 0-242,-1 0 0,0-1 0,1 1 0,-1 0 0,0-1 0,1 1 0,-1-1 0,0 1 0,1 0 0,-1-1 0,0 1 0,1-1 0,-1 1 0,0-1 0,0 1 0,0-1 1,0 1-1,0-1 0,1 1 0,-1-1 0,0 1 0,0-1 0,0 1 0,0-1 0,-1 0 0,1 1 0,0-1 0,0 1 0,0-1 0,0 1 0,-1-1 0,0-38-207,1 39 311,-4-5-236,-7-2 155,-20-17 25,29 23 185,0-1 0,0 1 0,0 0 1,-1 0-1,1 0 0,0 0 0,-1 0 0,1 1 0,-5-2 1,7 2-103,0 0 1,0 0 0,0 0-1,0 0 1,0 0 0,0 0-1,-1 0 1,1 0 0,0 0 0,0 0-1,0 0 1,0 0 0,0 0-1,0 0 1,-1 0 0,1 0-1,0 0 1,0 0 0,0 0 0,0 0-1,0 0 1,0 0 0,0 1-1,-1-1 1,1 0 0,0 0-1,0 0 1,0 0 0,0 0 0,0 0-1,0 0 1,0 0 0,0 0-1,0 1 1,-1-1 0,1 0-1,0 0 1,0 0 0,0 0 0,0 0-1,0 0 1,0 1 0,0-1-1,0 0 1,0 0 0,0 0 0,0 0-1,0 0 1,0 1 0,11 11 342,79 49-221,-88-60-133,8 7 38,-11 1-3,-2-1-24,-7 23 3,8-27 6,-3 5 77,-8-2-50,-20 16-18,29-20-18,0 0-1,0 0 1,0 0-1,0-1 0,0 0 1,0 0-1,-1 0 1,-5 2-1,-1-1-3,-48 26-365,52-25-828</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6.770"/>
    </inkml:context>
    <inkml:brush xml:id="br0">
      <inkml:brushProperty name="width" value="0.05" units="cm"/>
      <inkml:brushProperty name="height" value="0.05" units="cm"/>
      <inkml:brushProperty name="color" value="#004F8B"/>
    </inkml:brush>
  </inkml:definitions>
  <inkml:trace contextRef="#ctx0" brushRef="#br0">7 72 1936,'7'-21'1906,"-4"14"-778,-1 0 0,1 0-1,-2-1 1,3-13 0,-8 24-858,1 1-263,0 0-1,1 1 0,-1-1 1,1 1-1,0-1 0,1 1 0,-1 0 1,1-1-1,0 1 0,0 0 1,0 0-1,1 0 0,-1 0 1,2 7-1,0 19 121,4 33 0,-2-43-70,-3-16-27,0 0 0,1 0 1,-1 0-1,1 0 0,0 0 0,1 0 0,-1 0 1,1 0-1,0 0 0,0-1 0,1 1 1,0-1-1,-1 1 0,7 6 0,-2-6-1310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7.347"/>
    </inkml:context>
    <inkml:brush xml:id="br0">
      <inkml:brushProperty name="width" value="0.05" units="cm"/>
      <inkml:brushProperty name="height" value="0.05" units="cm"/>
      <inkml:brushProperty name="color" value="#004F8B"/>
    </inkml:brush>
  </inkml:definitions>
  <inkml:trace contextRef="#ctx0" brushRef="#br0">1 146 2673,'0'-1'306,"0"-1"0,0 1 0,0 0 0,0 0 0,0 0 0,1-1 0,-1 1 0,0 0 0,1 0 0,-1 0 0,1 0 0,0 0 0,-1 0 1,1 0-1,0 0 0,-1 0 0,3-2 0,-2 2-123,1 0 0,-1 0-1,1 0 1,-1 0 0,1 1 0,-1-1 0,1 0 0,-1 1 0,1-1-1,0 1 1,3-1 0,-3 1-158,1 0-1,-1 0 1,1 0 0,0 0 0,-1 0-1,1 1 1,-1-1 0,1 1 0,-1-1-1,1 1 1,-1 0 0,1 0-1,-1 0 1,0 1 0,0-1 0,1 1-1,1 1 1,99 94 209,-85-83-160,0 0-1,0-1 1,2-1-1,24 12 0,-36-21 30,0-1 0,0 1 1,0-2-1,1 1 0,-1-1 0,1 0 0,12-1 0,-20 0 325,3-13 260,-2-13-600,0-1 0,-1 1 0,-5-43 0,0 32-64,2 1 1,3-43-1,-1 76-104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7.875"/>
    </inkml:context>
    <inkml:brush xml:id="br0">
      <inkml:brushProperty name="width" value="0.05" units="cm"/>
      <inkml:brushProperty name="height" value="0.05" units="cm"/>
      <inkml:brushProperty name="color" value="#004F8B"/>
    </inkml:brush>
  </inkml:definitions>
  <inkml:trace contextRef="#ctx0" brushRef="#br0">40 12 4193,'-3'2'220,"0"1"1,1-1-1,-1 1 0,0 0 0,1 0 1,-1 0-1,1 0 0,0 1 1,0-1-1,0 0 0,1 1 1,-1 0-1,1-1 0,0 1 1,0 0-1,0 0 0,0 5 1,-1 11 114,0 0 0,2 23 0,0-28 4,0-13-301,0 0 0,0-1 0,0 1 0,0 0 0,0-1 1,0 1-1,0 0 0,1 0 0,-1-1 0,1 1 0,-1-1 0,1 1 0,0 0 0,-1-1 0,1 1 0,0-1 0,0 0 0,0 1 0,0-1 0,0 0 0,1 1 0,-1-1 0,0 0 0,0 0 0,1 0 0,-1 0 0,1 0 0,-1-1 0,1 1 0,-1 0 0,1-1 0,0 1 0,-1-1 0,1 1 0,0-1 0,-1 0 0,1 1 0,0-1 0,-1 0 0,1 0 0,0-1 0,0 1 0,-1 0 0,1 0 1,1-1-1,3-1 47,0 1 1,1-1-1,-2 0 1,1 0 0,0-1-1,0 0 1,-1 0-1,1 0 1,-1-1 0,0 0-1,6-5 1,-8 5-79,0 0-1,0 0 1,0-1-1,0 1 1,-1-1-1,0 1 1,0-1-1,0 0 1,0 0-1,-1 0 1,0 0 0,0 0-1,0 0 1,-1-1-1,1 1 1,-1 0-1,-1 0 1,1 0-1,-1 0 1,0-1 0,0 1-1,0 0 1,-1 0-1,1 0 1,-1 1-1,0-1 1,-1 0-1,1 1 1,-1-1 0,0 1-1,0 0 1,-1 0-1,1 0 1,-5-4-1,6 7-37,0 0 0,1-1-1,-1 1 1,0 0 0,0 0-1,0 1 1,0-1 0,0 0-1,0 1 1,0-1 0,0 1-1,0-1 1,0 1 0,0 0-1,-1 0 1,1 0 0,0 0-1,0 1 1,0-1 0,0 0-1,0 1 1,0-1 0,0 1-1,0 0 1,0 0 0,0 0-1,0 0 1,1 0-1,-1 0 1,0 0 0,1 1-1,-1-1 1,0 1 0,1-1-1,0 1 1,-1-1 0,1 1-1,0 0 1,-2 2 0,-4 7-879</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8.623"/>
    </inkml:context>
    <inkml:brush xml:id="br0">
      <inkml:brushProperty name="width" value="0.05" units="cm"/>
      <inkml:brushProperty name="height" value="0.05" units="cm"/>
      <inkml:brushProperty name="color" value="#004F8B"/>
    </inkml:brush>
  </inkml:definitions>
  <inkml:trace contextRef="#ctx0" brushRef="#br0">63 1 4401,'-8'143'5695,"2"-95"-6297,-2 1 1,-24 78-1,31-126-322,-3-32 149,3 25 938,0 1 1,0-1-1,1 0 1,-1 1-1,1-1 1,1-7-1,-1 10-42,1 0 0,-1 0 0,1 0 0,0 0 0,0 0-1,0 0 1,0 1 0,0-1 0,0 0 0,1 1 0,-1-1 0,1 1-1,0-1 1,0 1 0,4-4 0,-4 5-86,0 0 1,1 0-1,-1 0 1,0 0-1,1 1 0,-1-1 1,1 1-1,-1 0 1,1 0-1,-1 0 1,0 0-1,1 0 0,-1 0 1,1 1-1,-1-1 1,1 1-1,-1-1 0,0 1 1,5 2-1,20 7 81,1-1 0,50 8-1,-69-16-64,-1 0 0,0 0-1,1 0 1,-1-1-1,1-1 1,-1 1-1,1-1 1,-1-1-1,0 0 1,1 0 0,-1 0-1,0-1 1,0-1-1,8-3 1,-15 6-40,1-1 0,0 1-1,0 0 1,-1-1 0,1 0 0,-1 1 0,1-1 0,-1 0 0,0 1-1,0-1 1,0 0 0,0 0 0,0 0 0,0 0 0,0 0 0,0 0-1,-1 0 1,1-1 0,-1 1 0,0 0 0,0 0 0,1 0 0,-1 0 0,-1-1-1,1 1 1,0 0 0,0 0 0,-1 0 0,1 0 0,-1 0 0,0-1-1,0 1 1,0 0 0,0 1 0,0-1 0,0 0 0,0 0 0,-1 0 0,-1-2-1,0 1-41,1 0-1,-1 0 1,0 0-1,1 0 0,-2 0 1,1 0-1,0 1 0,0-1 1,-1 1-1,0 0 1,1 0-1,-1 1 0,0-1 1,0 1-1,0-1 0,0 1 1,0 0-1,0 1 1,0-1-1,-6 1 0,4 1 41,1 1-1,0-1 0,0 1 1,0 1-1,0-1 1,0 1-1,0 0 0,1 0 1,-1 0-1,1 0 0,0 1 1,0 0-1,0 0 0,1 0 1,-1 0-1,1 1 0,0-1 1,0 1-1,1 0 0,-1 0 1,-2 7-1,0 1 105,1-1-1,0 1 1,1-1-1,0 1 1,1 0 0,0 0-1,0 26 1,2-36-63,1-1 1,-1 0-1,0 1 1,1-1-1,0 0 0,-1 1 1,1-1-1,0 0 1,0 0-1,0 0 1,0 0-1,1 0 1,-1 0-1,1 0 1,-1 0-1,1 0 1,-1-1-1,1 1 1,0 0-1,0-1 1,0 0-1,0 1 0,0-1 1,0 0-1,0 0 1,1 0-1,-1 0 1,0-1-1,4 2 1,7 0-74,0 0 0,1-1 0,-1 0 0,18-1 1,-6-1-693,30 3-1083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9.498"/>
    </inkml:context>
    <inkml:brush xml:id="br0">
      <inkml:brushProperty name="width" value="0.05" units="cm"/>
      <inkml:brushProperty name="height" value="0.05" units="cm"/>
      <inkml:brushProperty name="color" value="#004F8B"/>
    </inkml:brush>
  </inkml:definitions>
  <inkml:trace contextRef="#ctx0" brushRef="#br0">12 65 2601,'-3'-4'510,"2"2"-115,0 1-1,1 0 0,-1 0 1,0-1-1,0 1 0,1 0 1,-1-1-1,1 1 0,-1-1 0,1 1 1,0-1-1,-1 1 0,1-1 1,0 1-1,0-1 0,0 1 1,0-2-1,5-1-353,0 1 0,0 1 0,1-1 0,-1 1-1,1 0 1,-1 0 0,1 0 0,-1 1 0,1 0 0,8-1 0,71-1 76,-36 2-88,-24-1-70,-14 0-16,0 1 0,0 1 0,0 0 0,0 0 0,0 1 0,0 0 0,17 5 0,-17-2-1009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59.768"/>
    </inkml:context>
    <inkml:brush xml:id="br0">
      <inkml:brushProperty name="width" value="0.05" units="cm"/>
      <inkml:brushProperty name="height" value="0.05" units="cm"/>
      <inkml:brushProperty name="color" value="#004F8B"/>
    </inkml:brush>
  </inkml:definitions>
  <inkml:trace contextRef="#ctx0" brushRef="#br0">84 0 2577,'-9'9'2995,"2"4"-2746,0 0-1,1 1 1,1-1 0,0 1-1,1 0 1,0 0 0,-1 18 0,-3 8 34,-15 119 1754,23-143-1249,0-14-1312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0.114"/>
    </inkml:context>
    <inkml:brush xml:id="br0">
      <inkml:brushProperty name="width" value="0.05" units="cm"/>
      <inkml:brushProperty name="height" value="0.05" units="cm"/>
      <inkml:brushProperty name="color" value="#004F8B"/>
    </inkml:brush>
  </inkml:definitions>
  <inkml:trace contextRef="#ctx0" brushRef="#br0">39 1 4113,'0'0'3467,"-4"13"-1258,-27 78-926,28-77-1603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0.381"/>
    </inkml:context>
    <inkml:brush xml:id="br0">
      <inkml:brushProperty name="width" value="0.05" units="cm"/>
      <inkml:brushProperty name="height" value="0.05" units="cm"/>
      <inkml:brushProperty name="color" value="#004F8B"/>
    </inkml:brush>
  </inkml:definitions>
  <inkml:trace contextRef="#ctx0" brushRef="#br0">1 1 3329,'10'6'696,"2"-2"744,5 3-440,5 0-71,3 2-185,-1 0-176,9 0-240,1-1-72,6 0-80,-2-1-8,-2-1-168,-5 1-560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0.677"/>
    </inkml:context>
    <inkml:brush xml:id="br0">
      <inkml:brushProperty name="width" value="0.05" units="cm"/>
      <inkml:brushProperty name="height" value="0.05" units="cm"/>
      <inkml:brushProperty name="color" value="#004F8B"/>
    </inkml:brush>
  </inkml:definitions>
  <inkml:trace contextRef="#ctx0" brushRef="#br0">334 0 2409,'-13'9'464,"-3"1"376,-2 3-192,-4 3 80,-2 2-64,-3-4-72,-3 1-72,-1 1-39,3-1-49,-1-1-24,5-1-72,2-1-64,4-2-112,4 2 0,4-5 64,2-1 32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1.063"/>
    </inkml:context>
    <inkml:brush xml:id="br0">
      <inkml:brushProperty name="width" value="0.05" units="cm"/>
      <inkml:brushProperty name="height" value="0.05" units="cm"/>
      <inkml:brushProperty name="color" value="#004F8B"/>
    </inkml:brush>
  </inkml:definitions>
  <inkml:trace contextRef="#ctx0" brushRef="#br0">1 5 3561,'0'0'115,"1"-1"1,0 1-1,-1-1 1,1 1-1,-1 0 1,1-1-1,0 1 1,-1 0-1,1-1 1,0 1-1,0 0 1,-1 0-1,1 0 1,0-1-1,0 1 1,-1 0-1,1 0 1,0 0-1,0 0 1,-1 0-1,1 1 1,0-1-1,0 0 1,-1 0-1,1 0 1,0 1-1,-1-1 1,1 0-1,0 1 1,-1-1-1,1 0 1,0 1-1,-1-1 1,1 1-1,-1-1 1,1 1-1,-1 0 1,1-1-1,-1 1 1,1-1-1,-1 1 1,0 0-1,1-1 1,-1 1-1,0 0 1,1-1-1,-1 2 1,1 3-34,-1-1 0,1 1 1,-1 0-1,0-1 0,-1 1 1,1 0-1,-2 6 0,-6 27 670,-13 37-1,22-65-1177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1.342"/>
    </inkml:context>
    <inkml:brush xml:id="br0">
      <inkml:brushProperty name="width" value="0.05" units="cm"/>
      <inkml:brushProperty name="height" value="0.05" units="cm"/>
      <inkml:brushProperty name="color" value="#004F8B"/>
    </inkml:brush>
  </inkml:definitions>
  <inkml:trace contextRef="#ctx0" brushRef="#br0">1 68 3001,'1'-6'600,"6"-1"656,1-1-152,0 0-88,1-1-55,-3-1-209,-3 1-104,-2 2-88,-1 5-536,0 1-80,-1 1-56,-1 0 24,1 0-640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1.935"/>
    </inkml:context>
    <inkml:brush xml:id="br0">
      <inkml:brushProperty name="width" value="0.05" units="cm"/>
      <inkml:brushProperty name="height" value="0.05" units="cm"/>
      <inkml:brushProperty name="color" value="#004F8B"/>
    </inkml:brush>
  </inkml:definitions>
  <inkml:trace contextRef="#ctx0" brushRef="#br0">154 0 5041,'0'0'4284,"-6"4"-4200,-21 13-71,0 2 1,2 1 0,-34 33-1,58-52 8,0 0 0,0-1 0,1 1 0,-1 0 0,0 0 1,1-1-1,-1 1 0,1 0 0,-1 0 0,1 0 0,-1 0 0,1-1 0,0 1 0,-1 0 0,1 0 0,0 0 0,0 0 0,0 0 0,-1 0 0,1 0 0,0 0 0,0 0 0,1 2 0,-1-3 7,1 1 0,0 0 0,-1 0 0,1-1 1,0 1-1,0 0 0,0-1 0,-1 1 0,1-1 0,0 1 0,0-1 0,0 1 1,0-1-1,0 0 0,0 1 0,0-1 0,0 0 0,2 0 0,9 1 125,0 0-1,0-1 0,13-2 0,-12 1-217,-7 1 48,1 0 0,-1 1-1,0-1 1,0 1 0,0 0-1,1 1 1,-1 0 0,0 0 0,-1 0-1,1 1 1,0 0 0,5 3-1,-8-4 15,0 0-1,0 0 1,-1 0 0,1 1-1,-1-1 1,1 1-1,-1 0 1,0 0-1,0-1 1,0 1 0,0 1-1,-1-1 1,1 0-1,-1 0 1,0 1-1,0-1 1,0 0-1,0 1 1,0-1 0,-1 1-1,0-1 1,0 8-1,0-10 17,0 1 0,0-1-1,-1 1 1,1-1 0,0 1-1,-1-1 1,0 1-1,1-1 1,-1 1 0,0-1-1,0 0 1,1 1 0,-1-1-1,0 0 1,0 0 0,-1 1-1,1-1 1,0 0 0,0 0-1,-2 1 1,-1 0 18,1 0 0,-1-1 1,0 1-1,0-1 0,0 0 1,0 0-1,-7 1 1,-3-1 54,0 0 1,-1-1-1,-20-3 1,31 3-59,-27-6 143,30 6-149,0 0 0,0 0 0,0 0-1,-1-1 1,1 1 0,0 0 0,0-1-1,0 1 1,0-1 0,0 1 0,1-1-1,-1 0 1,0 1 0,0-1 0,0 0 0,0 0-1,1 0 1,-1 1 0,0-1 0,1 0-1,-1 0 1,1 0 0,-1-1 0,1 1-14,0 0 1,0 0 0,1 0 0,-1 1 0,0-1 0,1 0-1,-1 0 1,1 1 0,-1-1 0,1 0 0,0 0-1,-1 1 1,1-1 0,0 1 0,-1-1 0,1 1-1,0-1 1,0 1 0,-1-1 0,1 1 0,0 0-1,0-1 1,0 1 0,0 0 0,-1 0 0,1-1 0,0 1-1,0 0 1,0 0 0,1 0 0,34-3-618,-33 3 382,29-2-1495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2.977"/>
    </inkml:context>
    <inkml:brush xml:id="br0">
      <inkml:brushProperty name="width" value="0.05" units="cm"/>
      <inkml:brushProperty name="height" value="0.05" units="cm"/>
      <inkml:brushProperty name="color" value="#004F8B"/>
    </inkml:brush>
  </inkml:definitions>
  <inkml:trace contextRef="#ctx0" brushRef="#br0">1 1 3425,'0'-1'5906,"0"14"-5402,6 81 721,-5-86-972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3.303"/>
    </inkml:context>
    <inkml:brush xml:id="br0">
      <inkml:brushProperty name="width" value="0.05" units="cm"/>
      <inkml:brushProperty name="height" value="0.05" units="cm"/>
      <inkml:brushProperty name="color" value="#004F8B"/>
    </inkml:brush>
  </inkml:definitions>
  <inkml:trace contextRef="#ctx0" brushRef="#br0">34 63 1848,'-32'27'3418,"31"-25"-2316,11-2 216,-7 0-1286,0 1 1,0-1-1,1 0 1,-1 0 0,0-1-1,1 1 1,-1-1-1,0 0 1,0 0 0,0 0-1,1 0 1,-1 0-1,0-1 1,-1 1 0,1-1-1,0 0 1,0 0-1,-1 0 1,1 0 0,-1 0-1,1 0 1,-1-1-1,0 1 1,2-4-1,-1 2-45,-1 0-1,1 0 0,-1 0 0,0-1 0,0 1 1,0-1-1,0 1 0,-1-1 0,0 0 0,1-9 0,-3 16-1020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3.818"/>
    </inkml:context>
    <inkml:brush xml:id="br0">
      <inkml:brushProperty name="width" value="0.05" units="cm"/>
      <inkml:brushProperty name="height" value="0.05" units="cm"/>
      <inkml:brushProperty name="color" value="#004F8B"/>
    </inkml:brush>
  </inkml:definitions>
  <inkml:trace contextRef="#ctx0" brushRef="#br0">38 1 1904,'0'0'1711,"-1"5"-60,-9 67 222,9-58-1614,-1 0-1,0 0 1,0 0 0,-1 0 0,-1-1-1,-8 20 2261,16-45-1969,2 0-526,-1 1 1,2 0-1,-1 0 0,9-11 1,-11 18-37,-1 0-1,1 0 1,0 0 0,0 0 0,1 1 0,-1-1 0,1 1 0,0 0 0,-1 0-1,1 1 1,0 0 0,1 0 0,9-3 0,-4 3-67,-1 1 0,1-1 0,0 2 1,-1 0-1,1 0 0,0 1 0,-1 0 0,1 1 0,18 5 0,-24-5 52,0 0-1,1 0 0,-1 0 0,0 1 0,0-1 0,-1 1 0,1 1 0,-1-1 0,1 1 0,-1-1 0,0 1 0,0 0 0,0 1 0,-1-1 0,0 1 0,0-1 0,0 1 0,0 0 0,-1 0 0,3 7 0,-5-10 49,1-1 0,-1 1 1,0 0-1,1-1 1,-1 1-1,0 0 0,0-1 1,0 1-1,0-1 1,-1 1-1,1 0 1,0-1-1,-1 1 0,1-1 1,-1 1-1,1-1 1,-1 1-1,0-1 0,-1 2 1,-2 6 111,2-2-340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4.552"/>
    </inkml:context>
    <inkml:brush xml:id="br0">
      <inkml:brushProperty name="width" value="0.05" units="cm"/>
      <inkml:brushProperty name="height" value="0.05" units="cm"/>
      <inkml:brushProperty name="color" value="#004F8B"/>
    </inkml:brush>
  </inkml:definitions>
  <inkml:trace contextRef="#ctx0" brushRef="#br0">0 39 2120,'1'-1'198,"-1"-1"0,0 1 0,1 0-1,0 0 1,-1-1 0,1 1-1,0 0 1,-1 0 0,1 0-1,0 0 1,0 0 0,0 0-1,0 0 1,0 0 0,0 0-1,0 0 1,0 1 0,0-1 0,1 0-1,-1 1 1,0-1 0,0 1-1,2-1 1,23-10-224,-26 11 49,1-1 1,-1 1 0,0 0 0,1-1-1,-1 1 1,0 0 0,0 0-1,1-1 1,-1 1 0,0 0-1,1 0 1,-1 0 0,0-1-1,1 1 1,-1 0 0,1 0 0,-1 0-1,0 0 1,1 0 0,-1 0-1,1 0 1,-1 0 0,0 0-1,1 0 1,-1 0 0,1 0-1,-1 0 1,0 0 0,1 0 0,-1 0-1,0 1 1,1-1 0,-1 0-1,0 0 1,1 0 0,-1 0-1,0 1 1,1-1 0,-1 0-1,0 0 1,1 1 0,-1-1 0,0 0-1,0 1 1,1-1 0,-1 0-1,0 1 1,0-1 0,0 0-1,1 1 1,5 9 127,19 25 33,-20-28-61,-2 0 78,-6 1-136,3 1-28,1-6-19,-1 0 1,0 0-1,-1-1 0,1 1 1,0 0-1,-1 0 0,1 0 1,-1-1-1,0 1 1,-2 4-1,-13 3 857,-15 12-512,23-17 482,12-18 181,-1 7-1015,-1 1 0,1 0 0,1 0 0,-1 0 0,1 0 0,0 0 0,0 1 0,1-1 1,-1 1-1,1 0 0,0 1 0,0-1 0,0 1 0,7-4 0,14-6-31,1 2 0,30-10 0,-50 18-22,0 1 0,1 0-1,-1 1 1,0 0 0,1 0 0,-1 0-1,1 1 1,-1 0 0,0 1-1,1 0 1,-1 0 0,0 0-1,14 5 1,-19-5 26,0 0 0,0 0 0,0 0 0,0 1 0,0-1-1,0 1 1,0-1 0,0 1 0,0 0 0,-1-1 0,1 1 0,-1 0-1,1 0 1,-1 0 0,0 0 0,0 0 0,1 1 0,-2-1 0,1 0 0,0 1-1,0-1 1,-1 0 0,1 1 0,-1 2 0,0 3 84,0 1-1,-1 0 1,0-1-1,0 1 1,-4 10 0,1 0 205,3-18-608</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5.018"/>
    </inkml:context>
    <inkml:brush xml:id="br0">
      <inkml:brushProperty name="width" value="0.05" units="cm"/>
      <inkml:brushProperty name="height" value="0.05" units="cm"/>
      <inkml:brushProperty name="color" value="#004F8B"/>
    </inkml:brush>
  </inkml:definitions>
  <inkml:trace contextRef="#ctx0" brushRef="#br0">30 43 2705,'-1'2'3430,"12"5"-1859,5-2-1262,-1-2 1,1 0-1,0 0 1,0-2-1,0 0 1,0-1 0,21-2-1,-16 1-81,46-7 208,-60 7-385,-1 0-1,0-1 1,0 0 0,-1 0-1,1 0 1,0 0 0,-1-1 0,7-4-1,-12 7-41,1-2 42,-9-5-137,0 3 39,0 0 0,0 1 0,-1 0 0,0 0 0,1 0 0,-1 1 0,0 1 0,0-1 0,0 2 1,-18-1-1,6 2-38,-1 1 1,1 0 0,-25 7-1,38-7 139,0 1 1,0-1-1,1 1 0,-1 0 0,1 1 1,0-1-1,-1 2 0,2-1 0,-1 1 1,1 0-1,-9 8 0,14-12-37,0 0 0,0 0-1,0 0 1,1 0 0,-1-1 0,0 1-1,1 0 1,-1 0 0,1 0 0,-1 0-1,1 0 1,0 1 0,-1-1 0,1 0-1,0 0 1,0 0 0,-1 0 0,1 0-1,0 0 1,0 0 0,0 1 0,1-1-1,-1 0 1,0 0 0,0 0 0,1 1-1,0 0 22,0 0 0,0-1 0,1 1 0,-1-1-1,0 1 1,1-1 0,-1 0 0,1 0 0,0 1-1,-1-1 1,1 0 0,0 0 0,2 0 0,7 3-233,-1 0 1,0-1 0,1-1 0,12 2 0,14 0-1384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5.694"/>
    </inkml:context>
    <inkml:brush xml:id="br0">
      <inkml:brushProperty name="width" value="0.05" units="cm"/>
      <inkml:brushProperty name="height" value="0.05" units="cm"/>
      <inkml:brushProperty name="color" value="#004F8B"/>
    </inkml:brush>
  </inkml:definitions>
  <inkml:trace contextRef="#ctx0" brushRef="#br0">299 37 2401,'-1'-2'174,"0"-1"1,-1 1-1,1 0 1,0-1-1,-1 1 1,0 0-1,0 0 1,1 0 0,-1 0-1,0 1 1,-1-1-1,1 1 1,0-1-1,0 1 1,-1-1-1,1 1 1,-1 0 0,1 0-1,-6-1 1,4 2-31,0-1 1,0 1 0,0 0-1,-1 1 1,1-1 0,0 1-1,0-1 1,0 1 0,0 0 0,0 1-1,-7 2 1,4 0-39,-1 0-1,1 0 1,0 0 0,1 1-1,-1 0 1,1 0 0,0 1-1,1-1 1,-1 2 0,1-1 0,0 0-1,-8 14 1,12-18-69,0 0 0,0 1 0,0-1 0,1 0 0,-1 1 0,0-1 0,1 1 0,-1-1 0,1 1 0,0-1 0,0 1 0,0-1 1,0 1-1,0-1 0,1 1 0,1 4 0,-2-6 19,1 1 0,0 0 0,0-1 0,0 0 0,0 1 0,0-1 0,1 0 0,-1 1 0,0-1 0,1 0 0,-1 0 0,1 0 0,-1 0 0,1 0 0,-1-1 0,1 1 0,-1 0 0,4 0 0,0 0-6,-1 0 0,1-1 0,-1 1 0,1-1 0,0 0 0,-1 0 0,1-1 0,0 1 0,-1-1 0,1 0 0,-1-1 0,1 1 0,-1-1 0,0 1 0,1-1 0,5-4 0,-7 3-49,0 1 0,0-1-1,0 0 1,-1 0-1,1 0 1,-1 0 0,1 0-1,-1 0 1,0 0-1,-1-1 1,1 1-1,0-1 1,-1 0 0,0 1-1,1-7 1,-1 9-57,-5 10-1011,-3 11 1109,1 0 1,0 0 0,2 0-1,-2 23 1,-4 94 54,6-73-4,3-20-1,1-29-3,0 0 0,-1-1 0,-1 1 1,0 0-1,0 0 0,-2-1 0,0 0 0,-7 16 1,11-29-69,-1 0 1,0 0-1,0 0 1,1 1-1,-1-2 1,0 1-1,0 0 1,0 0-1,0 0 1,0 0 0,0-1-1,-1 1 1,1 0-1,0-1 1,0 1-1,-1-1 1,1 1-1,0-1 1,0 0 0,-1 1-1,1-1 1,0 0-1,-1 0 1,1 0-1,0 0 1,-1 0-1,1 0 1,0-1-1,-1 1 1,1 0 0,0-1-1,0 1 1,-1-1-1,1 1 1,0-1-1,0 0 1,0 1-1,0-1 1,0 0 0,-1 0-1,0-1 1,-6-4 52,0 0 1,1-1 0,0 0 0,-7-7-1,4 1 7,0 1 0,0-1-1,1-1 1,1 1 0,0-2-1,1 1 1,1-1 0,-5-16-1,9 25-108,1 1 0,-1 0 0,2-1 0,-1 1 0,0-1 0,1 1-1,0 0 1,0-1 0,1 1 0,-1-1 0,1 1 0,1-1 0,-1 1 0,1 0-1,-1 0 1,2 0 0,-1 0 0,0 0 0,1 0 0,0 0 0,0 1 0,1-1 0,-1 1-1,1 0 1,0 0 0,8-6 0,21-14-1274</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6.242"/>
    </inkml:context>
    <inkml:brush xml:id="br0">
      <inkml:brushProperty name="width" value="0.05" units="cm"/>
      <inkml:brushProperty name="height" value="0.05" units="cm"/>
      <inkml:brushProperty name="color" value="#004F8B"/>
    </inkml:brush>
  </inkml:definitions>
  <inkml:trace contextRef="#ctx0" brushRef="#br0">329 68 2665,'-1'-4'271,"-1"1"1,1-1 0,-1 0 0,0 0 0,0 1 0,0-1 0,-1 1 0,1 0 0,-1-1 0,0 1 0,1 0-1,-1 1 1,-1-1 0,1 0 0,0 1 0,-1 0 0,1 0 0,-1 0 0,0 0 0,1 1 0,-1-1 0,-4 0-1,-2 0-185,1 2-1,0-1 0,-1 1 1,1 0-1,0 1 0,0 0 0,-1 1 1,-15 5-1,21-6-50,-19 5 220,-41 16 0,59-20-223,0 0-1,0 1 1,0-1-1,1 1 1,-1 0-1,1 0 1,0 0-1,-1 1 1,2 0-1,-1 0 1,0 0-1,1 0 1,0 0-1,-5 8 1,8-11-9,-1 0 0,1 0 0,-1 1 0,1-1 0,0 0 0,0 0 1,-1 0-1,1 0 0,0 0 0,0 1 0,0-1 0,0 0 0,0 0 1,1 0-1,-1 0 0,0 0 0,1 0 0,-1 1 0,0-1 0,1 0 0,-1 0 1,1 0-1,0 0 0,-1 0 0,1 0 0,0-1 0,-1 1 0,1 0 1,0 0-1,0 0 0,0-1 0,0 1 0,0 0 0,0-1 0,0 1 1,0-1-1,0 1 0,0-1 0,0 1 0,0-1 0,0 0 0,0 0 0,1 1 1,0-1-1,9 2 176,-1-1 0,0 0-1,20 0 1,-24-1-146,4 0-51,0-1-1,0 1 1,0-2 0,-1 1-1,1-1 1,0-1-1,-1 0 1,1 0-1,9-6 1,-14 7-6,0-1 0,-1 0 0,1-1-1,-1 1 1,1-1 0,-1 0 0,0 0 0,0 0 0,-1-1 0,0 1 0,1-1-1,-1 0 1,-1 0 0,1 0 0,-1 0 0,0 0 0,2-7 0,0-4-1729,-9 31 1287,-7 35 607,12-47-138,-1 1 0,1-1 0,0 0 0,0 1 0,0-1 0,0 0 0,1 1 0,-1-1 0,1 0 0,0 0 0,0 1 1,0-1-1,2 4 0,3 2-685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6.510"/>
    </inkml:context>
    <inkml:brush xml:id="br0">
      <inkml:brushProperty name="width" value="0.05" units="cm"/>
      <inkml:brushProperty name="height" value="0.05" units="cm"/>
      <inkml:brushProperty name="color" value="#004F8B"/>
    </inkml:brush>
  </inkml:definitions>
  <inkml:trace contextRef="#ctx0" brushRef="#br0">19 1 2537,'0'0'2784,"-2"0"-2096,-14 27 0,15 3-23,1 5-89,1 4-216,2 2-72,-1-2-96,-2-3 0,0-2 96,0-5 80,0-4-640,0-2-608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6.790"/>
    </inkml:context>
    <inkml:brush xml:id="br0">
      <inkml:brushProperty name="width" value="0.05" units="cm"/>
      <inkml:brushProperty name="height" value="0.05" units="cm"/>
      <inkml:brushProperty name="color" value="#004F8B"/>
    </inkml:brush>
  </inkml:definitions>
  <inkml:trace contextRef="#ctx0" brushRef="#br0">1 41 3241,'5'-4'259,"1"0"0,0 0 0,0 1 0,0 0 0,0 0 1,1 0-1,-1 1 0,1 0 0,-1 0 0,12 0 0,9-2 205,36 1-1,-41 3-173,-8-1-44,0 1 0,0 0 0,1 1 0,-1 1 0,0 0 0,14 4 0,-24-5-138,0 1-1,0-1 0,-1 1 1,1 0-1,-1 0 1,1 0-1,-1 1 1,0-1-1,0 1 1,0 0-1,0-1 1,0 1-1,-1 1 0,1-1 1,-1 0-1,0 1 1,0-1-1,0 1 1,-1-1-1,1 1 1,-1 0-1,0 0 0,0 0 1,0 0-1,0 7 1,5 24 809,-6-34-1719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6.946"/>
    </inkml:context>
    <inkml:brush xml:id="br0">
      <inkml:brushProperty name="width" value="0.05" units="cm"/>
      <inkml:brushProperty name="height" value="0.05" units="cm"/>
      <inkml:brushProperty name="color" value="#004F8B"/>
    </inkml:brush>
  </inkml:definitions>
  <inkml:trace contextRef="#ctx0" brushRef="#br0">1 1 1712,'0'0'496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08.060"/>
    </inkml:context>
    <inkml:brush xml:id="br0">
      <inkml:brushProperty name="width" value="0.05" units="cm"/>
      <inkml:brushProperty name="height" value="0.05" units="cm"/>
      <inkml:brushProperty name="color" value="#004F8B"/>
    </inkml:brush>
  </inkml:definitions>
  <inkml:trace contextRef="#ctx0" brushRef="#br0">3 68 2785,'-2'-9'7813,"6"18"-8672,38 85 1720,-32-100 351,25-29-961,32-28-14,-59 56-246,1 1 0,-1 0 1,1 1-1,0 0 1,1 0-1,-1 1 0,12-3 1,-10 4-46,0 0 0,0 1 1,0 0-1,1 1 0,19 0 1,-27 1 26,-1 0 1,1 1 0,0 0 0,0-1 0,0 1 0,-1 1 0,1-1-1,0 1 1,-1-1 0,1 1 0,-1 0 0,0 0 0,0 0 0,0 1 0,0-1-1,0 1 1,0 0 0,0-1 0,-1 1 0,3 4 0,-3-3 42,1-1 0,-1 0 0,1 0 0,0 0 0,0 0 1,0-1-1,0 1 0,0-1 0,1 0 0,-1 0 0,1 0 0,-1 0 1,1 0-1,0-1 0,0 0 0,0 0 0,0 0 0,0 0 0,0-1 0,0 1 1,0-1-1,0 0 0,0 0 0,0 0 0,0-1 0,0 0 0,0 1 1,-1-1-1,1-1 0,0 1 0,0 0 0,-1-1 0,1 0 0,0 0 1,-1 0-1,0 0 0,1-1 0,-1 1 0,3-4 0,-5 5-27,0 0 0,0 0 0,-1 1 0,1-1 0,0 0 0,0 0 0,-1 0 0,1 0 0,-1 0 0,1 0-1,-1 0 1,1 0 0,-1 0 0,0 0 0,1 0 0,-1 0 0,0 0 0,0 0 0,0 0 0,0-1 0,0 1 0,0 0 0,0 0 0,0 0 0,0 0-1,0 0 1,-1 0 0,1 0 0,0 0 0,-1 0 0,1 0 0,-1 0 0,1 0 0,-1 0 0,0 0 0,1 0 0,-1 0 0,0 0 0,0 1-1,1-1 1,-1 0 0,0 1 0,0-1 0,0 0 0,0 1 0,0-1 0,0 1 0,0-1 0,0 1 0,0 0 0,0-1 0,-2 1 0,-4-2-72,0 0 1,0 1 0,0 0 0,0 0 0,0 1-1,0 0 1,-8 0 0,2 3 51,0-1 0,0 2 0,0 0 1,1 0-1,-1 2 0,-16 8 0,21-10 67,0 1 0,0 0 0,1 0 0,0 1 0,0 0-1,0 0 1,0 1 0,1 0 0,0 0 0,-5 9 0,10-15-16,0 1 1,0 0-1,0 0 1,0 0-1,0 0 1,1 0-1,-1 0 1,0 0-1,1 0 1,0 0-1,0 0 1,-1 0-1,1 1 1,0-1-1,1 0 1,-1 0-1,0 0 1,1 0-1,-1 0 1,1 0-1,0 3 1,1-2 27,0-1 0,0 1 0,0-1 0,0 1 0,0-1 0,0 0 0,1 0 1,-1 0-1,1 0 0,0 0 0,-1-1 0,6 3 0,4 1 76,1 0-1,-1-1 0,1-1 0,0 0 1,23 1-1,0-2-968,1 0-1200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3.264"/>
    </inkml:context>
    <inkml:brush xml:id="br0">
      <inkml:brushProperty name="width" value="0.05" units="cm"/>
      <inkml:brushProperty name="height" value="0.05" units="cm"/>
      <inkml:brushProperty name="color" value="#004F8B"/>
    </inkml:brush>
  </inkml:definitions>
  <inkml:trace contextRef="#ctx0" brushRef="#br0">9 30 2593,'-1'-3'-224,"-6"-13"3694,7 16-3390,0 0-1,0-1 1,-1 1-1,1 0 1,0-1 0,0 1-1,0 0 1,0-1-1,0 1 1,0 0-1,0-1 1,0 1-1,0 0 1,1-1 0,-1 1-1,0 0 1,0-1-1,0 1 1,0 0-1,0 0 1,0-1-1,1 1 1,-1 0-1,0-1 1,0 1 0,0 0-1,1 0 1,-1-1-1,0 1 1,0 0-1,1 0 1,-1 0-1,0 0 1,1-1 0,-1 1-1,0 0 1,1 0-1,-1 0 1,0 0-1,0 0 1,1 0-1,-1 0 1,0 0-1,1 0 1,-1 0 0,0 0-1,1 0 1,-1 0-1,1 0 1,6 1-55,1 1 0,-1 0 1,1 0-1,-1 1 0,0 0 1,0 0-1,-1 1 0,1-1 1,-1 2-1,1-1 0,-1 1 1,6 5-1,8 7-47,2-1 0,0-1-1,0-1 1,2-1 0,31 13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3.548"/>
    </inkml:context>
    <inkml:brush xml:id="br0">
      <inkml:brushProperty name="width" value="0.05" units="cm"/>
      <inkml:brushProperty name="height" value="0.05" units="cm"/>
      <inkml:brushProperty name="color" value="#004F8B"/>
    </inkml:brush>
  </inkml:definitions>
  <inkml:trace contextRef="#ctx0" brushRef="#br0">312 0 2481,'-7'8'448,"-5"3"392,-1 1-104,-4 6-184,-4-1-40,-3-1-48,0 1-32,-3-1-72,-1-1-103,2 1-137,-3-1-24,5-1-24,1-1 8,6-1 80,5 0 64,6-4-640,5 1-1113</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3.885"/>
    </inkml:context>
    <inkml:brush xml:id="br0">
      <inkml:brushProperty name="width" value="0.05" units="cm"/>
      <inkml:brushProperty name="height" value="0.05" units="cm"/>
      <inkml:brushProperty name="color" value="#004F8B"/>
    </inkml:brush>
  </inkml:definitions>
  <inkml:trace contextRef="#ctx0" brushRef="#br0">1 8 3001,'0'0'3144,"1"0"-2384,1 0-31,0 0-145,48-7-128,-30 7-200,1 0-64,4 1-72,-1-1-24,2 2-480,-1 0-616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4.744"/>
    </inkml:context>
    <inkml:brush xml:id="br0">
      <inkml:brushProperty name="width" value="0.05" units="cm"/>
      <inkml:brushProperty name="height" value="0.05" units="cm"/>
      <inkml:brushProperty name="color" value="#004F8B"/>
    </inkml:brush>
  </inkml:definitions>
  <inkml:trace contextRef="#ctx0" brushRef="#br0">346 163 2288,'0'0'1450,"-13"-10"1324,4 6-2736,0 0 0,0 1-1,-1 0 1,1 0 0,-1 1 0,1 1-1,-1-1 1,0 2 0,0-1 0,1 1-1,-1 1 1,-14 2 0,8-1 44,-72 15 174,80-15-234,1 0 0,-1 1 0,1 0 0,0 0 0,-1 1 0,1 0 0,1 0 0,-12 9 0,17-13-9,0 1 0,0 0 0,0 0 0,0 0 0,0 0 1,0 0-1,0 0 0,1 0 0,-1 0 0,0 0 0,1 0 0,-1 0 0,0 0 0,1 0 0,-1 1 0,1-1 1,0 0-1,-1 0 0,1 1 0,0-1 0,0 0 0,0 1 0,0-1 0,0 0 0,0 1 0,0-1 0,0 0 1,1 0-1,-1 1 0,0-1 0,1 0 0,-1 0 0,1 0 0,-1 1 0,1-1 0,0 0 0,0 0 0,-1 0 1,1 0-1,0 0 0,0 0 0,0 0 0,0 0 0,0-1 0,2 2 0,1 1 76,1 0 0,-1-1 0,1 0 0,-1 0 0,1 0 0,0 0 0,0-1 0,0 1-1,0-1 1,8 0 0,4-1 68,0-1 0,0 0 0,0-1 0,29-8-1,-37 7-96,1 0-1,-1 0 0,1-1 0,-1 0 0,0-1 1,0 0-1,-1 0 0,1-1 0,9-9 1,-14 10-32,0 0 0,-1 0 1,0 0-1,0 0 0,0-1 0,0 1 1,-1-1-1,0 1 0,0-1 1,-1 0-1,1 0 0,0-12 1,-1-1-44,0-1 0,-3-32 1,2 51-32,0 0 1,0 0 0,0 0 0,1 0 0,-2 0-1,1 0 1,0 0 0,0 0 0,0 0 0,0 1-1,-1-1 1,1 0 0,0 0 0,-1 0 0,1 0-1,0 0 1,-1 0 0,0 1 0,1-1-1,-1 0 1,1 0 0,-1 1 0,-1-2 0,1 2 19,1 1 0,-1-1 0,0 1 0,0-1 0,0 1 0,1-1 0,-1 1 1,0 0-1,1-1 0,-1 1 0,1 0 0,-1 0 0,1-1 0,-1 1 0,1 0 0,-1 0 1,1 0-1,-1 1 0,-17 48-51,15-38 149,1-1 0,1 0 1,0 1-1,0-1 0,1 0 0,2 19 0,-1-26-26,0-1 0,0 1 0,0-1 0,0 1 0,1-1 1,-1 0-1,1 1 0,0-1 0,0 0 0,0 0 0,0 0 0,0 0 0,1 0 0,-1-1 0,1 1 0,0-1 0,0 0 0,0 0 0,0 0 0,0 0 0,0 0 0,1 0 0,-1-1 0,5 2 0,4 0 85,0 0 0,1-1-1,-1-1 1,0 0-1,1 0 1,-1-1 0,13-2-1,-16 1-64,0 0 1,0-1-1,0 0 0,0 0 0,0-1 0,-1 0 0,0-1 0,1 1 0,-1-2 1,10-6-1,-9-2 55,-5 7-143,-8 19-1462,0-4 1554,3-6 2,-1 0-1,1 0 1,-1 0 0,1 0-1,0 0 1,1 0-1,-1 0 1,0 1 0,1-1-1,0 6 1,1-4-727,1-3-596</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4.897"/>
    </inkml:context>
    <inkml:brush xml:id="br0">
      <inkml:brushProperty name="width" value="0.05" units="cm"/>
      <inkml:brushProperty name="height" value="0.05" units="cm"/>
      <inkml:brushProperty name="color" value="#004F8B"/>
    </inkml:brush>
  </inkml:definitions>
  <inkml:trace contextRef="#ctx0" brushRef="#br0">36 8 2745,'-10'-3'528,"0"-1"664,3 7-896,0 1-224,5 6-64,6 6-712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5.645"/>
    </inkml:context>
    <inkml:brush xml:id="br0">
      <inkml:brushProperty name="width" value="0.05" units="cm"/>
      <inkml:brushProperty name="height" value="0.05" units="cm"/>
      <inkml:brushProperty name="color" value="#004F8B"/>
    </inkml:brush>
  </inkml:definitions>
  <inkml:trace contextRef="#ctx0" brushRef="#br0">16 1 2697,'0'14'3615,"0"-2"-3412,0 9 352,-1 1 1,-1-1 0,-1 0-1,-7 27 1929,12-59-1780,-1 3-672,-1 5-21,0 0 0,1 0 0,-1 0 0,1 0 0,0 0 0,0 0 0,0 0 0,2-4 0,10-6-96,21-18-21,-32 29 88,0 0 0,1 1-1,-1-1 1,1 1 0,-1 0 0,1 0 0,-1 0-1,1 0 1,0 0 0,0 0 0,-1 1-1,1-1 1,0 1 0,0 0 0,0 0-1,-1 0 1,1 0 0,0 0 0,4 1-1,1 2-60,0 0 0,0 0-1,0 1 1,14 8-1,15 6 1,-31-16 110,0-1 1,1 0 0,-1 0-1,0 0 1,1-1-1,-1 0 1,0-1 0,1 1-1,-1-1 1,0 0-1,1-1 1,-1 1 0,0-1-1,0 0 1,0-1 0,5-3-1,-10 6-30,0 0 0,-1-1 1,1 1-1,0-1 0,0 1 0,-1-1 0,1 1 1,0-1-1,-1 1 0,1-1 0,-1 0 0,1 1 0,0-1 1,-1 0-1,1 1 0,-1-1 0,0 0 0,1 0 0,-1 0 1,0 1-1,1-1 0,-1 0 0,0 0 0,0 0 0,0 0 1,0 0-1,0 1 0,0-1 0,0 0 0,0 0 0,0 0 1,0 0-1,0 0 0,-1 0 0,1 1 0,0-1 0,-1 0 1,1 0-1,0 0 0,-1 1 0,1-1 0,-1 0 0,1 1 1,-1-1-1,0 0 0,1 1 0,-1-1 0,0 1 1,1-1-1,-1 1 0,0-1 0,0 1 0,-1-1 0,-2-2-58,0 1 0,-1 1 0,1-1-1,-1 1 1,1-1 0,-1 1 0,0 1-1,-7-2 1,-1 3 16,-1 0 0,1 1 0,0 0 0,0 0 0,0 2 0,0 0 1,1 0-1,-16 8 0,23-9 83,0 0 1,0 0 0,0 0-1,0 1 1,1 0 0,-1 0-1,1 0 1,0 0 0,-5 7-1,7-7-4,0-1 0,1 0-1,-1 1 1,1-1 0,-1 1-1,1-1 1,0 1 0,0-1 0,1 1-1,-1 0 1,1 0 0,0-1-1,0 1 1,0 0 0,1 7 0,0-9 2,-1 0 1,1 0 0,0-1 0,0 1 0,-1 0 0,1 0 0,0-1 0,0 1 0,1 0 0,-1-1 0,0 1 0,0-1 0,1 0 0,-1 1 0,1-1 0,-1 0 0,1 0 0,0 0 0,-1 0 0,1 0 0,0 0 0,0-1 0,2 2 0,5 0-197,0 0 1,-1 0-1,16 0 0,-23-2 137,27 2-1275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6.177"/>
    </inkml:context>
    <inkml:brush xml:id="br0">
      <inkml:brushProperty name="width" value="0.05" units="cm"/>
      <inkml:brushProperty name="height" value="0.05" units="cm"/>
      <inkml:brushProperty name="color" value="#004F8B"/>
    </inkml:brush>
  </inkml:definitions>
  <inkml:trace contextRef="#ctx0" brushRef="#br0">144 396 2705,'-8'-1'506,"0"0"1,0 1 0,0 1-1,0-1 1,0 1-1,0 0 1,0 1 0,0 0-1,1 0 1,-12 5 0,17-5-455,-1-1 1,0 0-1,1 0 1,-1 1-1,1-1 1,-1 1-1,1 0 0,0 0 1,-1 0-1,1 0 1,0 0-1,0 0 1,1 1-1,-1-1 1,0 1-1,1-1 1,0 1-1,-1 0 1,1-1-1,0 1 1,0 0-1,1 0 1,-1 0-1,1 0 1,-1 0-1,1 0 0,0 0 1,0 0-1,0 0 1,0-1-1,2 6 1,-2-6 6,1 0 0,1 1 0,-1-1 0,0 0 0,0 0 0,1 0 0,-1 0 0,1 0 0,-1-1 0,1 1 0,0 0 0,0-1 0,0 1 0,0-1 0,0 1-1,0-1 1,0 0 0,1 0 0,-1 0 0,0 0 0,1-1 0,-1 1 0,0-1 0,1 1 0,-1-1 0,1 0 0,2 0 0,8 1 143,0 0-1,1-2 1,19-2 0,-14-1-194,-1-1 1,0 0 0,0-2 0,-1 0-1,1-1 1,-2-1 0,1 0-1,-1-1 1,-1-1 0,0 0 0,0-2-1,13-14 1,-15 13-16,-2 0-1,0-1 1,-1-1-1,0 0 1,-1 0-1,-1-1 1,8-24 0,-7 17-26,-2-2 1,0 1-1,-2-1 1,3-42 0,-7 64-11,-1-1 1,0 1 0,-1-1 0,1 1 0,-1-1 0,0 1 0,0-1 0,0 1-1,-1 0 1,1-1 0,-1 1 0,0 0 0,-3-4 0,4 7 16,0-1 0,0 1 0,-1 0 0,1 0 0,0 0 0,-1 0 0,1 0 0,-1 0 0,1 0 0,-1 0 0,1 0 0,-1 1 0,0-1 0,1 1 0,-1-1 0,0 1 0,1 0 0,-1 0 0,0-1 0,0 1 0,1 0 0,-1 1 0,0-1-1,0 0 1,1 0 0,-1 1 0,0-1 0,1 1 0,-1-1 0,0 1 0,1 0 0,-1 0 0,1 0 0,-1 0 0,1 0 0,-3 2 0,-1 1 20,-1 1 0,1 0-1,0 0 1,0 0 0,0 1 0,1 0-1,0 0 1,0 0 0,0 0 0,1 1-1,0-1 1,0 1 0,1 0-1,0 0 1,-2 7 0,-2 17 31,1 0 0,-2 37 1,5-40-10,0 20-306,7 77 0,-4-109-723,-1-6-1723</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6.442"/>
    </inkml:context>
    <inkml:brush xml:id="br0">
      <inkml:brushProperty name="width" value="0.05" units="cm"/>
      <inkml:brushProperty name="height" value="0.05" units="cm"/>
      <inkml:brushProperty name="color" value="#004F8B"/>
    </inkml:brush>
  </inkml:definitions>
  <inkml:trace contextRef="#ctx0" brushRef="#br0">0 23 1336,'6'-1'111,"133"-18"2002,-117 17-1586,1 2 1,0 0-1,-1 1 0,26 5 0,-44-5-364,0-1-1,0 1 1,0 1 0,1-1 0,-1 0-1,0 1 1,-1 0 0,1 0 0,0 0-1,-1 1 1,1-1 0,-1 1 0,0 0-1,1-1 1,-1 2 0,-1-1 0,1 0-1,0 0 1,-1 1 0,0 0 0,0-1-1,0 1 1,0 0 0,0 0 0,-1 0-1,0 0 1,0 0 0,0 1 0,0-1-1,0 0 1,-1 0 0,0 6-1,0-9 384,0 0-1434</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6.582"/>
    </inkml:context>
    <inkml:brush xml:id="br0">
      <inkml:brushProperty name="width" value="0.05" units="cm"/>
      <inkml:brushProperty name="height" value="0.05" units="cm"/>
      <inkml:brushProperty name="color" value="#004F8B"/>
    </inkml:brush>
  </inkml:definitions>
  <inkml:trace contextRef="#ctx0" brushRef="#br0">1 1 2224,'0'0'1081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7.048"/>
    </inkml:context>
    <inkml:brush xml:id="br0">
      <inkml:brushProperty name="width" value="0.05" units="cm"/>
      <inkml:brushProperty name="height" value="0.05" units="cm"/>
      <inkml:brushProperty name="color" value="#004F8B"/>
    </inkml:brush>
  </inkml:definitions>
  <inkml:trace contextRef="#ctx0" brushRef="#br0">89 54 4497,'-5'1'319,"1"-1"0,0 1 0,-1-1 0,1 1 0,0 1 0,0-1 0,0 0 0,0 1 0,0 0 0,0 0 0,0 0 0,1 1 0,-1-1 0,-4 5 0,6-5-251,0 0 0,0 0 0,0 0 0,0 0 0,0 0 0,1 1-1,-1-1 1,1 1 0,0-1 0,0 1 0,-1-1 0,2 1 0,-1 0 0,0 0 0,0-1-1,1 1 1,0 0 0,-1 0 0,1 0 0,0 0 0,1-1 0,-1 1 0,1 4 0,-1-6-26,1 0 0,0-1 0,-1 1 0,1 0 0,0 0 0,-1 0 0,1 0 0,0-1 0,0 1 0,0 0 0,0 0 0,0-1 0,0 1 0,0-1 1,0 1-1,0-1 0,0 0 0,0 1 0,0-1 0,0 0 0,0 1 0,0-1 0,2 0 0,30 2 373,-29-2-355,33-1 42,0-1-1,41-9 1,-61 8-266,-1 0 0,1-2 0,-1 0 0,0-1 0,-1 0 0,30-17 0,-44 22 153,0 0 0,1 1 0,-1-1 0,1 0 0,-1 0 0,0 0 0,0 0 0,0 0 0,1 0 0,-1 0 1,0 0-1,0 0 0,-1-1 0,1 1 0,0 0 0,0-1 0,0 1 0,-1-1 0,1 1 0,-1-1 0,1 1 0,-1-1 0,0 1 0,0-1 0,1 1 0,-1-1 0,0 1 0,0-1 0,0 1 0,-1-1 0,1 1 0,0-1 0,-1 1 0,1-1 0,-1 1 0,1-1 0,-1 1 0,0-1 0,1 1 1,-1 0-1,0-1 0,-1 0 0,-1-2-31,-1 1 1,1 0 0,-1 0-1,0 0 1,0 0 0,0 1 0,0 0-1,0-1 1,0 2 0,-1-1-1,1 0 1,-1 1 0,-6-2 0,-12 1-167,0 0 1,-1 2 0,1 0-1,0 1 1,0 2 0,-40 9 0,34-4-972</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7.534"/>
    </inkml:context>
    <inkml:brush xml:id="br0">
      <inkml:brushProperty name="width" value="0.05" units="cm"/>
      <inkml:brushProperty name="height" value="0.05" units="cm"/>
      <inkml:brushProperty name="color" value="#004F8B"/>
    </inkml:brush>
  </inkml:definitions>
  <inkml:trace contextRef="#ctx0" brushRef="#br0">59 1 1784,'0'0'1279,"-1"10"691,0-7-1918,-12 58 684,12-57-685,-1 1 1,0-1 0,1 0-1,-1 0 1,0 0 0,-1-1-1,1 1 1,-1 0 0,0-1-1,0 0 1,0 1 0,0-1-1,-6 4 1,8-6 179,-2-1 998,3-8-575,2 3-638,-1 0 0,1 1 1,1-1-1,-1 1 0,1 0 0,0 0 1,0 0-1,0 0 0,0 0 0,0 1 1,1-1-1,0 1 0,0 0 0,4-3 1,0 1-54,1 1 1,-1 0-1,1 0 1,-1 0-1,1 1 1,0 1-1,15-3 0,-16 3 21,0 1 0,1 0 0,-1 0-1,0 1 1,0 0 0,1 1-1,-1 0 1,0 0 0,0 0-1,0 1 1,0 1 0,0-1-1,0 1 1,0 1 0,-1-1-1,1 1 1,-1 0 0,0 1-1,9 8 1,-14-11 74,-1 0 0,1 0 0,0 0 0,-1 0-1,0 0 1,1 0 0,-1 1 0,0-1 0,0 1 0,0-1 0,-1 1 0,1-1 0,-1 1-1,1-1 1,-1 1 0,0-1 0,0 1 0,0 0 0,0-1 0,0 1 0,-1-1-1,1 1 1,-1 0 0,0-1 0,1 0 0,-1 1 0,0-1 0,-1 1 0,-1 2-1,3-4 173,0 0-422,0 0-623</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17.876"/>
    </inkml:context>
    <inkml:brush xml:id="br0">
      <inkml:brushProperty name="width" value="0.05" units="cm"/>
      <inkml:brushProperty name="height" value="0.05" units="cm"/>
      <inkml:brushProperty name="color" value="#004F8B"/>
    </inkml:brush>
  </inkml:definitions>
  <inkml:trace contextRef="#ctx0" brushRef="#br0">27 0 2825,'0'0'3426,"1"10"-500,3 16-2592,-1 0 0,-2-1 0,0 2 0,-2-1 0,-1 0 0,-1-1 0,-1 1 0,-1 0 0,-11 30 0,11-37-1705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20.247"/>
    </inkml:context>
    <inkml:brush xml:id="br0">
      <inkml:brushProperty name="width" value="0.05" units="cm"/>
      <inkml:brushProperty name="height" value="0.05" units="cm"/>
      <inkml:brushProperty name="color" value="#004F8B"/>
    </inkml:brush>
  </inkml:definitions>
  <inkml:trace contextRef="#ctx0" brushRef="#br0">193 11 1024,'-40'0'937,"9"-1"91,0 1 0,-58 9 0,87-8-542,95 8 1049,160-6-1224,-134-5-224,161-5 150,-162 3 200,185-5-237,-186 0 1343,-115 9-2062</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20.761"/>
    </inkml:context>
    <inkml:brush xml:id="br0">
      <inkml:brushProperty name="width" value="0.05" units="cm"/>
      <inkml:brushProperty name="height" value="0.05" units="cm"/>
      <inkml:brushProperty name="color" value="#004F8B"/>
    </inkml:brush>
  </inkml:definitions>
  <inkml:trace contextRef="#ctx0" brushRef="#br0">11 0 1296,'0'0'2123,"-10"18"1209,10-18-3292,0 0 0,1 1-1,-1-1 1,0 0 0,1 0 0,-1 1 0,0-1 0,1 0 0,-1 0 0,0 0 0,1 1 0,-1-1 0,1 0-1,-1 0 1,0 0 0,1 0 0,-1 0 0,1 0 0,-1 0 0,0 0 0,1 0 0,-1 0 0,1 0 0,-1 0-1,0 0 1,1 0 0,-1 0 0,1 0 0,-1 0 0,0-1 0,1 1 0,-1 0 0,0 0 0,1 0-1,-1-1 1,0 1 0,1 0 0,-1-1 0,0 1 0,1 0 0,-1 0 0,0-1 0,0 1 0,1-1 0,-1 1-1,0 0 1,0-1 0,0 1 0,1-1 0,1-1-382,-1 0-564</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21.439"/>
    </inkml:context>
    <inkml:brush xml:id="br0">
      <inkml:brushProperty name="width" value="0.05" units="cm"/>
      <inkml:brushProperty name="height" value="0.05" units="cm"/>
      <inkml:brushProperty name="color" value="#004F8B"/>
    </inkml:brush>
  </inkml:definitions>
  <inkml:trace contextRef="#ctx0" brushRef="#br0">17 0 1240,'0'0'2071,"-11"29"2056,8-19-2644,0 2-400,4-12-1053,0 1-1,-1-1 0,1 0 0,0 1 1,0-1-1,-1 0 0,1 1 0,0-1 1,0 0-1,0 0 0,-1 0 0,1 1 1,0-1-1,0 0 0,0 0 0,-1 0 0,1-1 1,0 1-1,0 0 0,0 0 0,0 0 1,0-1-1,31-4-1,-24 4-5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0.419"/>
    </inkml:context>
    <inkml:brush xml:id="br0">
      <inkml:brushProperty name="width" value="0.05" units="cm"/>
      <inkml:brushProperty name="height" value="0.05" units="cm"/>
      <inkml:brushProperty name="color" value="#004F8B"/>
    </inkml:brush>
  </inkml:definitions>
  <inkml:trace contextRef="#ctx0" brushRef="#br0">0 2365 1424,'4'8'7534,"0"-12"-7449,0 0 0,0 1 0,0 0-1,0 0 1,0 0 0,7-3 0,1-1-36,50-34 479,-19 16-342,-32 20-171,40-23 240,3 1 49,4-3-71,1 3 33,-53 24-174,0 1 0,0-1 0,0 0 0,0-1 0,-1 1-1,0-1 1,6-5 0,1-1-31,76-56 520,-77 56-479,102-85 347,-87 74-356,39-41 0,-46 42-42,2 0 1,0 1 0,32-20-1,330-206 1110,-209 120-660,66-52-385,-33 29 153,-142 106-99,114-52-1,-129 69 166,69-47 0,-84 46-277,44-44 0,-30 25-40,18-15-1,-21 16-7,2 3 1,55-36-1,-37 39 0,77-33 0,-49 26-4,-49 23-6,-6 4 0,0-2 0,-2-2 0,58-43 0,-56 34 4,32-30 8,-45 37-10,-18 18-1,0-1-1,-1 0 1,0 0 0,0-1 0,6-9-1,-12 16-6,6-2-613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1.529"/>
    </inkml:context>
    <inkml:brush xml:id="br0">
      <inkml:brushProperty name="width" value="0.05" units="cm"/>
      <inkml:brushProperty name="height" value="0.05" units="cm"/>
      <inkml:brushProperty name="color" value="#004F8B"/>
    </inkml:brush>
  </inkml:definitions>
  <inkml:trace contextRef="#ctx0" brushRef="#br0">59 25 1912,'0'0'2677,"-1"-1"-2365,1 0-1,-1 1 1,0-1-1,0 0 1,0 1-1,0-1 1,0 0-1,0 1 1,0-1-1,0 1 1,0 0 0,0-1-1,0 1 1,0 0-1,0-1 1,0 1-1,-2 0 1,-28-7 77,23 6-5,25-1 2537,55-4-2762,219 15 139,-59-2 149,-243 6-424,-17 12-48,6-6-39,-30 32-1,-67 107 462,91-119 87,-56 60 0,79-94-490,3-3-32,1-1 0,-1 1 0,1-1-1,-1 1 1,1 0 0,0-1 0,-1 1 0,1 0-1,0 0 1,0 0 0,0 0 0,1 0 0,-1 0 0,0 0-1,1 0 1,-1 4 0,3 5-1757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2.164"/>
    </inkml:context>
    <inkml:brush xml:id="br0">
      <inkml:brushProperty name="width" value="0.1" units="cm"/>
      <inkml:brushProperty name="height" value="0.1" units="cm"/>
      <inkml:brushProperty name="color" value="#E71224"/>
    </inkml:brush>
  </inkml:definitions>
  <inkml:trace contextRef="#ctx0" brushRef="#br0">80 18 2248,'-71'-17'6374,"70"16"-5802,-7 2 1194,69 5-1023,1-2 0,106-7 1,-35 0-220,-131 3-585,0-1-53,0 1 0,-1 0-1,1 0 1,0 0 0,0 0 0,0 0 0,0 0 0,-1 1 0,1-1-1,0 1 1,0-1 0,-1 1 0,1-1 0,0 1 0,-1 0-1,1 0 1,0 0 0,-1 0 0,1 0 0,1 2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2.476"/>
    </inkml:context>
    <inkml:brush xml:id="br0">
      <inkml:brushProperty name="width" value="0.1" units="cm"/>
      <inkml:brushProperty name="height" value="0.1" units="cm"/>
      <inkml:brushProperty name="color" value="#E71224"/>
    </inkml:brush>
  </inkml:definitions>
  <inkml:trace contextRef="#ctx0" brushRef="#br0">65 0 1512,'0'0'1799,"-8"10"2010,-1 10-3192,2 1 0,0 0 0,1 0 0,1 0 0,-5 43 0,0 120 1476,9-178-2052,1 3 75,-1 1 34,1 0 0,0 1 0,0-1 0,1 0 0,0 1 0,1-1 0,6 19 0,2-17-1107,-3-7-1380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3.367"/>
    </inkml:context>
    <inkml:brush xml:id="br0">
      <inkml:brushProperty name="width" value="0.1" units="cm"/>
      <inkml:brushProperty name="height" value="0.1" units="cm"/>
      <inkml:brushProperty name="color" value="#E71224"/>
    </inkml:brush>
  </inkml:definitions>
  <inkml:trace contextRef="#ctx0" brushRef="#br0">37 79 2905,'1'-3'4662,"17"-15"-2992,17-12-1326,-30 26-252,1 1 1,-1 0-1,0 0 1,1 1-1,0-1 1,0 1-1,0 1 1,0-1-1,0 1 1,0 0 0,0 0-1,0 0 1,12 2-1,-1-2 94,-10 0-152,-1 1 1,0 0-1,0 1 0,0-1 0,0 1 0,0 0 0,0 1 0,0-1 0,0 1 0,0 1 0,7 3 0,-11-5-32,-1 0-1,1 0 1,-1 0-1,1 0 1,-1 0-1,0 1 1,1-1-1,-1 1 1,0-1-1,0 1 1,0-1-1,0 1 1,0 0 0,0 0-1,0-1 1,-1 1-1,1 0 1,-1 0-1,1 0 1,-1 0-1,0-1 1,0 1-1,0 0 1,0 0-1,0 0 1,0 0-1,0 0 1,0 0-1,-1 0 1,1 0-1,-1-1 1,0 1-1,1 0 1,-1 0-1,0-1 1,0 1-1,0 0 1,0-1-1,-2 3 1,-4 6 26,0-1 0,0 0-1,0-1 1,-1 0 0,-1 0 0,-17 13 0,-62 32 91,65-41-43,1 1-1,0 1 0,-29 24 1,49-36-104,-10 11 284,12-12-239,-1-1-1,1 1 1,0-1-1,0 1 1,0-1-1,0 1 1,0-1-1,0 1 1,0-1-1,1 1 1,-1-1 0,0 0-1,0 1 1,0-1-1,0 1 1,1-1-1,-1 1 1,0-1-1,0 0 1,1 1-1,-1-1 1,0 0-1,0 1 1,1-1-1,-1 0 1,1 1-1,-1-1 1,0 0-1,1 1 1,-1-1-1,1 0 1,-1 0-1,0 0 1,1 0-1,-1 1 1,1-1-1,-1 0 1,1 0-1,-1 0 1,1 0-1,-1 0 1,1 0-1,-1 0 1,1 0-1,-1 0 1,1 0-1,25 3 29,0-2-1,-1 0 0,51-5 1,-45 1-228,0 2 0,0 1-1,33 4 1,-55-3-1276</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3.723"/>
    </inkml:context>
    <inkml:brush xml:id="br0">
      <inkml:brushProperty name="width" value="0.1" units="cm"/>
      <inkml:brushProperty name="height" value="0.1" units="cm"/>
      <inkml:brushProperty name="color" value="#E71224"/>
    </inkml:brush>
  </inkml:definitions>
  <inkml:trace contextRef="#ctx0" brushRef="#br0">0 1 3569,'0'0'625,"16"2"3986,5 8-4132,-1 0 0,0 1 0,21 15 1,-4-2 51,-18-14-374,2 0 0,-1-2 0,25 7 0,-16-4-398,-18-7-1045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4.065"/>
    </inkml:context>
    <inkml:brush xml:id="br0">
      <inkml:brushProperty name="width" value="0.1" units="cm"/>
      <inkml:brushProperty name="height" value="0.1" units="cm"/>
      <inkml:brushProperty name="color" value="#E71224"/>
    </inkml:brush>
  </inkml:definitions>
  <inkml:trace contextRef="#ctx0" brushRef="#br0">298 1 3505,'0'0'2028,"-10"2"745,-12 9-2122,1 0 1,0 1 0,0 1-1,-32 28 1,13-8-19,-45 53-1,72-71-678,2 0-294</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7.200"/>
    </inkml:context>
    <inkml:brush xml:id="br0">
      <inkml:brushProperty name="width" value="0.1" units="cm"/>
      <inkml:brushProperty name="height" value="0.1" units="cm"/>
      <inkml:brushProperty name="color" value="#E71224"/>
    </inkml:brush>
  </inkml:definitions>
  <inkml:trace contextRef="#ctx0" brushRef="#br0">82 2 1248,'0'0'1910,"-17"1"488,-26 5-1270,27 2 605,16-8-1701,0 0-1,0 0 0,-1 0 1,1 0-1,0 0 0,-1 0 1,1 0-1,0 0 0,0 1 1,-1-1-1,1 0 0,0 0 1,0 0-1,0 0 0,-1 1 1,1-1-1,0 0 0,0 0 1,0 0-1,-1 1 0,1-1 1,0 0-1,0 0 0,0 1 1,0-1-1,0 0 0,0 0 1,0 1-1,0-1 0,-1 0 1,1 1-1,0-1 0,0 0 1,0 0-1,0 1 0,0-1 1,0 0-1,1 0 0,-1 1 1,0-1-1,0 0 0,0 1 1,0-1-1,0 0 0,0 0 1,0 1-1,0-1 0,1 0 1,-1 0-1,0 0 0,0 1 1,0-1-1,1 0 1,-1 0-1,0 0 0,0 1 1,0-1-1,1 0 0,-1 0 1,1 0-1,4 2 7,0-1 0,0 0 0,1 0 0,-1 0 0,0-1 0,1 0 0,-1 0-1,0 0 1,8-2 0,56-13 244,-53 10-428,0 1 1,0 1-1,30-3 1,-37 6-1365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7.686"/>
    </inkml:context>
    <inkml:brush xml:id="br0">
      <inkml:brushProperty name="width" value="0.1" units="cm"/>
      <inkml:brushProperty name="height" value="0.1" units="cm"/>
      <inkml:brushProperty name="color" value="#E71224"/>
    </inkml:brush>
  </inkml:definitions>
  <inkml:trace contextRef="#ctx0" brushRef="#br0">1 19 1632,'0'0'5664,"16"1"-3541,121-12-1380,-80 5-1124,-25 3-366</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8.125"/>
    </inkml:context>
    <inkml:brush xml:id="br0">
      <inkml:brushProperty name="width" value="0.1" units="cm"/>
      <inkml:brushProperty name="height" value="0.1" units="cm"/>
      <inkml:brushProperty name="color" value="#E71224"/>
    </inkml:brush>
  </inkml:definitions>
  <inkml:trace contextRef="#ctx0" brushRef="#br0">0 34 2000,'0'0'2521,"16"-1"-8,85-11-1549,73-7-1667,-140 18-911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8.595"/>
    </inkml:context>
    <inkml:brush xml:id="br0">
      <inkml:brushProperty name="width" value="0.1" units="cm"/>
      <inkml:brushProperty name="height" value="0.1" units="cm"/>
      <inkml:brushProperty name="color" value="#E71224"/>
    </inkml:brush>
  </inkml:definitions>
  <inkml:trace contextRef="#ctx0" brushRef="#br0">1 37 2401,'0'0'3811,"15"-1"-693,321-31-3581,-307 29-1346</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9.030"/>
    </inkml:context>
    <inkml:brush xml:id="br0">
      <inkml:brushProperty name="width" value="0.1" units="cm"/>
      <inkml:brushProperty name="height" value="0.1" units="cm"/>
      <inkml:brushProperty name="color" value="#E71224"/>
    </inkml:brush>
  </inkml:definitions>
  <inkml:trace contextRef="#ctx0" brushRef="#br0">0 18 2569,'0'0'682,"20"-1"3927,69-6-3321,66-3-1850,-139 10-686</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39.344"/>
    </inkml:context>
    <inkml:brush xml:id="br0">
      <inkml:brushProperty name="width" value="0.1" units="cm"/>
      <inkml:brushProperty name="height" value="0.1" units="cm"/>
      <inkml:brushProperty name="color" value="#E71224"/>
    </inkml:brush>
  </inkml:definitions>
  <inkml:trace contextRef="#ctx0" brushRef="#br0">1 15 1888,'20'0'585,"2"-2"567,1 1-96,-1-1-288,-2 0-216,-1 0-304,2-1-72,-5 2-112,1 1-24,-2-2-16,-1 2-40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1.126"/>
    </inkml:context>
    <inkml:brush xml:id="br0">
      <inkml:brushProperty name="width" value="0.1" units="cm"/>
      <inkml:brushProperty name="height" value="0.1" units="cm"/>
      <inkml:brushProperty name="color" value="#E71224"/>
    </inkml:brush>
  </inkml:definitions>
  <inkml:trace contextRef="#ctx0" brushRef="#br0">1 6 2489,'0'-5'9908,"4"18"-9181,10 19-563,-12-29-139,-1 0-1,1 0 1,0 0-1,0-1 0,0 1 1,0-1-1,0 1 1,1-1-1,-1 0 1,1 0-1,-1 0 1,1 0-1,0-1 1,0 1-1,4 1 1,6 4 65,17 11 27,53 23 1,-9-5-63,-19-4 95,-53-31-118,-1 3 77,-1-3-108,0 0 1,0 0 0,1 0 0,-1-1 0,0 1-1,0 0 1,-1 0 0,1-1 0,0 1 0,0 0-1,0 0 1,0 0 0,-1-1 0,1 1 0,0 0 0,-1-1-1,1 1 1,0 0 0,-1-1 0,1 1 0,-1 0-1,1-1 1,-1 1 0,1-1 0,-1 1 0,0-1-1,1 1 1,-2 0 0,-11 13-7,0-1-1,-1 0 1,-1-1 0,0 0-1,-19 10 1,19-12 12,-1 1 0,-17 18 1,-21 14 130,43-34-241,3-1-362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6.592"/>
    </inkml:context>
    <inkml:brush xml:id="br0">
      <inkml:brushProperty name="width" value="0.1" units="cm"/>
      <inkml:brushProperty name="height" value="0.1" units="cm"/>
      <inkml:brushProperty name="color" value="#E71224"/>
    </inkml:brush>
  </inkml:definitions>
  <inkml:trace contextRef="#ctx0" brushRef="#br0">1 1 1248,'0'0'4137,"1"16"615,1 66-3216,-3-61-1294,1 1-1,1-1 1,1 0 0,1 0-1,6 23 1,3 13-3105,-9-42 597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7.059"/>
    </inkml:context>
    <inkml:brush xml:id="br0">
      <inkml:brushProperty name="width" value="0.1" units="cm"/>
      <inkml:brushProperty name="height" value="0.1" units="cm"/>
      <inkml:brushProperty name="color" value="#E71224"/>
    </inkml:brush>
  </inkml:definitions>
  <inkml:trace contextRef="#ctx0" brushRef="#br0">1 0 2513,'2'4'5899,"10"15"-4103,3 12-1691,-10-20 14,-4 1-102,6 19-6,-2 0-1,-1 0 1,0 34 0,-8-12-4,2-40-1,0 0 0,1 1 1,1-1-1,0 1 0,1-1 0,0 0 1,6 24-1,-6-36-9,-1 1 1,1-1 0,-1 1-1,1-1 1,0 1-1,-1-1 1,1 0-1,0 1 1,0-1-1,0 0 1,0 0-1,2 2 1,4 1-969</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5.531"/>
    </inkml:context>
    <inkml:brush xml:id="br0">
      <inkml:brushProperty name="width" value="0.1" units="cm"/>
      <inkml:brushProperty name="height" value="0.1" units="cm"/>
      <inkml:brushProperty name="color" value="#E71224"/>
    </inkml:brush>
  </inkml:definitions>
  <inkml:trace contextRef="#ctx0" brushRef="#br0">14 41 1456,'-3'-32'8273,"-1"24"-6527,0 20-1400,3 3-218,0-1-1,1 1 0,1 0 1,0 0-1,1 0 0,0 0 1,1 0-1,1-1 0,8 20 1,-7-20-1492</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6.077"/>
    </inkml:context>
    <inkml:brush xml:id="br0">
      <inkml:brushProperty name="width" value="0.1" units="cm"/>
      <inkml:brushProperty name="height" value="0.1" units="cm"/>
      <inkml:brushProperty name="color" value="#E71224"/>
    </inkml:brush>
  </inkml:definitions>
  <inkml:trace contextRef="#ctx0" brushRef="#br0">1 0 2625,'0'0'2041,"0"12"1451,1 26-2525,1 40 98,15 103 1,-13-165-2808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8.358"/>
    </inkml:context>
    <inkml:brush xml:id="br0">
      <inkml:brushProperty name="width" value="0.1" units="cm"/>
      <inkml:brushProperty name="height" value="0.1" units="cm"/>
      <inkml:brushProperty name="color" value="#E71224"/>
    </inkml:brush>
  </inkml:definitions>
  <inkml:trace contextRef="#ctx0" brushRef="#br0">91 82 2096,'2'-9'805,"0"1"-1,1 0 1,0 0-1,1 0 1,7-11-1,0-3 2518,-11 26-3082,-6 18 36,0 1 1,-1-1-1,-1 0 0,-21 40 1,13-30-70,-14 43 0,24-56-38,0 1-1,2 0 1,0-1 0,0 33 1700,12-62-1525,-2-1-282,-1-1 1,0 0 0,0 0 0,-1 0 0,-1 0 0,3-16 0,4-18 23,23-66 1,-3 16-163,-29 90 182,4-10-606,-4 16 469,0 0 1,0-1-1,-1 1 1,1 0-1,0 0 1,0 0-1,0 0 1,-1 0-1,1 0 1,0 0-1,0 0 1,0 0-1,-1 0 1,1 1-1,0-1 1,0 0-1,-1 1 1,1-1-1,0 0 1,0 1-1,-1-1 1,1 1-1,0-1 1,-1 1-1,1-1 1,-1 1-1,1-1 1,0 2-1,22 16-35,-5-2-52,1-1 0,1-1 0,34 18-1,-24-20-1406</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9.029"/>
    </inkml:context>
    <inkml:brush xml:id="br0">
      <inkml:brushProperty name="width" value="0.1" units="cm"/>
      <inkml:brushProperty name="height" value="0.1" units="cm"/>
      <inkml:brushProperty name="color" value="#E71224"/>
    </inkml:brush>
  </inkml:definitions>
  <inkml:trace contextRef="#ctx0" brushRef="#br0">1 76 2224,'-1'-4'5036,"12"-7"-3509,-4 6-1421,0 0 0,1 1 0,0 0 0,0 0-1,0 1 1,0 0 0,1 1 0,-1 0 0,1 0 0,11 0-1,72-9 828,-35 4-774,92 0 0,-132 8-1447</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2:49.310"/>
    </inkml:context>
    <inkml:brush xml:id="br0">
      <inkml:brushProperty name="width" value="0.1" units="cm"/>
      <inkml:brushProperty name="height" value="0.1" units="cm"/>
      <inkml:brushProperty name="color" value="#E71224"/>
    </inkml:brush>
  </inkml:definitions>
  <inkml:trace contextRef="#ctx0" brushRef="#br0">67 0 3265,'-14'37'2148,"2"0"1,2 0 0,-10 61 0,17-81-2029,1-6-89,0-1 0,0 0 1,2 0-1,-1 1 1,2 15-1,1-15-1157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00.308"/>
    </inkml:context>
    <inkml:brush xml:id="br0">
      <inkml:brushProperty name="width" value="0.1" units="cm"/>
      <inkml:brushProperty name="height" value="0.1" units="cm"/>
      <inkml:brushProperty name="color" value="#E71224"/>
    </inkml:brush>
  </inkml:definitions>
  <inkml:trace contextRef="#ctx0" brushRef="#br0">0 131 2000,'1'-2'5387,"5"-15"-4089,4-16-828,-9 29 23,5-6 812,6 1-1048,-3 3-139,-1-1-1,1 1 0,0 1 0,1 0 1,0 0-1,-1 1 0,1 0 0,1 0 0,18-3 1,-21 6-73,0 0 0,0 1 0,1 0 1,-1 0-1,0 1 0,1-1 1,-1 2-1,0 0 0,9 2 0,-15-3-50,0 0 0,0 0 0,0 0 0,0 0 0,0 0-1,-1 0 1,1 1 0,-1-1 0,1 0 0,-1 1 0,1-1-1,-1 1 1,0 0 0,0-1 0,1 1 0,0 3 0,-1-2 0,-1 0 1,1-1 0,-1 1-1,1 0 1,-1 0 0,0-1 0,0 1-1,-1 0 1,1 0 0,-1-1-1,1 1 1,-1 0 0,0-1 0,0 1-1,0-1 1,-1 4 0,-16 26 19,-1-1 0,-1-1 0,-2 0-1,-33 34 1,-4 2 209,58-65-170,-1 3 120,2-3-160,-1-1 0,1 0 1,0 1-1,-1-1 0,1 1 1,0-1-1,0 1 0,-1 0 1,1-1-1,0 1 0,0-1 0,0 1 1,0-1-1,0 1 0,-1-1 1,1 1-1,0 0 0,0-1 1,1 1-1,-1-1 0,0 1 1,0 0-1,0-1 0,0 1 0,0-1 1,1 1-1,-1-1 0,0 1 1,0-1-1,1 1 0,-1-1 1,0 1-1,1-1 0,-1 1 0,1-1 1,-1 0-1,0 1 0,1-1 1,-1 1-1,1-1 0,-1 0 1,1 0-1,-1 1 0,1-1 0,-1 0 1,1 0-1,0 0 0,0 1 1,7 2-2,1-1 0,0 0 1,0 0-1,0 0 0,0-1 1,0-1-1,0 1 0,0-1 1,10-2-1,154-7 58,-163 8-1222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00.741"/>
    </inkml:context>
    <inkml:brush xml:id="br0">
      <inkml:brushProperty name="width" value="0.1" units="cm"/>
      <inkml:brushProperty name="height" value="0.1" units="cm"/>
      <inkml:brushProperty name="color" value="#E71224"/>
    </inkml:brush>
  </inkml:definitions>
  <inkml:trace contextRef="#ctx0" brushRef="#br0">0 0 3617,'1'0'4725,"16"1"-3113,-10-1-1454,0 1 0,0 1-1,1-1 1,-2 1 0,1 1 0,0-1-1,0 1 1,-1 0 0,1 1-1,7 5 1,156 103 1899,-155-99-3748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01.262"/>
    </inkml:context>
    <inkml:brush xml:id="br0">
      <inkml:brushProperty name="width" value="0.1" units="cm"/>
      <inkml:brushProperty name="height" value="0.1" units="cm"/>
      <inkml:brushProperty name="color" value="#E71224"/>
    </inkml:brush>
  </inkml:definitions>
  <inkml:trace contextRef="#ctx0" brushRef="#br0">211 1 2441,'0'0'4074,"-13"10"-1504,-4 3-2358,-10 6 645,1 3 1,-42 43-1,67-64-828,0 0 0,0 0 0,1 0-1,-1 0 1,0 0 0,0 0 0,1 0 0,-1 0-1,1 1 1,-1-1 0,1 0 0,-1 0-1,1 0 1,0 1 0,-1 1 0,15 24 586,7 5-649,-17-25 23,-3-4 6,-2 4 18,-21 98 1167,-38 108-1,59-209-1142,0-2-6,0-1 0,0 1 0,1 0-1,-1 0 1,1 0 0,-1 0 0,1 0 0,0 0-1,0 0 1,0 0 0,0 0 0,0 0-1,0 0 1,1 0 0,0 3 0,3 1-489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07.205"/>
    </inkml:context>
    <inkml:brush xml:id="br0">
      <inkml:brushProperty name="width" value="0.05" units="cm"/>
      <inkml:brushProperty name="height" value="0.05" units="cm"/>
      <inkml:brushProperty name="color" value="#004F8B"/>
    </inkml:brush>
  </inkml:definitions>
  <inkml:trace contextRef="#ctx0" brushRef="#br0">119 100 960,'0'0'1280,"-16"-3"1805,-69-10 160,77 13-2912,3 0 1330,0 0-283,18-5-898,17-2-324,0 1 1,1 2-1,-1 1 0,38 2 1,61-7 352,-71 2-265,-24 3-78,0-1 0,0-2 1,-1-2-1,35-11 0,-62 16-1427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07.891"/>
    </inkml:context>
    <inkml:brush xml:id="br0">
      <inkml:brushProperty name="width" value="0.05" units="cm"/>
      <inkml:brushProperty name="height" value="0.05" units="cm"/>
      <inkml:brushProperty name="color" value="#004F8B"/>
    </inkml:brush>
  </inkml:definitions>
  <inkml:trace contextRef="#ctx0" brushRef="#br0">1 7 1344,'0'0'2491,"11"-7"5959,2 92-7848,-9-37-113,14 72 1,-15-97-332,0 0 0,-2 42 0,-1-62-183,0-1-1111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0.737"/>
    </inkml:context>
    <inkml:brush xml:id="br0">
      <inkml:brushProperty name="width" value="0.05" units="cm"/>
      <inkml:brushProperty name="height" value="0.05" units="cm"/>
      <inkml:brushProperty name="color" value="#004F8B"/>
    </inkml:brush>
  </inkml:definitions>
  <inkml:trace contextRef="#ctx0" brushRef="#br0">0 146 1816,'0'0'4331,"2"-22"506,2-8-4571,-2 22-7,19-12 1181,12-7-1284,-32 26-111,-1 0-1,1 1 0,0-1 0,0 0 0,0 1 0,0-1 0,0 0 0,0 1 0,-1-1 0,1 1 0,0 0 0,0-1 0,1 1 0,-1 0 0,0-1 0,0 1 0,0 0 1,0 0-1,2 0 0,5-2 172,0-2-98,1 0-1,-1 1 1,1 0-1,0 0 1,10-1-1,-12 3-124,-2-1 53,0 1 1,0 0 0,-1 1-1,1-1 1,0 1 0,0 0-1,0 0 1,5 1 0,7 0 77,-13-1-85,-3 0-40,-1 0 0,1 0 0,0-1 0,0 1 0,0 0 0,0 0 0,0 0 0,-1 0 0,1 0 0,0 0 0,0 0 0,0 0 0,0 1 0,0-1 0,-1 0 0,1 0 0,0 1 0,0-1 0,0 1 0,-1-1 0,1 0 0,0 1 0,0 0 0,-1-1 0,1 1 0,-1-1 0,1 1 0,0 0 0,-1-1 0,1 1 0,-1 0 0,0 0 0,1-1 0,-1 1 1,1 0-1,-1 0 0,0 0 0,0-1 0,1 2 0,1 16-4,-1-12 4,-1-1 1,1 0-1,-1 1 1,0-1-1,-1 10 1,-4 27 21,3-36-13,0-1-1,-1 0 1,1 0 0,-1 0 0,0 0-1,-1-1 1,1 1 0,-1-1 0,-7 7-1,9-9-1,-4 5 7,-23 21 110,22-23-118,1 0 0,0 0-1,0 0 1,-6 9 0,-21 20-13,1-4 14,22-21 40,-13 13 18,23-21-43,-1-1 0,1 0 0,0 1 0,-1-1 0,1 1-1,0-1 1,-1 0 0,1 1 0,0-1 0,-1 1 0,1-1 0,0 1 0,0-1-1,0 1 1,-1-1 0,1 1 0,0-1 0,0 1 0,0-1 0,0 1 0,0-1 0,0 1-1,0-1 1,0 1 0,0-1 0,0 1 0,0 0 0,0-1 0,1 1 0,-1-1-1,0 1 1,1 0 0,12 1 75,-4 1-84,-6-2-5,-1 0 0,1-1 0,0 1 0,0-1 0,0 1 0,-1-1 1,1 0-1,0 0 0,0 0 0,0-1 0,0 1 0,-1-1 0,6-1 0,163-12 204,-59 11 77,-105 4-228,4-3 392,-7-18-152,-3-20-1427</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3.294"/>
    </inkml:context>
    <inkml:brush xml:id="br0">
      <inkml:brushProperty name="width" value="0.05" units="cm"/>
      <inkml:brushProperty name="height" value="0.05" units="cm"/>
      <inkml:brushProperty name="color" value="#004F8B"/>
    </inkml:brush>
  </inkml:definitions>
  <inkml:trace contextRef="#ctx0" brushRef="#br0">0 27 1720,'0'0'3681,"1"-13"2475,0 0-3910,13 20-2050,-6-3-153,-1 0 0,0 1-1,0 0 1,0 1 0,-1-1 0,1 1 0,-1 0-1,-1 1 1,8 9 0,11 22 234,-12-20-154,0 2 0,13 29 0,-18-27-88,-2-1 0,0 0 1,-2 1-1,0 0 0,-2 0 1,0 0-1,-3 28 0,-5 6 87,6-52-105,1 1 1,-1-1-1,-1 0 1,1 0-1,0 0 1,-1 0 0,0 0-1,0 0 1,0 0-1,-4 4 1,-24 27 1133,29-29-1406</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4.637"/>
    </inkml:context>
    <inkml:brush xml:id="br0">
      <inkml:brushProperty name="width" value="0.05" units="cm"/>
      <inkml:brushProperty name="height" value="0.05" units="cm"/>
      <inkml:brushProperty name="color" value="#004F8B"/>
    </inkml:brush>
  </inkml:definitions>
  <inkml:trace contextRef="#ctx0" brushRef="#br0">101 128 3073,'-1'-1'164,"-4"-3"2771,-5 12-1232,5-1-1551,0 1 1,1 0-1,-1 0 1,2 0-1,-1 0 1,1 1-1,0-1 1,1 1-1,0 0 1,0 0-1,0 17 1,2-6 17,0-1 1,2 0-1,1 0 1,5 21-1,-6-32-93,0-1-1,1 1 1,0-1-1,0 1 1,1-1-1,0 0 1,0-1-1,1 1 1,-1-1-1,2 1 1,-1-2-1,11 11 1,-12-14-23,-1 0 0,0 0 0,1-1 1,-1 1-1,1-1 0,0 0 0,-1 0 0,1 0 1,0-1-1,0 1 0,0-1 0,-1 0 0,1 0 0,0 0 1,0 0-1,0-1 0,-1 0 0,1 1 0,0-1 1,-1-1-1,1 1 0,0 0 0,-1-1 0,0 0 1,1 0-1,4-3 0,3-3 33,0 1 0,-1-2 0,0 1 0,0-1 0,-1-1 0,12-15 0,-13 15-25,-1-2-1,0 1 0,0-1 1,-1 0-1,-1 0 0,0-1 1,0 0-1,-2 0 1,1 0-1,1-20 0,-4 24-56,-1 0 1,0 0-1,0 1 0,-1-1 0,0 0 1,-1 0-1,0 1 0,0-1 0,-1 1 1,0 0-1,-1 0 0,1 0 0,-2 0 1,1 0-1,-1 1 0,0 0 0,-7-7 1,5 6-54,0 1 0,-1 1-1,0-1 1,0 2 0,-1-1 0,1 1 0,-1 0 0,-1 1 0,1 0 0,0 0 0,-1 1-1,0 0 1,-15-2 0,17 4-12,0 0 0,0 0-1,0 1 1,0 0-1,-1 1 1,1-1 0,0 1-1,0 1 1,0 0-1,0 0 1,1 1 0,-1-1-1,0 2 1,1-1 0,0 1-1,0 0 1,-9 7-1,14-9 66,-1 0 0,1 0-1,0 1 1,0-1 0,0 0-1,0 1 1,0 0 0,0-1 0,1 1-1,-1 0 1,1 0 0,0 0-1,0 0 1,0 0 0,0 0-1,0 1 1,1-1 0,-1 0-1,1 0 1,0 0 0,0 1-1,0-1 1,1 0 0,-1 0-1,1 0 1,0 1 0,0-1 0,0 0-1,0 0 1,0 0 0,0 0-1,3 3 1,1 2 44,0 0 0,1-1 0,-1 1-1,1-1 1,1-1 0,-1 1 0,1-1 0,0-1 0,1 1 0,9 5 0,-6-6 50,-1 0 1,1-1 0,0 0-1,1-1 1,-1 0 0,0-1 0,1 0-1,23 0 1,4-2-472,51-8 0,-79 7 41,22-2-1631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5.169"/>
    </inkml:context>
    <inkml:brush xml:id="br0">
      <inkml:brushProperty name="width" value="0.05" units="cm"/>
      <inkml:brushProperty name="height" value="0.05" units="cm"/>
      <inkml:brushProperty name="color" value="#004F8B"/>
    </inkml:brush>
  </inkml:definitions>
  <inkml:trace contextRef="#ctx0" brushRef="#br0">1 29 3145,'0'0'692,"9"-4"1723,6-1-2067,1 0 1,0 1-1,1 0 1,-1 2-1,1 0 0,-1 0 1,1 2-1,0 0 0,-1 1 1,1 0-1,-1 2 1,26 6-1,-40-9-342,-1 1 0,1-1 0,-1 1 0,1-1-1,-1 1 1,1 0 0,-1-1 0,0 1 0,1 0 0,-1 0 0,0 0 0,0 0 0,0 0-1,0 0 1,0 0 0,0 1 0,0-1 0,0 0 0,0 1 0,0-1 0,-1 0 0,2 4-1,-2-4 4,0 1-1,0-1 0,-1 1 1,1-1-1,-1 1 0,1-1 1,-1 1-1,1-1 0,-1 1 1,0-1-1,1 0 0,-1 1 1,0-1-1,0 0 0,0 0 1,0 1-1,0-1 0,-2 1 1,-7 6 43,0 0 1,-1-1 0,0-1 0,-13 7-1,-8 3 59,15-9 27,0 1-1,0 1 1,1 0 0,0 2 0,0-1 0,-26 26-1,41-35-112,-2 4 489,13 0-106,5-3-322,1-1 0,-1 0 1,0-1-1,0-1 0,0 0 0,26-6 0,26-6-579,-31 7-478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6.577"/>
    </inkml:context>
    <inkml:brush xml:id="br0">
      <inkml:brushProperty name="width" value="0.05" units="cm"/>
      <inkml:brushProperty name="height" value="0.05" units="cm"/>
      <inkml:brushProperty name="color" value="#004F8B"/>
    </inkml:brush>
  </inkml:definitions>
  <inkml:trace contextRef="#ctx0" brushRef="#br0">9 1 1896,'0'0'4611,"-1"4"-4162,-3 32 16,1 1 0,2 1-1,4 37 1,0 11-122,-3 42 540,0-116-1274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7.151"/>
    </inkml:context>
    <inkml:brush xml:id="br0">
      <inkml:brushProperty name="width" value="0.05" units="cm"/>
      <inkml:brushProperty name="height" value="0.05" units="cm"/>
      <inkml:brushProperty name="color" value="#004F8B"/>
    </inkml:brush>
  </inkml:definitions>
  <inkml:trace contextRef="#ctx0" brushRef="#br0">0 181 2873,'40'-4'3991,"23"13"-2177,-6 0-1225,-39-8-480,-1 0-1,0-2 0,1 0 1,-1-1-1,0 0 0,20-6 1,-33 7-77,0-1 0,0 1 0,0-1 1,0 1-1,0-1 0,-1-1 1,1 1-1,-1 0 0,1-1 0,-1 0 1,0 1-1,0-1 0,0 0 1,0-1-1,-1 1 0,1-1 0,-1 1 1,0-1-1,0 1 0,0-1 1,-1 0-1,1 0 0,-1 0 0,0 0 1,0 0-1,0-1 0,-1 1 1,1 0-1,-1 0 0,-1-8 0,0 1-29,0 0 1,-1 0-1,0 0 0,-1 0 0,-5-12 0,8 22-82,-1 1-553,0 1 594,0-1 0,0 0-1,1 1 1,-1-1-1,0 1 1,0-1 0,0 1-1,1 0 1,-1-1-1,0 1 1,1 0 0,-1-1-1,0 1 1,1 0-1,-1 0 1,1 0-1,-1-1 1,1 1 0,0 0-1,-1 0 1,0 2-1,-4 22 183,13 189 1104,-3-103-703,-7-63-230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8.086"/>
    </inkml:context>
    <inkml:brush xml:id="br0">
      <inkml:brushProperty name="width" value="0.05" units="cm"/>
      <inkml:brushProperty name="height" value="0.05" units="cm"/>
      <inkml:brushProperty name="color" value="#004F8B"/>
    </inkml:brush>
  </inkml:definitions>
  <inkml:trace contextRef="#ctx0" brushRef="#br0">496 10 2312,'-5'-2'278,"1"1"0,-1-1 0,0 1 0,1 0 0,-1 0 0,0 0 0,0 1 0,0-1 0,0 1-1,1 0 1,-1 1 0,0-1 0,0 1 0,0 0 0,0 0 0,1 1 0,-5 1 0,-11 6 34,1 0 1,-31 20 0,7-3 401,22-15-540,-12 5 219,1 2 1,-44 34 0,67-45-338,0 1 0,0 0 0,1 1 0,0 0 0,1 0 1,0 0-1,0 1 0,1 0 0,0 1 0,1-1 1,-7 23-1,6-14-3,2 1 0,1 0 1,0 0-1,1 0 0,2 0 1,0 0-1,0 0 0,2 1 1,1-2-1,1 1 0,0 0 1,1-1-1,1 1 1,1-1-1,1-1 0,1 0 1,0 0-1,21 29 0,-17-31 63,1-1 1,1-1-1,1 0 0,0-1 0,1-1 0,0 0 0,0-2 1,2 0-1,33 14 0,-37-20 0,1 0 0,-1-1 1,0-1-1,1-1 0,-1 0 0,1-1 0,-1 0 1,1-1-1,-1-1 0,1-1 0,26-8 1,-8 1 90,0-3 0,0-1 1,60-34-1,-81 40-147,0-1-1,0-1 0,-1 0 0,0-1 1,-1 0-1,0 0 0,-1-1 1,0-1-1,-1 0 0,0 0 0,-1-1 1,-1 0-1,0 0 0,-1 0 1,7-24-1,-8 17-53,-1 1 0,0-1 0,-1 0 1,-2 0-1,0 0 0,-1 0 0,-1-1 0,-1 1 1,-1 1-1,-1-1 0,-8-24 0,7 31-36,0 1 0,-2 1 1,1-1-1,-2 1 0,0 0 0,0 1 0,-1 0 0,0 0 0,-1 1 1,0 0-1,-1 1 0,0 0 0,0 1 0,-1 0 0,0 0 0,0 2 1,-1-1-1,-13-4 0,11 5-94,-1 1 1,1 0-1,-1 1 0,0 0 1,0 1-1,0 1 0,-1 1 1,1 0-1,0 1 0,-1 1 1,1 0-1,0 1 0,0 1 1,0 1-1,-22 7 0,1 6-1337</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19.451"/>
    </inkml:context>
    <inkml:brush xml:id="br0">
      <inkml:brushProperty name="width" value="0.05" units="cm"/>
      <inkml:brushProperty name="height" value="0.05" units="cm"/>
      <inkml:brushProperty name="color" value="#004F8B"/>
    </inkml:brush>
  </inkml:definitions>
  <inkml:trace contextRef="#ctx0" brushRef="#br0">320 49 2697,'0'-2'157,"0"1"0,0-1 1,0 0-1,0 0 1,0 0-1,-1 0 1,1 0-1,-1 1 0,1-1 1,-1 0-1,0 0 1,0 1-1,1-1 1,-1 0-1,0 1 1,-1-1-1,1 1 0,0-1 1,0 1-1,-1 0 1,1-1-1,-3 0 1,2 0-69,-1 1 0,0 0 1,0 0-1,-1 0 0,1 0 1,0 0-1,0 1 0,0-1 1,0 1-1,-1 0 0,1 0 1,-4 1-1,-9 1 77,0 1 0,0 1 0,-31 11 0,46-15-143,-17 6 134,1 1 0,-1 1 0,1 1 0,-16 10-1,28-16-120,1 0-1,0 0 0,0 1 1,0-1-1,0 1 0,1 0 1,-1 0-1,1 1 0,0-1 1,0 1-1,1-1 0,-1 1 1,1 0-1,0 0 0,0 0 0,1 0 1,0 0-1,-1 0 0,1 7 1,0-4 10,1 0 1,0 0 0,1 0 0,0 1-1,0-1 1,1 0 0,0 0-1,0-1 1,1 1 0,0 0-1,0-1 1,1 1 0,0-1-1,0 0 1,0 0 0,1-1-1,0 0 1,8 9 0,-5-8 38,0-1 1,1 1-1,0-1 1,-1-1-1,2 0 1,-1 0 0,1-1-1,-1 0 1,1 0-1,0-1 1,1 0-1,-1-1 1,21 2-1,-16-3 0,0-1-1,-1 0 1,1-1-1,0-1 1,0 0-1,-1-1 1,0 0-1,16-6 1,-25 7-45,0 0 0,-1 0 0,1-1 0,0 1-1,-1-1 1,1 0 0,-1 0 0,0-1 0,0 1 0,0-1 0,-1 0 0,1 0 0,-1 0 0,0-1 0,0 1 0,0-1 0,-1 1 0,0-1 0,0 0 0,0 0 0,0 0-1,-1 0 1,1 0 0,-2-1 0,2-6 0,-2 0-21,1 1 0,-2 0-1,0-1 1,0 1 0,-1 0-1,0 0 1,-1 0 0,-1 0-1,1 0 1,-2 1-1,-7-15 1,9 20-64,0-1 1,-1 1-1,0 0 0,0 0 0,0 0 0,-1 1 1,0 0-1,0 0 0,0 0 0,0 0 0,0 1 1,-1-1-1,0 2 0,1-1 0,-1 0 0,0 1 1,0 0-1,-1 1 0,1-1 0,0 1 1,-11 0-1,8 1-272,-1 0 1,0 0 0,0 1-1,0 1 1,0-1-1,1 2 1,-16 5 0,1 4-2330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20.229"/>
    </inkml:context>
    <inkml:brush xml:id="br0">
      <inkml:brushProperty name="width" value="0.05" units="cm"/>
      <inkml:brushProperty name="height" value="0.05" units="cm"/>
      <inkml:brushProperty name="color" value="#004F8B"/>
    </inkml:brush>
  </inkml:definitions>
  <inkml:trace contextRef="#ctx0" brushRef="#br0">681 79 2272,'-6'-7'205,"0"0"0,-1 1 0,0 0 0,0 0 0,0 0 0,-1 1 0,1 0 0,-1 0 0,-1 1 0,1 0 0,-1 1 0,1 0 0,-1 0 0,0 1-1,0 0 1,0 0 0,0 1 0,0 0 0,-1 1 0,-17 1 0,8 0-94,0 1-1,1 1 1,-1 1 0,1 1 0,-1 0-1,1 1 1,1 1 0,-1 0-1,1 2 1,1 0 0,0 1-1,0 0 1,1 1 0,0 1-1,0 1 1,2 0 0,0 0-1,-16 22 1,3-2 167,1 2 0,2 0 0,-25 50 0,41-70-214,0 1 0,1 0 1,1 0-1,1 0 0,0 1 1,1-1-1,1 1 0,0 0 0,1 0 1,1 0-1,3 21 0,2 0 64,1 1 0,3-1 0,1 0 1,1-1-1,31 67 0,-35-90-56,1 0 0,0 0 1,1-1-1,1-1 1,0 1-1,1-1 0,0-1 1,0 0-1,1-1 0,1 0 1,0-1-1,0 0 0,1-1 1,0 0-1,0-1 1,1-1-1,20 6 0,6-2 126,2-2 0,-1-1 0,1-3 0,80-1-1,-66-6 4,0-2-1,0-3 0,64-18 0,-102 22-140,-1-1 1,1-1-1,-1-1 1,-1 0-1,1-2 0,-1 0 1,-1-1-1,0 0 0,0-1 1,-1-1-1,-1-1 0,0 0 1,0-1-1,-1 0 1,-1-1-1,-1 0 0,0-1 1,14-28-1,-14 21-36,-1 0 0,0-1 0,-2-1 1,-1 1-1,-1-1 0,-2-1 0,0 1 0,-1 0 0,-2-1 0,-2-31 0,0 38-66,-1 0-1,-2 1 1,0-1-1,0 1 1,-2 0-1,0 0 1,-2 1-1,1 0 1,-2 0-1,0 1 1,-2 0-1,1 0 1,-2 1-1,-19-20 1,15 20-104,1 0 1,-2 2-1,0 0 0,-1 1 1,0 1-1,-1 0 1,0 1-1,0 2 0,-1 0 1,0 1-1,-1 0 0,1 2 1,-1 1-1,-34-3 0,-37 5-1289</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21.598"/>
    </inkml:context>
    <inkml:brush xml:id="br0">
      <inkml:brushProperty name="width" value="0.05" units="cm"/>
      <inkml:brushProperty name="height" value="0.05" units="cm"/>
      <inkml:brushProperty name="color" value="#004F8B"/>
    </inkml:brush>
  </inkml:definitions>
  <inkml:trace contextRef="#ctx0" brushRef="#br0">137 220 1800,'0'0'1809,"-4"4"-917,-2 2-771,0 1 1,1 0-1,0 1 0,1-1 1,0 1-1,0 0 1,0 0-1,-4 15 0,-18 80 628,20-75-480,-6 36 150,8-38 256,4-23 163,1-9 481,19-105-586,57-263-527,-76 370-263,0 0 1,1 1-1,-1-1 0,1 0 0,0 1 1,0 0-1,3-5 0,-5 8 34,1-1-1,-1 1 1,0-1-1,1 1 1,-1 0-1,0-1 0,1 1 1,-1 0-1,1 0 1,-1-1-1,1 1 1,-1 0-1,0 0 1,1 0-1,-1-1 0,1 1 1,-1 0-1,1 0 1,-1 0-1,1 0 1,-1 0-1,1 0 0,-1 0 1,2 0-1,-1 1-9,0-1-1,-1 1 0,1 0 0,0-1 1,0 1-1,-1 0 0,1 0 1,0-1-1,-1 1 0,1 0 0,0 0 1,-1 0-1,1 0 0,-1 0 0,0 0 1,1 0-1,-1 1 0,28 83-746,-22-61 887,1 0 0,1-1 0,2 0 0,0 0 0,1-1-1,23 33 1,-23-40 9,-7-8 9,1 0-1,1-1 0,11 12 1,-16-17 854,-7-2-834,-114-38-25,91 28-247,1 1 0,-2 1 0,1 1 0,-51-6 0,68 14-1053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22.403"/>
    </inkml:context>
    <inkml:brush xml:id="br0">
      <inkml:brushProperty name="width" value="0.05" units="cm"/>
      <inkml:brushProperty name="height" value="0.05" units="cm"/>
      <inkml:brushProperty name="color" value="#004F8B"/>
    </inkml:brush>
  </inkml:definitions>
  <inkml:trace contextRef="#ctx0" brushRef="#br0">448 19 1736,'-13'-1'351,"0"2"0,0-1 0,0 2-1,1 0 1,-1 0 0,0 1 0,1 1-1,-1 0 1,1 1 0,1 0 0,-1 1-1,0 0 1,1 0 0,1 2-1,-16 12 1,-2 4-100,2 1 0,1 2 0,1 0 0,1 1 0,1 2-1,2 0 1,1 1 0,-15 34 0,30-53-180,1-1-1,0 0 1,1 1-1,0 0 0,0 0 1,1-1-1,1 1 1,0 0-1,1 0 1,0 0-1,1 0 1,0-1-1,0 1 1,2-1-1,4 14 1,9 15 89,1 0 0,40 63 0,-50-90-83,0 0-1,1-1 0,0 0 0,1-1 0,1 0 0,0 0 0,0-1 1,1 0-1,0-1 0,0-1 0,26 13 0,-26-16 18,1 0-1,-1-1 1,1-1-1,-1 0 1,1 0-1,0-2 1,0 1-1,0-2 1,0 0-1,0 0 1,0-1-1,0-1 1,0 0-1,15-5 1,-2-1 8,0-1 1,-1-2 0,-1 0-1,1-2 1,-2 0-1,0-2 1,-1 0-1,0-2 1,-1 0-1,23-25 1,-23 19-3,-1-1 0,-1-1 1,-1 0-1,-1-1 0,-1-1 0,-2-1 0,0 0 0,15-50 1,-24 60-102,-1 0 1,-1-1 0,0 1 0,-2-1 0,0 0 0,-1 1-1,-1-1 1,0 0 0,-2 1 0,0-1 0,-1 1-1,-10-29 1,10 35-47,-1 1-1,0 0 1,0 0-1,-1 1 1,-1-1 0,0 1-1,0 1 1,-1-1-1,0 1 1,0 1-1,-1-1 1,-1 2-1,1-1 1,-1 1 0,0 0-1,-1 1 1,1 1-1,-1-1 1,0 2-1,-15-5 1,10 5-42,0 1-1,0 0 1,-1 2 0,1 0 0,0 0-1,0 2 1,-1 0 0,1 1 0,0 0-1,0 2 1,-19 5 0,-30 20-735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28.321"/>
    </inkml:context>
    <inkml:brush xml:id="br0">
      <inkml:brushProperty name="width" value="0.05" units="cm"/>
      <inkml:brushProperty name="height" value="0.05" units="cm"/>
    </inkml:brush>
  </inkml:definitions>
  <inkml:trace contextRef="#ctx0" brushRef="#br0">308 99 2857,'25'-77'7132,"-25"76"-6949,0 1-32,0-1-146,0 1 1,0-1-1,0 1 1,0-1-1,0 1 1,0-1 0,-1 1-1,1-1 1,0 1-1,0-1 1,0 1-1,-1-1 1,1 1-1,0 0 1,0-1-1,-1 1 1,1 0-1,0-1 1,-1 1-1,1 0 1,0-1-1,-1 1 1,1 0-1,-1-1 1,1 1-1,0 0 1,-1 0 0,1 0-1,-1-1 1,1 1-1,-1 0 1,1 0-1,-1 0 1,1 0-1,-1 0 1,1 0-1,-1 0 1,0 0-1,-30-7-7,30 7 0,-1-1 1,1 1 0,-1 0-1,1-1 1,-1 1 0,1 0 0,0 0-1,-1 0 1,1 0 0,-1 0 0,1 1-1,-1-1 1,1 0 0,-1 1-1,1-1 1,-1 1 0,1-1 0,-3 2-1,-2 1-3,-16 3 13,1 1 1,0 1-1,0 1 0,1 1 0,0 0 0,-18 14 1,30-18 18,0 1 0,0 0-1,1 1 1,0-1 0,1 1 0,-1 1 0,2-1 0,-10 19 0,11-21-5,2 0 1,-1 1-1,1-1 0,0 1 0,0 0 1,1 0-1,0-1 0,0 1 0,0 0 1,1 0-1,0 0 0,1 0 0,-1 0 0,3 9 1,-2-14 5,0 0 1,0 1 0,0-1-1,0 0 1,0 0 0,1 0-1,-1 0 1,1 0 0,-1 0-1,1 0 1,0-1 0,0 1-1,0-1 1,0 1-1,0-1 1,0 1 0,0-1-1,0 0 1,0 0 0,1 0-1,-1-1 1,0 1 0,1 0-1,-1-1 1,1 1 0,3-1-1,9 1 94,-1-1-1,1 0 1,21-4 0,-9 1-151,-11 2 0,0 1 0,0 0 0,-1 2 0,29 5 0,-37-5 23,1 0-1,-1 0 0,0 1 0,0 0 1,0 0-1,0 1 0,0 0 0,-1 0 1,0 0-1,0 1 0,0 0 0,5 6 1,-10-10 7,0 0 1,0 0-1,0 0 1,0 0 0,0 0-1,0 0 1,-1 1 0,1-1-1,0 0 1,-1 1 0,1-1-1,-1 0 1,0 1-1,1-1 1,-1 0 0,0 1-1,0-1 1,0 1 0,0-1-1,0 1 1,0-1 0,0 0-1,-1 1 1,1-1-1,0 1 1,-2 2 0,1-2 5,-1 1 0,0 0 0,0-1 0,-1 1 0,1-1 0,0 0 0,-1 0 0,0 0 0,1 0 0,-1 0 0,-4 2 0,-4 1 26,0 0 1,0 0-1,-1-1 1,1-1-1,-20 4 1,-72 1 215,93-8-176,0 0 1,0-1 0,0 0 0,0 0-1,0-1 1,1 0 0,-1-1-1,-11-5 1,19 8 8</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29.233"/>
    </inkml:context>
    <inkml:brush xml:id="br0">
      <inkml:brushProperty name="width" value="0.05" units="cm"/>
      <inkml:brushProperty name="height" value="0.05" units="cm"/>
    </inkml:brush>
  </inkml:definitions>
  <inkml:trace contextRef="#ctx0" brushRef="#br0">1 38 1424,'1'-19'2104,"1"0"3410,-2 34-3424,0 40-691,4-45-2282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29.482"/>
    </inkml:context>
    <inkml:brush xml:id="br0">
      <inkml:brushProperty name="width" value="0.05" units="cm"/>
      <inkml:brushProperty name="height" value="0.05" units="cm"/>
    </inkml:brush>
  </inkml:definitions>
  <inkml:trace contextRef="#ctx0" brushRef="#br0">11 84 1568,'-6'-11'456,"2"-1"2809,4 11-2729,0-1-16,0 1 48,1-1 17,1-1-97,-1 1-40,1-1-160,24-44-56</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30.093"/>
    </inkml:context>
    <inkml:brush xml:id="br0">
      <inkml:brushProperty name="width" value="0.05" units="cm"/>
      <inkml:brushProperty name="height" value="0.05" units="cm"/>
    </inkml:brush>
  </inkml:definitions>
  <inkml:trace contextRef="#ctx0" brushRef="#br0">51 85 2417,'0'0'1021,"-1"11"3346,-5 43-4089,-2-15 393,-1-1 0,-18 45 1992,32-89-1860,7-16-643,0 0 1,-2 0-1,8-27 1,-11 29-175,0 0 1,2 0 0,0 1 0,1 0 0,1 1-1,17-23 1,-26 38-23,0 1 1,1-1-1,-1 1 0,1 0 1,-1-1-1,1 1 0,0 0 0,0 1 1,0-1-1,0 0 0,0 1 1,1 0-1,-1 0 0,0 0 0,1 0 1,-1 0-1,0 0 0,7 1 0,-5 0-9,-1 1-1,0 0 0,1 0 0,-1 0 0,0 0 0,0 1 0,0 0 0,0 0 0,0 0 0,-1 0 1,1 1-1,-1-1 0,5 4 0,1 3 29,-1 0 0,1 1 0,-2-1 1,1 1-1,-1 1 0,-1-1 0,0 1 0,0 0 0,6 20 1,-9-19 94,0 1 0,-1 0 1,0 1-1,-1-1 1,-1 0-1,0 0 1,-1 1-1,0-1 1,-1 0-1,-3 13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30.815"/>
    </inkml:context>
    <inkml:brush xml:id="br0">
      <inkml:brushProperty name="width" value="0.05" units="cm"/>
      <inkml:brushProperty name="height" value="0.05" units="cm"/>
    </inkml:brush>
  </inkml:definitions>
  <inkml:trace contextRef="#ctx0" brushRef="#br0">101 201 4089,'-1'0'223,"1"0"1,-1 0 0,0 1-1,0-1 1,1 0-1,-1 0 1,0 0-1,0 1 1,1-1 0,-1 0-1,0 1 1,0-1-1,1 0 1,-1 1-1,1-1 1,-1 1-1,0-1 1,1 1 0,-1 0-1,-8 21-484,8-17 697,-5 15-204,2 0 0,1 0 0,0 0 0,0 39-1,1-15 159,1-25-76,0 0 1,4 35 0,-2-48-222,0 0 1,1 1-1,0-1 1,0 0 0,0 0-1,0 0 1,1 0-1,0 0 1,0-1-1,1 1 1,8 9 0,-10-13-31,0-1 1,1 1-1,-1 0 0,1-1 1,-1 0-1,1 0 1,0 0-1,-1 0 1,1 0-1,0 0 1,0-1-1,0 1 1,-1-1-1,1 0 1,0 0-1,0 0 0,0 0 1,0 0-1,0-1 1,-1 1-1,1-1 1,0 0-1,0 0 1,-1 0-1,1 0 1,0 0-1,2-2 1,5-2 73,0-1 0,-1 1 0,0-1 1,0-1-1,14-12 0,-16 10-91,0 0 0,-1 0 0,0 0 0,0-1 0,-1 0-1,0 0 1,-1 0 0,0-1 0,-1 1 0,0-1 0,0 0 0,-1 0-1,-1 0 1,0 0 0,0-14 0,-1 0-32,-2 0 0,0 0 0,-1 0 0,-2 0 0,-12-40 0,12 50-48,-1 0 1,0 0-1,-2 1 0,1 0 1,-2 0-1,0 0 1,-17-19-1,23 29-15,-1 0 0,1 0 0,-1 1-1,0-1 1,0 1 0,-1 0 0,1 0 0,-1 0 0,0 1 0,1-1 0,-1 1-1,0 1 1,0-1 0,0 0 0,-1 1 0,1 0 0,0 1 0,0-1 0,-1 1 0,1 0-1,0 0 1,-1 0 0,1 1 0,0 0 0,0 0 0,-9 3 0,9-2 13,1 0 0,0 0 0,1 1 0,-1-1 0,0 1 0,1 0 0,-1 0 1,1 0-1,0 0 0,0 1 0,0-1 0,1 1 0,-1 0 0,1 0 0,0-1 0,0 2 1,0-1-1,0 0 0,1 0 0,0 1 0,0-1 0,0 0 0,0 1 0,1-1 0,0 1 1,0 7-1,0 5 48,2 1 1,0-1 0,1-1 0,0 1 0,10 28 0,-10-37 38,1 1 0,-1-1 0,1 0 0,1 0 1,0 0-1,0-1 0,0 1 0,1-1 0,0-1 1,10 10-1,-5-8-109,0 0 1,0-1 0,1 0-1,0 0 1,0-1-1,17 5 1,12 4-1559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31.378"/>
    </inkml:context>
    <inkml:brush xml:id="br0">
      <inkml:brushProperty name="width" value="0.05" units="cm"/>
      <inkml:brushProperty name="height" value="0.05" units="cm"/>
    </inkml:brush>
  </inkml:definitions>
  <inkml:trace contextRef="#ctx0" brushRef="#br0">55 47 4377,'0'-2'5047,"14"-11"-3867,17-11-843,-29 22-242,-2 2-72,0-1 0,0 1 0,1 0 0,-1-1 0,0 1 0,1-1 0,-1 1 0,0 0 0,1-1 1,-1 1-1,1 0 0,-1 0 0,0-1 0,1 1 0,-1 0 0,1 0 0,-1 0 0,1-1 0,-1 1 0,1 0 0,-1 0 1,1 0-1,-1 0 0,1 0 0,-1 0 0,1 0 0,-1 0 0,1 0 0,0 1 0,8 1 24,23 3-33,-31-5-18,-1-1 1,1 1-1,-1 0 0,1 0 0,-1 0 0,1 0 0,-1 0 1,1 0-1,-1 0 0,1 0 0,-1 1 0,1-1 0,-1 0 1,0 0-1,1 0 0,-1 0 0,1 1 0,-1-1 0,1 0 1,-1 0-1,1 1 0,-1-1 0,0 0 0,1 1 0,-1-1 1,0 0-1,1 1 0,-1-1 0,0 1 0,0-1 0,1 1 1,-1-1-1,0 1 0,0-1 0,1 1 0,3 10-41,14 25 33,-16-33 9,-2-2 3,0-1 0,1 0 0,-1 0 0,0 0 0,0 0-1,0 1 1,1-1 0,-1 0 0,0 0 0,0 1 0,0-1 0,0 0 0,0 0 0,1 1 0,-1-1-1,0 0 1,0 0 0,0 1 0,0-1 0,0 0 0,0 0 0,0 1 0,0-1 0,0 0 0,0 1-1,0-1 1,0 0 0,0 0 0,0 1 0,0-1 0,0 0 0,0 1 0,0-1 0,-1 0 0,1 0 0,0 1-1,0-1 1,0 0 0,0 0 0,-1 0 0,1 1 0,0-1 0,-1 0 0,-6 8-1,-12 12 35,-1-2-1,0 0 0,-1-1 0,-33 20 0,2-7 1055,51-29-506,6-1 90,9 0-558,0 0 0,1-1 0,14-4 0,-23 4-200,27-4-983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34.753"/>
    </inkml:context>
    <inkml:brush xml:id="br0">
      <inkml:brushProperty name="width" value="0.05" units="cm"/>
      <inkml:brushProperty name="height" value="0.05" units="cm"/>
      <inkml:brushProperty name="color" value="#004F8B"/>
    </inkml:brush>
  </inkml:definitions>
  <inkml:trace contextRef="#ctx0" brushRef="#br0">1 89 1792,'1'-52'5917,"1"29"-5550,-1 15-49,0 3 619,1 6-396,3 13-270,1 16-360,-2-8 111,-2 0 1,0 28-1,2 16 37,-4-30 1326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3.678"/>
    </inkml:context>
    <inkml:brush xml:id="br0">
      <inkml:brushProperty name="width" value="0.05" units="cm"/>
      <inkml:brushProperty name="height" value="0.05" units="cm"/>
    </inkml:brush>
  </inkml:definitions>
  <inkml:trace contextRef="#ctx0" brushRef="#br0">20 31 2977,'0'0'513,"-13"-7"5172,7 1-5141,9 2 222,17 1-713,0 1 1,1 0 0,22 1-1,39-2 825,-77 2-886,-3 1-35,0-1 0,0 1-1,0 0 1,0 0 0,0 0-1,0 0 1,0 0 0,0 0-1,0 0 1,0 1-1,-1-1 1,1 1 0,4 1-1,-3 2-2044</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4.054"/>
    </inkml:context>
    <inkml:brush xml:id="br0">
      <inkml:brushProperty name="width" value="0.05" units="cm"/>
      <inkml:brushProperty name="height" value="0.05" units="cm"/>
    </inkml:brush>
  </inkml:definitions>
  <inkml:trace contextRef="#ctx0" brushRef="#br0">0 19 2409,'0'0'2935,"15"0"672,42-7-2670,-17 2-153,73-1 0,-99 7-1094</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4.806"/>
    </inkml:context>
    <inkml:brush xml:id="br0">
      <inkml:brushProperty name="width" value="0.05" units="cm"/>
      <inkml:brushProperty name="height" value="0.05" units="cm"/>
    </inkml:brush>
  </inkml:definitions>
  <inkml:trace contextRef="#ctx0" brushRef="#br0">16 53 1720,'0'0'460,"-16"-13"7665,17 12-8097,0-1 1,1 1-1,-1 0 1,0 0-1,0 0 0,1 0 1,-1 0-1,0 0 1,1 0-1,-1 0 1,1 1-1,0-1 0,-1 0 1,1 1-1,-1-1 1,4 1-1,31-5 128,-30 4-100,57-5 233,112-6 750,-153 14-1355,-15 2-630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5.163"/>
    </inkml:context>
    <inkml:brush xml:id="br0">
      <inkml:brushProperty name="width" value="0.05" units="cm"/>
      <inkml:brushProperty name="height" value="0.05" units="cm"/>
    </inkml:brush>
  </inkml:definitions>
  <inkml:trace contextRef="#ctx0" brushRef="#br0">24 1 2713,'0'0'486,"0"9"1806,0 59 463,-16 132 1,9-142-2065,7-51-2070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5.914"/>
    </inkml:context>
    <inkml:brush xml:id="br0">
      <inkml:brushProperty name="width" value="0.05" units="cm"/>
      <inkml:brushProperty name="height" value="0.05" units="cm"/>
    </inkml:brush>
  </inkml:definitions>
  <inkml:trace contextRef="#ctx0" brushRef="#br0">0 124 4161,'0'-3'367,"1"-1"0,-1 1 0,1-1 0,0 1 0,-1-1 0,1 1 0,1-1 0,-1 1 0,0-1 0,1 1 0,0 0 0,4-6 0,-2 4-171,0 1 0,1-1 0,-1 0 0,1 1-1,0 0 1,11-6 0,-6 4-105,1 1 0,0 0 0,0 1 0,0 0 0,1 0 1,-1 1-1,20-2 0,-29 5-83,0-1-1,1 1 1,-1 0 0,0 0 0,1 0 0,-1 0 0,0 1 0,1-1 0,-1 1-1,0-1 1,0 1 0,1 0 0,-1 0 0,0 0 0,0 0 0,0 0-1,0 0 1,0 0 0,0 1 0,-1-1 0,1 1 0,0-1 0,-1 1 0,1 0-1,-1 0 1,1 0 0,-1 0 0,0 0 0,0 0 0,0 0 0,1 3 0,-1-1-4,0 0 0,-1-1 0,1 1 0,-1 0 1,0-1-1,0 1 0,0 0 0,0-1 1,-1 1-1,1 0 0,-1-1 0,0 1 0,0-1 1,0 1-1,-1-1 0,1 1 0,-1-1 1,-3 5-1,-7 7 43,-1-2 0,0 0 0,-1 0 1,0-1-1,-24 15 0,-32 28 126,65-51-97,-19 18-96,24-22 39,-1 1 0,1-1 1,0 1-1,-1 0 1,1-1-1,0 1 0,0 0 1,0-1-1,-1 1 0,1-1 1,0 1-1,0 0 1,0-1-1,0 1 0,0 0 1,0 0-1,0-1 0,0 1 1,0-1-1,1 1 1,-1 0-1,0-1 0,0 1 1,0 0-1,1-1 0,-1 1 1,0-1-1,1 1 0,-1 0 1,1-1-1,-1 1 1,1-1-1,-1 1 0,1-1 1,-1 0-1,1 1 0,-1-1 1,1 0-1,-1 1 1,1-1-1,0 0 0,-1 1 1,1-1-1,-1 0 0,2 0 1,9 5 14,0-1 0,0-1 0,0 0 0,0-1 1,0 0-1,1-1 0,12 1 0,18-2 17,-22 2 11,-1-2-1,1 0 1,0-2-1,-1 0 1,37-9-1,-55 11-541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6.433"/>
    </inkml:context>
    <inkml:brush xml:id="br0">
      <inkml:brushProperty name="width" value="0.05" units="cm"/>
      <inkml:brushProperty name="height" value="0.05" units="cm"/>
    </inkml:brush>
  </inkml:definitions>
  <inkml:trace contextRef="#ctx0" brushRef="#br0">0 2 1664,'1'-2'6603,"7"8"-6125,2 6-176,-1 1 0,0 0 1,12 26-1,-16-28-156,1 0-1,0 0 1,1 0-1,0 0 1,0-1-1,1-1 1,1 1-1,-1-1 1,16 11-1,-19-16-1256</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6.807"/>
    </inkml:context>
    <inkml:brush xml:id="br0">
      <inkml:brushProperty name="width" value="0.05" units="cm"/>
      <inkml:brushProperty name="height" value="0.05" units="cm"/>
    </inkml:brush>
  </inkml:definitions>
  <inkml:trace contextRef="#ctx0" brushRef="#br0">110 0 4401,'0'0'2479,"-9"14"-612,-3 0-1592,1 1 0,0 0 0,1 1 0,1 0 0,1 0 0,-9 23 0,9 2 295,1 0 0,3 1 0,1 0 0,3 52 1,0-61 66,1-19-275,-1-13-1385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7.940"/>
    </inkml:context>
    <inkml:brush xml:id="br0">
      <inkml:brushProperty name="width" value="0.05" units="cm"/>
      <inkml:brushProperty name="height" value="0.05" units="cm"/>
    </inkml:brush>
  </inkml:definitions>
  <inkml:trace contextRef="#ctx0" brushRef="#br0">38 52 1560,'-7'1'3609,"-19"4"-1284,24-3-1927,-1 1 524,13 1-402,13-1-457,0 0 0,0-2 1,-1-1-1,32-3 0,368-24 276,-147 12-275,249-13 3237,-480 27-3240,-36 2-401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8.376"/>
    </inkml:context>
    <inkml:brush xml:id="br0">
      <inkml:brushProperty name="width" value="0.05" units="cm"/>
      <inkml:brushProperty name="height" value="0.05" units="cm"/>
    </inkml:brush>
  </inkml:definitions>
  <inkml:trace contextRef="#ctx0" brushRef="#br0">3 11 1696,'-2'-1'6909,"20"-2"-5610,34 0-1433,142 1 447,-172 1-1122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8.693"/>
    </inkml:context>
    <inkml:brush xml:id="br0">
      <inkml:brushProperty name="width" value="0.05" units="cm"/>
      <inkml:brushProperty name="height" value="0.05" units="cm"/>
    </inkml:brush>
  </inkml:definitions>
  <inkml:trace contextRef="#ctx0" brushRef="#br0">61 2 2369,'-1'0'156,"0"0"0,1-1 0,-1 1 0,0 0 0,0 0 0,0 0 0,0 0 0,0-1 0,0 1 1,0 1-1,1-1 0,-1 0 0,0 0 0,0 0 0,0 0 0,0 1 0,0-1 0,0 0 0,1 1 1,-1-1-1,0 1 0,0-1 0,1 1 0,-1-1 0,0 1 0,1-1 0,-1 1 0,0 0 0,-4 25 1559,4-12-1303,-24 189 3014,24-195-3418,-3 38 558,4-44-560,0 0 0,0 0 0,0 0 0,1 0 0,-1 0 0,1 0 0,-1 0 0,1 0 0,0 0 0,-1 0 0,1-1 0,0 1 0,0 0 0,0 0 1,1-1-1,-1 1 0,0-1 0,1 1 0,1 1 0,9 4-1138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49.239"/>
    </inkml:context>
    <inkml:brush xml:id="br0">
      <inkml:brushProperty name="width" value="0.05" units="cm"/>
      <inkml:brushProperty name="height" value="0.05" units="cm"/>
    </inkml:brush>
  </inkml:definitions>
  <inkml:trace contextRef="#ctx0" brushRef="#br0">1 61 2809,'0'-2'394,"1"-1"1,0 1-1,0 0 1,-1 0 0,1 1-1,1-1 1,-1 0-1,0 0 1,0 0 0,1 1-1,-1-1 1,1 0-1,-1 1 1,4-3 0,-1 1-9,1 0 0,0 1 0,-1-1 0,1 1 0,10-3 0,-3 1-124,0 2-1,0-1 1,1 2-1,18-1 1,-29 2-262,0-1 0,0 1 0,0 0 0,0 0 0,-1 0 0,1 0 0,0 1 0,0-1 0,0 1 0,0-1 0,0 1 0,-1-1 0,1 1 0,0 0 0,0 0 0,-1 0 0,1 0 0,-1 0 0,1 0 0,-1 0 0,1 1 0,-1-1 0,0 0 0,0 1 0,1-1 0,-1 1 0,0 0 0,0-1 0,0 1 0,-1 0 0,1-1 0,0 1 0,0 3 0,-1-1-5,0-1 0,0 1 1,0-1-1,-1 1 0,0-1 1,1 1-1,-1-1 0,0 1 1,-1-1-1,1 0 1,-1 1-1,1-1 0,-1 0 1,0 0-1,0 0 0,0 0 1,-4 3-1,-11 12 18,-33 25-1,36-33 3,0 1-1,1 1 0,1 0 0,0 0 0,-18 26 1,30-37 1,0-1 1,-1 0-1,1 1 1,0-1-1,-1 1 1,1-1-1,0 1 1,0-1-1,-1 1 1,1-1 0,0 1-1,0-1 1,0 1-1,0-1 1,0 1-1,0-1 1,0 1-1,0-1 1,0 1-1,0-1 1,0 1-1,0-1 1,0 1-1,0 0 1,0-1 0,1 1-1,-1-1 1,0 1-1,0-1 1,1 0-1,-1 1 1,0-1-1,0 1 1,1-1-1,-1 1 1,1-1-1,-1 0 1,0 1-1,1-1 1,-1 0 0,1 1-1,-1-1 1,1 0-1,-1 0 1,1 0-1,-1 1 1,1-1-1,-1 0 1,1 0-1,-1 0 1,1 0-1,-1 0 1,1 0 0,-1 0-1,1 0 1,0 0-1,36-2 299,9-9-95,-28 5-187,0 2-1,0 1 0,36-3 1,-36 6-192</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1.716"/>
    </inkml:context>
    <inkml:brush xml:id="br0">
      <inkml:brushProperty name="width" value="0.05" units="cm"/>
      <inkml:brushProperty name="height" value="0.05" units="cm"/>
    </inkml:brush>
  </inkml:definitions>
  <inkml:trace contextRef="#ctx0" brushRef="#br0">25 34 2168,'-25'-11'8051,"41"12"-6020,33 3-1902,186-31 644,-207 27-2093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2.042"/>
    </inkml:context>
    <inkml:brush xml:id="br0">
      <inkml:brushProperty name="width" value="0.05" units="cm"/>
      <inkml:brushProperty name="height" value="0.05" units="cm"/>
    </inkml:brush>
  </inkml:definitions>
  <inkml:trace contextRef="#ctx0" brushRef="#br0">62 10 3105,'-4'-2'818,"-9"-5"838,12 7-1495,1 0 1,0 0-1,-1 0 1,1 0-1,-1 0 0,1 0 1,-1 0-1,1 1 1,-1-1-1,1 0 0,0 0 1,-1 0-1,1 1 1,-1-1-1,1 0 0,0 1 1,-1-1-1,1 0 1,0 1-1,0-1 0,-1 0 1,1 1-1,-1 0 1,-3 6-25,0 1 0,1 0-1,-1 0 1,2 0 0,-1 1 0,1-1 0,0 1 0,0 11 0,0 77 628,3-65-497,-4 37 1,2-60-242,-1-4 58,1 1 1,1 0 0,-1 0-1,1 0 1,0 0 0,0 0-1,1 0 1,0 0 0,0 0-1,2 7 1,2-7-1015</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2.821"/>
    </inkml:context>
    <inkml:brush xml:id="br0">
      <inkml:brushProperty name="width" value="0.05" units="cm"/>
      <inkml:brushProperty name="height" value="0.05" units="cm"/>
    </inkml:brush>
  </inkml:definitions>
  <inkml:trace contextRef="#ctx0" brushRef="#br0">0 63 3337,'0'-2'5054,"0"0"-4956,1 1 0,-1-1 0,1 1-1,-1 0 1,1-1 0,0 1 0,-1 0 0,1-1 0,0 1-1,0 0 1,0 0 0,0 0 0,0 0 0,0 0-1,0 0 1,3-2 0,31-24 141,-28 22-101,-1 1 123,3 5-161,33-3 236,-37 2-316,-1 0-1,0 1 1,0-1 0,0 1 0,0 0 0,0 0 0,0 0-1,0 1 1,0-1 0,0 1 0,4 3 0,-8-5-20,2 1 50,12 15 32,8 17-58,-19-29-9,-3-4-13,0 0 0,1 1-1,-1-1 1,0 0 0,0 0-1,0 0 1,1 0 0,-1 1-1,0-1 1,0 0 0,0 0 0,0 0-1,1 0 1,-1 1 0,0-1-1,0 0 1,0 0 0,0 1-1,0-1 1,0 0 0,0 0-1,0 1 1,0-1 0,0 0-1,0 0 1,0 1 0,0-1-1,0 0 1,0 0 0,0 0-1,0 1 1,0-1 0,0 0-1,0 0 1,0 1 0,0-1 0,0 0-1,0 0 1,0 1 0,-1-1-1,1 0 1,0 0 0,0 0-1,0 1 1,0-1 0,-1 0-1,1 0 1,-8 9 21,-37 46 195,-79 74 0,122-128-176,1 0-1,0-1 0,0 1 1,0 0-1,0 0 0,0 1 1,0-1-1,0 0 0,0 0 1,0 0-1,1 1 0,-1-1 1,0 0-1,1 1 0,-1-1 0,1 0 1,0 1-1,-1-1 0,1 1 1,0-1-1,0 1 0,0 1 1,0-2-14,1 0-1,0 0 1,-1 0 0,1 0-1,0 0 1,0 0 0,-1 0 0,1 0-1,0 0 1,0 0 0,0 0-1,0-1 1,0 1 0,1 0 0,-1-1-1,0 1 1,0-1 0,0 1-1,2 0 1,10 2 53,0 0 1,-1-1-1,25 1 0,-32-3-82,222 4-370,-218-3-937</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3.170"/>
    </inkml:context>
    <inkml:brush xml:id="br0">
      <inkml:brushProperty name="width" value="0.05" units="cm"/>
      <inkml:brushProperty name="height" value="0.05" units="cm"/>
    </inkml:brush>
  </inkml:definitions>
  <inkml:trace contextRef="#ctx0" brushRef="#br0">1 5 4449,'1'-2'4212,"13"0"-3415,17 2-556,-30-1-233,-1 1-1,0 0 0,1 0 1,-1 0-1,1 0 0,-1 0 1,1 0-1,-1 0 0,1 0 1,-1 0-1,1 0 0,-1 1 1,1-1-1,-1 0 0,0 0 1,1 0-1,-1 0 0,1 1 1,-1-1-1,0 0 0,1 0 1,-1 1-1,1-1 0,-1 0 1,1 1-1,9 11 141,0 1-1,14 23 1,-18-25-83,1 0 0,0 0 0,1-1 0,1 0 0,-1 0 0,20 15 0,-17-17-1427</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3.478"/>
    </inkml:context>
    <inkml:brush xml:id="br0">
      <inkml:brushProperty name="width" value="0.05" units="cm"/>
      <inkml:brushProperty name="height" value="0.05" units="cm"/>
    </inkml:brush>
  </inkml:definitions>
  <inkml:trace contextRef="#ctx0" brushRef="#br0">191 3 3113,'-2'-1'-109,"2"1"226,-1-1 1,1 1 0,-1 0 0,1 0 0,-1 0-1,1 0 1,-1 0 0,1 0 0,0 0 0,-1 0-1,1 0 1,-1 0 0,1 0 0,-1 0 0,1 0-1,-1 1 1,1-1 0,0 0 0,-1 0 0,1 0 0,-1 1-1,1-1 1,0 0 0,-1 0 0,1 1 0,0-1-1,-1 0 1,1 1 0,0-1 0,0 0 0,-1 1-1,-12 11 211,2 0-1,-1 0 1,1 1-1,1 0 1,0 1-1,1 0 0,1 1 1,0 0-1,1 0 1,0 1-1,-6 25 1,-3 16 214,3 0 0,-6 61 0,16-99-394,1-9-12,1 0 1,-1 0-1,1 0 1,1 1-1,0-1 0,1 0 1,3 20-1,-4-29-110,1 0 0,-1 0-1,1 0 1,-1 0 0,1 0 0,-1 0-1,1 0 1,0 0 0,0 0-1,0 0 1,-1 0 0,1-1 0,2 3-1,4 1-302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4.072"/>
    </inkml:context>
    <inkml:brush xml:id="br0">
      <inkml:brushProperty name="width" value="0.05" units="cm"/>
      <inkml:brushProperty name="height" value="0.05" units="cm"/>
    </inkml:brush>
  </inkml:definitions>
  <inkml:trace contextRef="#ctx0" brushRef="#br0">2 16 4553,'-1'-1'7218,"22"-3"-5763,33-2-1544,-23 4 184,-17 0-139,0 2-1,1-1 1,-1 2-1,0 0 1,25 5-1,-28-2-1157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4.337"/>
    </inkml:context>
    <inkml:brush xml:id="br0">
      <inkml:brushProperty name="width" value="0.05" units="cm"/>
      <inkml:brushProperty name="height" value="0.05" units="cm"/>
    </inkml:brush>
  </inkml:definitions>
  <inkml:trace contextRef="#ctx0" brushRef="#br0">9 0 2705,'-5'8'632,"1"-3"376,4 3 112,2-2 56,5-2-79,2 0-65,2-1-168,4-1-112,1 1-192,0-3-80,1 0-183,1 0-65,1 0-88,-2 0-8,4 0-120,-1-2-432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4.811"/>
    </inkml:context>
    <inkml:brush xml:id="br0">
      <inkml:brushProperty name="width" value="0.05" units="cm"/>
      <inkml:brushProperty name="height" value="0.05" units="cm"/>
    </inkml:brush>
  </inkml:definitions>
  <inkml:trace contextRef="#ctx0" brushRef="#br0">1 56 2633,'0'-7'672,"1"0"712,7-1-448,0 1-104,7 3-87,1-2-73,4 1-144,4 1-32,0 1-64,3 0-32,0 2-104,1 1-64,-2 1-112,-1-1-40,-3 2-8,-2-2 16,-2 1-336,-2 3-632</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5.107"/>
    </inkml:context>
    <inkml:brush xml:id="br0">
      <inkml:brushProperty name="width" value="0.05" units="cm"/>
      <inkml:brushProperty name="height" value="0.05" units="cm"/>
    </inkml:brush>
  </inkml:definitions>
  <inkml:trace contextRef="#ctx0" brushRef="#br0">12 1 3393,'0'0'715,"-2"9"1936,-1 9-2163,0 0 0,1 0 0,1 1 1,1-1-1,3 30 0,0-18 197,-4 49 0,-5-3-250,6-60-1278</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5.625"/>
    </inkml:context>
    <inkml:brush xml:id="br0">
      <inkml:brushProperty name="width" value="0.05" units="cm"/>
      <inkml:brushProperty name="height" value="0.05" units="cm"/>
    </inkml:brush>
  </inkml:definitions>
  <inkml:trace contextRef="#ctx0" brushRef="#br0">106 43 3905,'2'-3'235,"0"0"0,0 1-1,0-1 1,0 1 0,0-1 0,0 1 0,1 0 0,0 0 0,-1 0 0,1 0 0,0 0-1,0 0 1,0 1 0,0 0 0,0-1 0,0 1 0,0 0 0,0 0 0,0 1-1,7-1 1,3-1 139,0 1-1,1 0 1,22 2 0,-33-1-373,-1 0 1,1 0 0,-1 1 0,1-1 0,-1 1-1,1-1 1,-1 1 0,0 0 0,1 0 0,-1 0-1,0 0 1,0 0 0,1 1 0,-1-1 0,0 0-1,0 1 1,-1 0 0,1 0 0,0-1 0,0 1-1,-1 0 1,1 0 0,-1 0 0,0 1 0,0-1-1,1 0 1,0 5 0,-1-4-4,-1 0-1,0 0 1,0 0 0,0 0 0,0 0-1,0 1 1,-1-1 0,0 0-1,1 0 1,-1 0 0,0 0-1,0 0 1,-1 0 0,1-1 0,0 1-1,-1 0 1,0-1 0,0 1-1,0-1 1,0 1 0,-4 3 0,-18 14-1,-1 0 1,-1-2 0,-31 17 0,30-20 104,1 1 1,2 1 0,-38 34 0,61-51-68,1 0 0,-1 1-1,1-1 1,0 0 0,-1 1 0,1-1-1,0 0 1,0 1 0,-1-1-1,1 1 1,0-1 0,0 0-1,-1 1 1,1-1 0,0 1 0,0-1-1,0 1 1,0-1 0,0 1-1,0-1 1,0 0 0,0 1 0,0-1-1,0 1 1,0-1 0,0 1-1,0-1 1,0 1 0,0-1-1,0 1 1,1-1 0,-1 0 0,0 1-1,0-1 1,0 1 0,1-1-1,-1 0 1,0 1 0,1-1 0,-1 0-1,0 1 1,1-1 0,-1 0-1,0 1 1,1-1 0,19 9 257,-19-8-278,6 0 44,0-1-1,0 1 0,-1-1 0,1 0 1,0-1-1,0 1 0,-1-1 0,1-1 1,10-3-1,8 0 12,7 0-287,3 0-392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6.281"/>
    </inkml:context>
    <inkml:brush xml:id="br0">
      <inkml:brushProperty name="width" value="0.05" units="cm"/>
      <inkml:brushProperty name="height" value="0.05" units="cm"/>
    </inkml:brush>
  </inkml:definitions>
  <inkml:trace contextRef="#ctx0" brushRef="#br0">220 10 2433,'-4'-2'157,"-1"0"1,0 1 0,0 0 0,0 0 0,0 0 0,0 0 0,0 1 0,0 0 0,0 0 0,0 0-1,0 1 1,1 0 0,-1 0 0,0 0 0,0 0 0,0 1 0,0-1 0,1 1 0,-1 1 0,1-1-1,0 1 1,-1-1 0,1 1 0,-5 6 0,-2-1-106,1 2 1,0-1-1,1 2 0,0-1 1,1 1-1,0 0 0,0 1 0,-5 12 1,11-21-32,1-1-1,0 1 1,0-1 0,0 1 0,0 0 0,0-1-1,0 1 1,1 0 0,-1 0 0,1-1 0,0 1-1,0 0 1,0 0 0,0 0 0,1 0 0,-1-1-1,1 1 1,-1 0 0,1-1 0,1 4 0,0-4 34,0 0 1,-1 1-1,1-1 1,0 0-1,1-1 1,-1 1-1,0 0 1,1 0-1,-1-1 1,0 0-1,1 1 1,0-1-1,-1 0 1,1 0-1,0 0 1,-1-1-1,1 1 1,0-1-1,5 1 1,33 2 485,-19-1-240,0 0 1,27 7-1,-44-8-284,1 1 0,0 0 0,-1 0 0,0 0 0,1 1 0,-1-1 0,0 1 0,0 1 0,0-1 0,-1 1 0,1-1 0,-1 1 0,5 6 0,-8-8-12,1 0 1,-1 0 0,0 1-1,1-1 1,-1 0-1,0 0 1,-1 1 0,1-1-1,0 0 1,-1 1-1,1-1 1,-1 1 0,0-1-1,0 1 1,0-1-1,0 1 1,0-1 0,0 0-1,-1 1 1,1-1-1,-1 1 1,0-1-1,0 0 1,0 1 0,0-1-1,0 0 1,0 0-1,0 0 1,-1 0 0,1 0-1,-1 0 1,0 0-1,1 0 1,-1-1 0,-3 3-1,-3 3 46,0-1-1,-1 1 1,1-2-1,-2 1 1,1-1-1,-19 7 1,-63 16-439,89-27-1290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6.609"/>
    </inkml:context>
    <inkml:brush xml:id="br0">
      <inkml:brushProperty name="width" value="0.05" units="cm"/>
      <inkml:brushProperty name="height" value="0.05" units="cm"/>
    </inkml:brush>
  </inkml:definitions>
  <inkml:trace contextRef="#ctx0" brushRef="#br0">60 1 2841,'0'0'2376,"-2"0"-1912,1 0 104,0 1-16,-1 1-111,1 0-65,-17 51-104,14-37-56,-1 3-16,1-2-8,0 1-16,1-4 16,-2-1 96,1-2 48,1-4-680,0 0-968</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6.815"/>
    </inkml:context>
    <inkml:brush xml:id="br0">
      <inkml:brushProperty name="width" value="0.05" units="cm"/>
      <inkml:brushProperty name="height" value="0.05" units="cm"/>
    </inkml:brush>
  </inkml:definitions>
  <inkml:trace contextRef="#ctx0" brushRef="#br0">0 0 2729,'0'0'1056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7.477"/>
    </inkml:context>
    <inkml:brush xml:id="br0">
      <inkml:brushProperty name="width" value="0.05" units="cm"/>
      <inkml:brushProperty name="height" value="0.05" units="cm"/>
    </inkml:brush>
  </inkml:definitions>
  <inkml:trace contextRef="#ctx0" brushRef="#br0">36 31 2064,'2'15'1111,"-1"0"0,-1 0-1,-2 27 1,-1-22-691,0-1 1,-2 0-1,0 1 0,-12 27 1,16-45-189,0-8 2285,0-7-2452,0 1 0,1 0 0,1 0 0,0 0 0,1 0 0,0 0 0,1 1 0,0-1-1,1 0 1,6-12 0,-7 16-66,1 0 0,1 0-1,-1 1 1,1 0 0,0 0 0,1 0-1,6-6 1,-8 10-31,-1 0 0,1 0 0,-1 0-1,1 1 1,0 0 0,0-1 0,0 2 0,1-1 0,-1 0 0,0 1-1,1 0 1,-1 0 0,0 0 0,7 0 0,-8 1 9,0 0 0,0 0 0,0 0 0,-1 0 0,1 1 0,0-1 0,0 1 0,0 0 0,0 0 0,0 0 0,-1 1 0,1-1-1,-1 0 1,1 1 0,-1 0 0,1-1 0,1 4 0,0-1 11,0 0 0,-1 0 0,1 1-1,-1 0 1,0-1 0,-1 1 0,1 1-1,2 7 1,0 3 179,-1 1-1,0 0 1,-1 0-1,1 33 1,-4-30 80,0 0 0,-1 0 0,-6 27 0,5-38-1080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8.199"/>
    </inkml:context>
    <inkml:brush xml:id="br0">
      <inkml:brushProperty name="width" value="0.05" units="cm"/>
      <inkml:brushProperty name="height" value="0.05" units="cm"/>
    </inkml:brush>
  </inkml:definitions>
  <inkml:trace contextRef="#ctx0" brushRef="#br0">151 280 2745,'-3'-3'570,"2"2"-427,0 0 1,1 1-1,-1-1 0,0 0 0,0 0 1,0 1-1,0-1 0,0 0 1,0 1-1,0-1 0,0 1 0,0-1 1,0 1-1,0-1 0,0 1 0,0 0 1,0-1-1,0 1 0,0 0 0,-1 0 1,1 0-1,0 0 0,0 0 0,0 0 1,0 0-1,0 1 0,-1-1 0,1 0 1,0 1-1,0-1 0,0 0 0,0 1 1,0 0-1,0-1 0,-1 2 0,-5 7-56,1 1 0,0 0-1,0 1 1,2-1-1,-1 1 1,1 0 0,1 0-1,0 1 1,-2 11-1,2-8 52,2 0 0,-1 0 1,2 1-1,0-1 0,0 0 0,6 30 0,-4-39-59,-1 0 0,1 0 0,1 0 1,-1 0-1,1-1 0,0 1 0,0-1 0,0 0 1,1 0-1,0 0 0,0 0 0,0 0 0,1-1 0,-1 0 1,10 6-1,-10-7-6,-1-1 1,1 0 0,0-1-1,0 1 1,0-1 0,0 0-1,0 0 1,0 0 0,0 0-1,0-1 1,0 1 0,1-1-1,-1 0 1,0-1 0,0 1-1,0-1 1,0 1 0,0-1 0,0-1-1,0 1 1,0 0 0,0-1-1,0 0 1,4-2 0,2-3 4,0-1 0,0 0 1,0 0-1,-1 0 1,-1-1-1,1-1 1,-2 1-1,1-1 0,-1-1 1,-1 1-1,0-1 1,0-1-1,-1 1 1,-1-1-1,0 1 1,0-1-1,-1-1 0,2-20 1,-2 6-70,-1 0 0,-1 0 0,-2 0 0,0 0 0,-2 0 0,-1 0 0,-13-42 1,15 60-61,-2-1 1,1 1 0,-1-1 0,-1 1 0,1 0 0,-1 1 0,-1-1-1,0 1 1,0 0 0,-1 1 0,-11-12 0,14 16-7,-1 0-1,1 0 1,-1 0-1,1 0 1,-1 1-1,0 0 1,0 0-1,0 0 1,0 0-1,0 1 1,-1 0-1,1 0 1,0 0 0,-1 1-1,1 0 1,0 0-1,-1 0 1,1 1-1,-1-1 1,1 1-1,0 1 1,-10 2-1,6 1 32,0-1-1,1 1 0,-1 0 1,1 1-1,0 0 1,0 0-1,1 1 0,0 0 1,0 0-1,0 1 0,1-1 1,0 1-1,1 1 0,0-1 1,0 1-1,1 0 0,0 0 1,0 1-1,1-1 0,0 1 1,1-1-1,0 1 0,0 11 1,1-12 63,0 0 0,0 0 0,1 0 0,0-1 0,1 1 0,0 0 0,0 0 0,1-1 0,0 1 0,1-1 1,0 1-1,0-1 0,1 0 0,0 0 0,0 0 0,0-1 0,1 0 0,1 1 0,-1-2 0,1 1 0,0-1 0,1 0 1,-1 0-1,1 0 0,0-1 0,11 6 0,1-3 37,-1 0-1,1-2 1,24 6 0,-10-5-1437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8.697"/>
    </inkml:context>
    <inkml:brush xml:id="br0">
      <inkml:brushProperty name="width" value="0.05" units="cm"/>
      <inkml:brushProperty name="height" value="0.05" units="cm"/>
    </inkml:brush>
  </inkml:definitions>
  <inkml:trace contextRef="#ctx0" brushRef="#br0">30 45 2969,'0'0'155,"0"0"0,-1 0 1,1-1-1,0 1 0,-1 0 0,1 0 1,0 0-1,0 0 0,-1-1 1,1 1-1,0 0 0,-1 0 1,1-1-1,0 1 0,0 0 0,0 0 1,-1-1-1,1 1 0,0 0 1,0-1-1,0 1 0,0 0 1,0-1-1,-1 1 0,1 0 1,0-1-1,0 1 0,0 0 0,0-1 1,0 1-1,0-1 0,0 1 1,0 0-1,0-1 0,0 1 1,1 0-1,-1-1 0,0 1 0,0-1 1,14-13 1056,16-3-1790,-26 17 575,0-1 0,1 0-1,-1 1 1,0 0 0,0 0-1,1 0 1,-1 1-1,0 0 1,0-1 0,0 1-1,1 1 1,-1-1-1,0 0 1,7 5 0,-6-4-12,-3-1 4,-1-1-1,1 1 1,0 0-1,0-1 1,-1 1-1,1 0 1,0 0-1,-1 0 1,1 1-1,-1-1 1,0 0-1,1 1 1,-1-1-1,0 0 1,0 1 0,0 0-1,1-1 1,-2 1-1,2 2 1,-1-3 0,-1 1 1,0-1 0,0 1-1,0 0 1,-1-1-1,1 1 1,0-1 0,0 1-1,-1-1 1,1 1 0,-1-1-1,1 0 1,-1 1-1,0-1 1,0 1 0,0-1-1,1 0 1,-3 2 0,-6 7-16,-1-1 1,0-1-1,0 0 1,-19 11 0,13-8 97,3-2 13,7-5 17,1-1 1,-1 0 0,1 1-1,0 0 1,0 1-1,1-1 1,-1 1 0,1-1-1,0 1 1,0 1-1,0-1 1,-5 11 0,9-15-70,0 1 0,0-1 0,0 0 0,0 0 0,0 0 0,0 0 0,0 0 0,0 0 0,0 0 0,1 0 0,-1 0 0,0 0 0,1 0 0,-1 0 0,1 0 0,-1 0 0,1 0 0,-1 0 1,1 0-1,0 0 0,0 0 0,-1-1 0,1 1 0,0 0 0,0 0 0,0-1 0,0 1 0,0-1 0,-1 1 0,1-1 0,0 1 0,1-1 0,-1 1 0,0-1 0,0 0 0,0 0 0,0 0 0,0 1 0,1-1 0,8 1 157,0 0-1,-1 0 0,15-1 0,-17 0-96,73-3 57,-38 0-1164</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59.389"/>
    </inkml:context>
    <inkml:brush xml:id="br0">
      <inkml:brushProperty name="width" value="0.05" units="cm"/>
      <inkml:brushProperty name="height" value="0.05" units="cm"/>
    </inkml:brush>
  </inkml:definitions>
  <inkml:trace contextRef="#ctx0" brushRef="#br0">1 7 1416,'3'3'383,"1"0"0,0-1-1,0 1 1,0-1-1,1 0 1,-1 0 0,0 0-1,1-1 1,5 2-1,-8-3-220,0 0 0,0 0 0,0 0 1,-1 0-1,1 0 0,0 0 0,0-1 0,0 1 0,-1 0 0,1-1 0,0 0 0,-1 1 0,1-1 0,0 0 0,-1 0 0,1 0 0,-1 0 0,1 0 0,-1 0 0,0-1 0,1 1 0,-1 0 0,0-1 0,0 1 0,0-1 0,2-2 0,-3 3 256,0-5-240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2.473"/>
    </inkml:context>
    <inkml:brush xml:id="br0">
      <inkml:brushProperty name="width" value="0.05" units="cm"/>
      <inkml:brushProperty name="height" value="0.05" units="cm"/>
    </inkml:brush>
  </inkml:definitions>
  <inkml:trace contextRef="#ctx0" brushRef="#br0">0 0 1600,'0'3'6510,"1"24"-6381,-1 3 213,17 360 1158,-9-254-1413,-3-37 114,20 112 0,-7-102 0,4 121 0,-23-184-60,0-35-60,0 0 0,1 0-1,0-1 1,3 16 0,-3-25-11,1 0 0,0 0 1,-1 0-1,1 0 0,0 0 0,0 0 0,0 0 0,-1 0 1,1 0-1,0 0 0,0-1 0,0 1 0,1 0 0,-1-1 1,0 1-1,0-1 0,0 1 0,0-1 0,1 1 0,-1-1 1,0 0-1,3 0 0,27 3-210,-28-2 237,0-1-90,0 1-1,1 0 0,-1-1 1,0 1-1,0-1 1,0 0-1,0 0 1,0-1-1,1 1 0,-1 0 1,0-1-1,3-1 1,-2 1-6,1 0-1,-1-1 1,0 2 0,0-1 0,0 1 0,0-1 0,8 1 0,303-4 115,281 5 199,-256 3-68,-2-1 139,-191 1-241,84 6 101,25-5 22,-163-6-127,233-6 248,-168 2-343,232-11 319,-316 13-274,219-15 201,-209 13-176,112 7 1,-59 1 4,267-16 256,-97 1 448,-87-9-292,-212 20-1612</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3.311"/>
    </inkml:context>
    <inkml:brush xml:id="br0">
      <inkml:brushProperty name="width" value="0.05" units="cm"/>
      <inkml:brushProperty name="height" value="0.05" units="cm"/>
    </inkml:brush>
  </inkml:definitions>
  <inkml:trace contextRef="#ctx0" brushRef="#br0">1 28 2377,'8'-16'6295,"-8"15"-6237,1 1 1,-1-1 0,0 1 0,0-1-1,0 1 1,0-1 0,1 1-1,-1-1 1,0 1 0,1-1 0,-1 1-1,0-1 1,1 1 0,-1 0-1,0-1 1,1 1 0,-1 0-1,1-1 1,-1 1 0,1 0 0,-1-1-1,1 1 1,-1 0 0,1 0-1,-1 0 1,1-1 0,-1 1-1,1 0 1,0 0 0,3 11-6,-1 0-1,-1 0 1,0 0 0,0 0 0,-1 1-1,0-1 1,-1 1 0,-2 11 0,2 6 17,8 221 591,2 128 112,-27-167-326,9-143-115,1 105 0,17-96 412</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5.504"/>
    </inkml:context>
    <inkml:brush xml:id="br0">
      <inkml:brushProperty name="width" value="0.05" units="cm"/>
      <inkml:brushProperty name="height" value="0.05" units="cm"/>
    </inkml:brush>
  </inkml:definitions>
  <inkml:trace contextRef="#ctx0" brushRef="#br0">1 7 1856,'0'0'1770,"15"2"-574,49 6-377,0-3-1,0-2 0,73-7 0,-7 2 201,22 3-525,144-2 435,-120 3-223,-45 1-491,165-5 163,279-20 765,-216 25-946,-126 2-172,132 7 105,-82-11 3,499-6 574,-246 6-492,-497 1-219,440 2 1585,-470-5-1619,-4 0-18,0 1 1,0 0-1,1 0 0,-1 0 0,0 0 0,0 1 1,1-1-1,-1 1 0,8 4 0,-3 0-1532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7.432"/>
    </inkml:context>
    <inkml:brush xml:id="br0">
      <inkml:brushProperty name="width" value="0.05" units="cm"/>
      <inkml:brushProperty name="height" value="0.05" units="cm"/>
    </inkml:brush>
  </inkml:definitions>
  <inkml:trace contextRef="#ctx0" brushRef="#br0">0 11 1960,'0'-2'3657,"0"1"-2513,0-1-231,0 1-129,0-1-312,0 1-136,0 0-128,2 1-168,-1 1-16,1 0 16,17 45 80,-13-30 80,1 3-408,2 1-816</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7.883"/>
    </inkml:context>
    <inkml:brush xml:id="br0">
      <inkml:brushProperty name="width" value="0.05" units="cm"/>
      <inkml:brushProperty name="height" value="0.05" units="cm"/>
    </inkml:brush>
  </inkml:definitions>
  <inkml:trace contextRef="#ctx0" brushRef="#br0">30 1 3105,'0'0'1720,"0"1"-752,0 1-264,0-1-95,-2 1-81,1 1-8,-18 43 232,19-44-560,-7 36-72,7-21-40,0-1 8,1 0 64,2 0 56,1 0 136,1 3-360,0-2-1048</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8.319"/>
    </inkml:context>
    <inkml:brush xml:id="br0">
      <inkml:brushProperty name="width" value="0.05" units="cm"/>
      <inkml:brushProperty name="height" value="0.05" units="cm"/>
    </inkml:brush>
  </inkml:definitions>
  <inkml:trace contextRef="#ctx0" brushRef="#br0">1 0 2601,'-1'63'4001,"6"139"-2733,-4-186-2977</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0.827"/>
    </inkml:context>
    <inkml:brush xml:id="br0">
      <inkml:brushProperty name="width" value="0.05" units="cm"/>
      <inkml:brushProperty name="height" value="0.05" units="cm"/>
    </inkml:brush>
  </inkml:definitions>
  <inkml:trace contextRef="#ctx0" brushRef="#br0">370 185 2264,'4'-7'561,"0"-1"-1,-1 1 0,1-1 0,-1 0 0,-1 1 0,0-1 0,0 0 1,-1-1-1,1 1 0,-1-14 0,-1 18-540,0 1-1,-1-1 1,1 1 0,-1 0-1,0-1 1,0 1 0,0-1-1,0 1 1,0 0 0,-1 0-1,1 0 1,-1 0 0,0 0-1,0 0 1,0 0 0,0 1-1,-1-1 1,1 1 0,-1-1-1,1 1 1,-1 0 0,0 0-1,0 0 1,0 0 0,0 1-1,0-1 1,-6-1 0,0 1-33,1 0 0,-1 1 0,1 0 0,-1 1 0,0 0 0,0 0 0,1 0 0,-1 1 0,1 1 0,-1 0 0,1 0 1,-1 0-1,1 1 0,0 0 0,0 1 0,-14 8 0,1 1 100,1 0-1,0 2 1,1 0-1,-31 32 1,45-41-26,-1-1 1,2 1 0,-1 1-1,1-1 1,0 1-1,0 0 1,0 0-1,1 0 1,0 0-1,1 0 1,0 1-1,0-1 1,0 1-1,1 0 1,0-1-1,1 1 1,-1 0-1,2 0 1,-1-1-1,1 1 1,0 0-1,1-1 1,-1 1-1,2-1 1,-1 1 0,1-1-1,0 0 1,5 9-1,-2-6 49,0 0 0,1 0 1,0-1-1,1 0 0,-1 0 0,2-1 1,-1 0-1,1 0 0,0-1 0,1-1 0,-1 1 1,2-1-1,-1-1 0,0 0 0,1 0 0,0-1 1,0-1-1,16 4 0,-15-5-48,1-1-1,-1 0 1,1 0-1,-1-1 1,23-3 0,-14-2-1193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1.283"/>
    </inkml:context>
    <inkml:brush xml:id="br0">
      <inkml:brushProperty name="width" value="0.05" units="cm"/>
      <inkml:brushProperty name="height" value="0.05" units="cm"/>
    </inkml:brush>
  </inkml:definitions>
  <inkml:trace contextRef="#ctx0" brushRef="#br0">47 28 4145,'-2'0'2817,"-7"10"-2099,3 4-404,0 1-1,1 0 1,0 0-1,1 1 0,1-1 1,0 1-1,0 24 1,3-31-169,0 1 1,0-1 0,1 1 0,1-1-1,-1 1 1,2-1 0,4 15 0,-6-22-95,0 0 1,0-1-1,0 1 0,0 0 1,0-1-1,0 1 1,0-1-1,0 1 1,1-1-1,-1 0 1,1 1-1,-1-1 1,1 0-1,-1 0 1,1 0-1,0 0 0,-1 0 1,3 0-1,-1-1 12,-1 1 0,1-1 0,-1 0-1,1 0 1,-1-1 0,1 1-1,-1 0 1,1-1 0,-1 0 0,0 1-1,1-1 1,-1 0 0,0 0-1,1 0 1,-1-1 0,0 1-1,4-3 1,5-5 65,1-1 0,-1 1-1,-1-2 1,1 0 0,-2 0 0,0 0-1,11-18 1,-15 21-104,-1 0 0,0 0 0,0 0 0,-1 0 0,1-1-1,-2 1 1,0-1 0,0 0 0,0 1 0,-1-1 0,0 0 0,-1 0 0,-1-13-1,1 20-46,0-1 0,0 1-1,-1-1 1,1 1-1,-1 0 1,0-1-1,0 1 1,0 0-1,0 0 1,0-1 0,0 1-1,0 0 1,-1 0-1,1 0 1,-1 0-1,0 1 1,1-1-1,-1 0 1,0 1 0,0-1-1,0 1 1,0 0-1,0-1 1,0 1-1,-1 0 1,1 0-1,-4-1 1,2 2-61,0 0 1,0-1-1,0 1 1,1 1-1,-1-1 1,0 1-1,0-1 1,0 1-1,1 0 1,-1 0-1,0 1 1,1-1-1,-1 1 1,1 0-1,0 0 1,-6 4-1,-1 2-1422</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1.794"/>
    </inkml:context>
    <inkml:brush xml:id="br0">
      <inkml:brushProperty name="width" value="0.05" units="cm"/>
      <inkml:brushProperty name="height" value="0.05" units="cm"/>
    </inkml:brush>
  </inkml:definitions>
  <inkml:trace contextRef="#ctx0" brushRef="#br0">206 1 3537,'0'0'880,"-12"-1"1480,4 1-2348,0 0 0,1 1-1,-1 0 1,1 0-1,-1 1 1,1 0-1,-1 0 1,-9 5-1,-11 4 15,18-8 12,1 0 1,0 1-1,-1 0 0,2 1 0,-1 0 1,-15 12-1,23-16 598,4 0-233,7 1-296,0 0 0,0-1-1,0 0 1,0-1 0,0-1 0,0 1 0,15-4 0,-10 2-152,0 1 0,0 0 1,21 2-1,-30 0 48,0 0 0,0 1 1,0 0-1,0 0 0,0 0 0,-1 1 0,1 0 1,-1 0-1,0 0 0,1 1 0,-1-1 0,-1 1 1,1 1-1,-1-1 0,1 1 0,-1-1 0,4 8 1,-6-9 10,-1-1 0,1 1 0,-1 0 0,0 0 0,0 0 0,0 0 0,0 0 0,0 0 1,-1 0-1,1 0 0,-1 0 0,0 0 0,0 1 0,0-1 0,0 0 0,-1 0 0,1 0 0,-1 0 1,0 0-1,0 0 0,0 0 0,0 0 0,0 0 0,-1 0 0,0 0 0,1-1 0,-1 1 1,0-1-1,0 1 0,0-1 0,0 0 0,-1 0 0,1 0 0,-1 0 0,-4 3 0,-17 10 107,-1-2 0,-1 0-1,0-1 1,0-2 0,-49 12 0,32-13 251,28-7-490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2.440"/>
    </inkml:context>
    <inkml:brush xml:id="br0">
      <inkml:brushProperty name="width" value="0.05" units="cm"/>
      <inkml:brushProperty name="height" value="0.05" units="cm"/>
    </inkml:brush>
  </inkml:definitions>
  <inkml:trace contextRef="#ctx0" brushRef="#br0">89 215 1608,'-2'-1'140,"0"1"-1,0 0 1,0 0-1,0 0 1,0 0-1,-1 0 1,1 0-1,0 1 1,0-1-1,0 1 1,0-1-1,0 1 1,1 0-1,-1 0 1,0 0-1,0 0 1,0 0 0,1 0-1,-1 0 1,-2 2-1,1 1-20,0-1-1,1 1 1,-1 0 0,1-1-1,-1 1 1,1 0 0,0 1-1,-2 7 1,0 3 125,0-1 0,2 1 0,0 0 0,-1 26-1,3-27 42,1-1 0,0 1 0,0-1 0,1 0 0,1 1 0,5 15 0,-7-26-223,0-1 0,0 1 0,0-1 0,1 1 0,-1-1 1,0 1-1,1-1 0,0 0 0,-1 0 0,1 0 0,0 0 0,0 0 0,0 0 1,1 0-1,-1-1 0,0 1 0,1-1 0,-1 1 0,1-1 0,-1 0 0,1 0 1,-1 0-1,1 0 0,0-1 0,-1 1 0,1-1 0,0 0 0,0 1 0,0-1 1,-1-1-1,1 1 0,0 0 0,0-1 0,-1 1 0,1-1 0,5-2 0,5-1 68,0-2-1,-1 1 1,1-2 0,-1 0-1,-1 0 1,1-1-1,-1 0 1,-1-1-1,1-1 1,9-11-1,-12 12-83,0-1 0,-1 1-1,0-1 1,-1 0-1,0 0 1,-1-1 0,0 0-1,0 0 1,-1 0-1,-1-1 1,0 1 0,2-15-1,-4 7-52,0-1-1,-1 1 1,0 0 0,-2 0-1,0 0 1,-2 1 0,0-1-1,-1 0 1,-12-29 0,16 44-33,-1 1 0,0-1 0,1 1 0,-1 0 0,0-1 0,-1 1 0,1 0 0,-1 0 0,1 1 0,-1-1 0,0 0 0,0 1 0,0 0 0,0 0 0,0-1 0,-1 2 0,1-1 0,0 0 0,-1 1 0,0 0 0,1 0 0,-1 0 0,0 0 0,0 0 0,1 1 0,-1-1 0,0 1-1,0 0 1,0 1 0,1-1 0,-1 1 0,0-1 0,0 1 0,1 0 0,-1 0 0,0 1 0,-3 1 0,-3 2-71,0 0 0,1 0 0,0 1-1,0 1 1,0 0 0,0 0 0,1 0-1,1 1 1,-1 0 0,1 1 0,-11 17 0,10-12 164,0 0 0,1 1 0,1 0 1,1 0-1,0 1 0,0 0 0,-2 20 1,7-30 26,-1-1-1,1 1 1,0-1 0,1 1 0,-1-1 0,1 1 0,0-1 0,1 0-1,-1 1 1,5 9 0,-4-12-14,0 1 0,0-1 0,1 1 1,-1-1-1,1 0 0,0 0 0,0-1 0,0 1 0,0 0 0,1-1 0,-1 0 0,0 0 1,1 0-1,0 0 0,-1-1 0,8 3 0,6 0-149,0 0 0,35 2 0,-17-3-1814</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3.019"/>
    </inkml:context>
    <inkml:brush xml:id="br0">
      <inkml:brushProperty name="width" value="0.05" units="cm"/>
      <inkml:brushProperty name="height" value="0.05" units="cm"/>
    </inkml:brush>
  </inkml:definitions>
  <inkml:trace contextRef="#ctx0" brushRef="#br0">38 38 3177,'0'-1'3636,"15"-12"-1534,16-5-1680,-25 14 107,1 3 38,2 4-436,1-1-68,-6-2-35,0 1 0,0 0 0,0 0 0,0 0 0,0 1 0,6 2 1,3 9 68,15 18-96,-22-25-1,-4-3-3,-1 4 0,-1-2 6,1 0 1,0 0 0,-1 0-1,0 0 1,0 0 0,0 0-1,-1 0 1,0 0 0,0 0-1,0 0 1,-1 0-1,1 0 1,-1 0 0,0-1-1,0 1 1,-1-1 0,0 0-1,-5 8 1,-13 11 73,-1-1-1,-34 27 1,-13 12 947,69-61-1000,-1 0 1,1 1 0,0-1 0,-1 0 0,1 0 0,-1 1 0,1-1-1,0 0 1,0 0 0,-1 1 0,1-1 0,0 0 0,-1 1 0,1-1-1,0 0 1,0 1 0,0-1 0,-1 0 0,1 1 0,0-1 0,0 1-1,0-1 1,0 0 0,0 1 0,0-1 0,0 1 0,0-1 0,0 1-1,0-1 1,0 0 0,0 1 0,0-1 0,0 1 0,0-1 0,0 0-1,0 1 1,1-1 0,-1 1 0,0-1 0,0 0 0,0 1 0,1-1-1,16 5 892,-13-4-1105,3 0 243,1-1 0,-1 0 1,0 0-1,0-1 0,0 0 0,0 0 1,12-4-1,25-3 20,-6 4-305,-37 4-613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3.844"/>
    </inkml:context>
    <inkml:brush xml:id="br0">
      <inkml:brushProperty name="width" value="0.05" units="cm"/>
      <inkml:brushProperty name="height" value="0.05" units="cm"/>
    </inkml:brush>
  </inkml:definitions>
  <inkml:trace contextRef="#ctx0" brushRef="#br0">8 59 2280,'-2'-1'4667,"1"1"-4592,1 0 0,0 0 0,0 0 1,0 0-1,-1 0 0,1 0 1,0 0-1,0 0 0,-1 0 0,1 0 1,0 0-1,0 0 0,0-1 0,0 1 1,-1 0-1,1 0 0,0 0 0,0 0 1,0-1-1,0 1 0,-1 0 1,1 0-1,0 0 0,0-1 0,0 1 1,0 0-1,0 0 0,0 0 0,0-1 1,0 1-1,0 0 0,0 0 0,0-1 1,0 1-1,0 0 0,0 0 0,0-1 1,0 1-1,0 0 0,0 0 1,0 0-1,0-1 0,0 1 0,0 0 1,0-1-1,2-1-27,0 0 0,1 0 1,-1 0-1,0 0 0,1 1 0,-1-1 0,1 1 1,-1-1-1,1 1 0,0 0 0,0 0 0,-1 0 1,1 0-1,0 1 0,4-1 0,58-6 355,-22 3-273,-16-1-69,-14 1-29,1 1 0,-1 1 0,1 1 0,0 0 0,-1 0 0,1 1 0,0 1-1,19 3 1,-25 1-984,-3 3-867</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4.142"/>
    </inkml:context>
    <inkml:brush xml:id="br0">
      <inkml:brushProperty name="width" value="0.05" units="cm"/>
      <inkml:brushProperty name="height" value="0.05" units="cm"/>
    </inkml:brush>
  </inkml:definitions>
  <inkml:trace contextRef="#ctx0" brushRef="#br0">19 0 3481,'-18'5'2715,"24"0"102,27 1-699,-30-6-2503,13 2 670,1-2 0,-1 0 0,0-1-1,26-4 1,-29 2-320,-1 1 1,1 1-1,-1 1 0,1-1 0,-1 2 0,22 3 1,-22 0-1715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5.327"/>
    </inkml:context>
    <inkml:brush xml:id="br0">
      <inkml:brushProperty name="width" value="0.05" units="cm"/>
      <inkml:brushProperty name="height" value="0.05" units="cm"/>
    </inkml:brush>
  </inkml:definitions>
  <inkml:trace contextRef="#ctx0" brushRef="#br0">65 63 3129,'-7'-2'498,"0"-1"0,0-1 0,0 1 0,1-1 0,0 0 0,-1-1 0,2 1 0,-7-6 0,12 9 259,24-12-62,-8 10-496,0 0 0,0 1-1,0 1 1,29 1 0,-14 0-36,218 1-716</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5.627"/>
    </inkml:context>
    <inkml:brush xml:id="br0">
      <inkml:brushProperty name="width" value="0.05" units="cm"/>
      <inkml:brushProperty name="height" value="0.05" units="cm"/>
    </inkml:brush>
  </inkml:definitions>
  <inkml:trace contextRef="#ctx0" brushRef="#br0">48 1 3865,'0'0'576,"-7"10"2242,0 7-2645,2 0 0,0 1 0,0-1 0,2 1 0,-2 33-1,-3 300 1739,8-322-1609,-2 4 645,1-32-1345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6.319"/>
    </inkml:context>
    <inkml:brush xml:id="br0">
      <inkml:brushProperty name="width" value="0.05" units="cm"/>
      <inkml:brushProperty name="height" value="0.05" units="cm"/>
    </inkml:brush>
  </inkml:definitions>
  <inkml:trace contextRef="#ctx0" brushRef="#br0">22 113 3473,'-1'-3'223,"1"0"1,-1 0-1,1 1 1,0-1 0,0 0-1,0 0 1,0 0-1,0 1 1,0-1-1,1 0 1,-1 0 0,1 1-1,0-1 1,0 0-1,0 1 1,0-1-1,0 1 1,3-4 0,-1 3-113,0-1 1,1 0 0,-1 1 0,1 0-1,0 0 1,0 0 0,0 1-1,1-1 1,8-3 0,-3 2 203,2 0 1,-1 0-1,0 1 0,22-3 1,-29 5-277,1 1-1,-1-1 1,1 1 0,-1 0-1,1 0 1,-1 1 0,1-1 0,-1 1-1,1 0 1,-1 0 0,1 1-1,-1-1 1,0 1 0,0 0 0,5 3-1,-8-4-47,0 1 0,1-1-1,-1 1 1,0-1-1,0 1 1,0 0 0,-1 0-1,1-1 1,0 1-1,-1 0 1,1 0 0,-1 0-1,1 0 1,-1 0-1,0 0 1,0 0 0,0 0-1,0 0 1,0 0-1,0 0 1,-1-1 0,1 1-1,-1 0 1,1 0 0,-1 0-1,-1 2 1,0 3 0,-1-1 1,0 1 0,0-1-1,0 0 1,-1 0 0,-5 6-1,-5 2 0,0-1-1,-1 0 1,0-2-1,-1 1 0,-18 8 1,15-9 115,1 1 0,0 1 0,-21 20 0,39-33-87,-1 0 0,1 0 0,-1 0 0,1 1 0,0-1 0,-1 0 0,1 1 1,-1-1-1,1 0 0,0 1 0,-1-1 0,1 0 0,0 1 0,0-1 0,-1 1 0,1-1 0,0 1 0,0-1 0,0 0 0,-1 1 0,1-1 0,0 1 0,0-1 0,0 1 0,0-1 1,0 1-1,0-1 0,0 1 0,0-1 0,0 1 0,0-1 0,0 1 0,0-1 0,1 1 0,-1-1 0,0 1 0,0-1 0,0 1 0,1-1 0,-1 0 0,0 1 0,0-1 1,1 1-1,-1-1 0,0 0 0,1 1 0,-1-1 0,1 0 0,-1 1 0,0-1 0,1 0 0,-1 0 0,2 1 0,26 5 767,-24-6-973,16 3 270,-1-2-1,1-1 0,27-2 1,15-1-33,58 3-1296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6.694"/>
    </inkml:context>
    <inkml:brush xml:id="br0">
      <inkml:brushProperty name="width" value="0.05" units="cm"/>
      <inkml:brushProperty name="height" value="0.05" units="cm"/>
    </inkml:brush>
  </inkml:definitions>
  <inkml:trace contextRef="#ctx0" brushRef="#br0">1 18 3481,'0'-1'103,"0"1"0,-1-1 0,1 1-1,0-1 1,0 0 0,0 1 0,0-1 0,0 1 0,0-1 0,0 1 0,0-1 0,0 0 0,1 1 0,-1-1 0,0 1 0,0-1 0,0 1-1,1-1 1,-1 1 0,0-1 0,1 1 0,-1-1 0,0 1 0,1-1 0,-1 1 0,1 0 0,-1-1 0,0 1 0,1 0 0,-1-1 0,1 1-1,-1 0 1,1-1 0,-1 1 0,1 0 0,0 0 0,-1 0 0,1-1 0,-1 1 0,1 0 0,-1 0 0,1 0 0,-1 0 0,1 0 0,0 0-1,0 0 1,23 12 1326,-22-12-1634,4 5 286,0 1 0,0-1-1,-1 1 1,0 0 0,0 0 0,0 1 0,0-1-1,-1 1 1,4 10 0,9 11 177,-5-9-266,-7-10 14,1-1 0,0 1-1,0-1 1,0 0 0,1 0 0,0-1 0,1 1 0,0-2-1,15 11 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6.904"/>
    </inkml:context>
    <inkml:brush xml:id="br0">
      <inkml:brushProperty name="width" value="0.05" units="cm"/>
      <inkml:brushProperty name="height" value="0.05" units="cm"/>
    </inkml:brush>
  </inkml:definitions>
  <inkml:trace contextRef="#ctx0" brushRef="#br0">234 1 2849,'0'0'1984,"-23"1"-1352,9 15 0,-3 6-24,-2 3-23,0 4-73,-3-3-24,3 2-152,0-2-64,2-4-64,-1 0 0,1-3 112,1 0 96,3-3-1096</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7.964"/>
    </inkml:context>
    <inkml:brush xml:id="br0">
      <inkml:brushProperty name="width" value="0.05" units="cm"/>
      <inkml:brushProperty name="height" value="0.05" units="cm"/>
    </inkml:brush>
  </inkml:definitions>
  <inkml:trace contextRef="#ctx0" brushRef="#br0">13 20 1480,'-8'3'4027,"8"-3"-3989,-1 0 1,1 0 0,0 0-1,0 0 1,0 0 0,0 0 0,-1 0-1,1 0 1,0 0 0,0 0-1,0 0 1,0 0 0,0 0 0,-1 0-1,1 0 1,0 0 0,0 1 0,0-1-1,0 0 1,0 0 0,0 0-1,-1 0 1,1 0 0,0 0 0,0 0-1,0 1 1,0-1 0,0 0-1,0 0 1,0 0 0,0 0 0,0 0-1,0 1 1,0-1 0,0 0-1,0 0 1,0 0 0,0 0 0,0 0-1,0 1 1,0-1 0,0 0 0,0 0-1,0 0 1,0 0 0,0 0-1,0 1 1,0-1 0,0 0 0,0 0-1,0 0 1,0 0 0,0 0-1,0 1 1,0-1 0,0 0 0,1 0-1,5 3 38,0-1 0,0 0 0,0 0 0,0 0 0,1-1 0,-1 0 0,13 1 1,56-2 121,-39-1-99,314-19 338,0-1-330,-189 19-93,156 4 1196,-287 0 219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9"/>
    </inkml:context>
    <inkml:brush xml:id="br0">
      <inkml:brushProperty name="width" value="0.05" units="cm"/>
      <inkml:brushProperty name="height" value="0.05" units="cm"/>
    </inkml:brush>
  </inkml:definitions>
  <inkml:trace contextRef="#ctx0" brushRef="#br0">61 59 1808,'-27'-12'2663,"25"10"-2235,0 1 0,-1-1 0,1 1 1,-1 0-1,1 0 0,-1 0 0,1 0 0,-1 0 0,0 1 0,1-1 1,-5 0-1,98-2 402,158-26 0,-236 28-2289</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9.360"/>
    </inkml:context>
    <inkml:brush xml:id="br0">
      <inkml:brushProperty name="width" value="0.05" units="cm"/>
      <inkml:brushProperty name="height" value="0.05" units="cm"/>
    </inkml:brush>
  </inkml:definitions>
  <inkml:trace contextRef="#ctx0" brushRef="#br0">85 0 2761,'0'0'604,"-9"13"2618,2 4-2745,1 0 0,0 1 0,-5 29 0,-9 39 807,12-58-696,2 1 1,-5 41-1,11-59-679,0 0-592</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19.909"/>
    </inkml:context>
    <inkml:brush xml:id="br0">
      <inkml:brushProperty name="width" value="0.05" units="cm"/>
      <inkml:brushProperty name="height" value="0.05" units="cm"/>
    </inkml:brush>
  </inkml:definitions>
  <inkml:trace contextRef="#ctx0" brushRef="#br0">17 47 6161,'3'-4'182,"0"1"-1,0-1 0,0 1 1,1-1-1,-1 1 1,1 0-1,0 0 0,0 0 1,0 1-1,0 0 1,1 0-1,-1 0 0,1 0 1,-1 0-1,1 1 1,0 0-1,-1 0 0,1 0 1,0 1-1,0-1 1,-1 1-1,10 1 0,-11-1-178,-1 0-1,1 1 0,0-1 1,0 1-1,-1 0 0,1 0 0,0-1 1,-1 2-1,1-1 0,-1 0 1,0 0-1,1 1 0,-1 0 1,0-1-1,0 1 0,0 0 0,0 0 1,0 0-1,0 0 0,-1 0 1,1 1-1,0-1 0,-1 0 1,0 1-1,0-1 0,0 1 0,0 0 1,0-1-1,0 1 0,-1 0 1,1-1-1,-1 1 0,0 0 0,0 0 1,0-1-1,0 1 0,0 0 1,0 0-1,-1-1 0,-1 5 1,0 3 4,-1 0 0,0 0 0,-1 0 0,0-1 0,0 1 0,-1-1 0,-7 10 0,-6 7-36,-23 23-1,26-33 41,0 2 0,1 0 0,-19 34 0,32-51 15,1 1 0,-1-1 1,0 0-1,1 1 0,-1-1 0,1 1 0,-1-1 1,1 0-1,0 1 0,-1-1 0,1 1 0,0-1 1,0 1-1,0-1 0,0 1 0,0-1 0,1 1 1,0 2-1,-1-3 10,1 0-1,0 0 1,-1-1 0,1 1 0,0 0 0,0 0-1,0-1 1,-1 1 0,1 0 0,0-1-1,0 1 1,0-1 0,0 1 0,0-1 0,0 0-1,0 1 1,0-1 0,1 0 0,1 0-1,7 1 171,0-1-1,0-1 0,0 1 0,16-5 1,-11 3-252,4-1 0,-12 1-31,1 1 0,0-1 0,0 2-1,0-1 1,-1 1 0,1 0 0,0 1 0,0 0-1,13 3 1,-10 2-2582</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8.769"/>
    </inkml:context>
    <inkml:brush xml:id="br0">
      <inkml:brushProperty name="width" value="0.05" units="cm"/>
      <inkml:brushProperty name="height" value="0.05" units="cm"/>
    </inkml:brush>
  </inkml:definitions>
  <inkml:trace contextRef="#ctx0" brushRef="#br0">24 0 2753,'-1'19'5035,"-7"124"-2410,-3 44-3632,8-157-829</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9.228"/>
    </inkml:context>
    <inkml:brush xml:id="br0">
      <inkml:brushProperty name="width" value="0.05" units="cm"/>
      <inkml:brushProperty name="height" value="0.05" units="cm"/>
    </inkml:brush>
  </inkml:definitions>
  <inkml:trace contextRef="#ctx0" brushRef="#br0">0 1 2112,'1'16'1784,"1"-1"0,4 21-1,3 25-80,-4 36-1261,1 31 93,-6-43-3506,-1-63 768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09.520"/>
    </inkml:context>
    <inkml:brush xml:id="br0">
      <inkml:brushProperty name="width" value="0.05" units="cm"/>
      <inkml:brushProperty name="height" value="0.05" units="cm"/>
    </inkml:brush>
  </inkml:definitions>
  <inkml:trace contextRef="#ctx0" brushRef="#br0">37 1 6233,'-5'23'921,"3"0"-129,-1-1-56,0 2-64,0-4-88,0 0-136,0 1-160,2-1-88,-1-1-104,-1-1-8,2 0 40,-1 1 16,-1-1 8,0 1-416</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1.176"/>
    </inkml:context>
    <inkml:brush xml:id="br0">
      <inkml:brushProperty name="width" value="0.05" units="cm"/>
      <inkml:brushProperty name="height" value="0.05" units="cm"/>
    </inkml:brush>
  </inkml:definitions>
  <inkml:trace contextRef="#ctx0" brushRef="#br0">8 41 2072,'-8'-3'3890,"9"-1"-1621,20-4-1048,36-3-1188,18 4 379,-17 2-94,76 2 0,-122 5-689</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1.562"/>
    </inkml:context>
    <inkml:brush xml:id="br0">
      <inkml:brushProperty name="width" value="0.05" units="cm"/>
      <inkml:brushProperty name="height" value="0.05" units="cm"/>
    </inkml:brush>
  </inkml:definitions>
  <inkml:trace contextRef="#ctx0" brushRef="#br0">41 0 712,'0'0'2319,"1"10"-324,0 12-1569,-1 0-1,-2 0 1,0 0-1,-1 0 1,-8 25-1,-5 43 622,12-57-468,1 1 1,2 0 0,1 0-1,6 44 1,-5-70-566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2.329"/>
    </inkml:context>
    <inkml:brush xml:id="br0">
      <inkml:brushProperty name="width" value="0.05" units="cm"/>
      <inkml:brushProperty name="height" value="0.05" units="cm"/>
    </inkml:brush>
  </inkml:definitions>
  <inkml:trace contextRef="#ctx0" brushRef="#br0">133 107 2561,'-9'-8'4991,"5"-5"-3498,5-13-2175,-1 22 1144,0 4-454,0-1 0,0 1 1,0 0-1,0 0 0,0-1 1,-1 1-1,1 0 1,0-1-1,0 1 0,0 0 1,0-1-1,0 1 1,0 0-1,0-1 0,0 1 1,0 0-1,0-1 0,1 1 1,-1 0-1,0-1 1,0 1-1,0 0 0,0-1 1,0 1-1,1 0 0,-1-1 1,0 1-1,0 0 1,0 0-1,1-1 0,-1 1 1,0 0-1,0 0 0,1-1 1,3-1 46,6-4 55,0 0 0,1 1 1,-1 0-1,1 1 1,16-5-1,-19 7-63,-1 0 0,0 1-1,1 0 1,-1 0 0,0 0-1,1 1 1,-1 0 0,1 1-1,-1 0 1,14 2 0,-19-2-55,0-1-1,-1 1 1,1 0 0,0 0 0,0 0 0,0-1-1,-1 2 1,1-1 0,0 0 0,-1 0 0,1 0-1,-1 1 1,0-1 0,1 1 0,-1-1-1,0 1 1,0 0 0,0-1 0,0 1 0,0 0-1,1 3 1,-1-2-2,-1 0 0,0 1 0,0-1 0,0 0 0,0 0 1,0 0-1,-1 0 0,1 0 0,-1 0 0,0 0 0,0 0 0,-2 5 0,-1 1 6,-1 0 1,-1 0-1,1-1 1,-1 1-1,-1-1 0,1-1 1,-13 12-1,-3-3 12,-1-1-1,-1-1 0,0-1 1,-27 11-1,18-9 39,-46 29 0,65-30 164,14-14-189,0 1-1,0-1 0,0 0 1,0 1-1,0-1 1,0 0-1,0 1 0,0-1 1,0 0-1,0 1 1,0-1-1,0 0 0,0 1 1,0-1-1,0 0 0,0 1 1,1-1-1,-1 0 1,0 1-1,0-1 0,0 0 1,1 0-1,-1 1 1,0-1-1,0 0 0,0 0 1,1 1-1,-1-1 1,27 10 542,-24-10-659,16 3 164,1-1 0,-1-1 1,1 0-1,-1-2 0,22-2 1,-12 0-15,52-6 64,-49 4-37,0 2 0,49 1 0,-73 3-123,-7-1-250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2.721"/>
    </inkml:context>
    <inkml:brush xml:id="br0">
      <inkml:brushProperty name="width" value="0.05" units="cm"/>
      <inkml:brushProperty name="height" value="0.05" units="cm"/>
    </inkml:brush>
  </inkml:definitions>
  <inkml:trace contextRef="#ctx0" brushRef="#br0">1 1 2377,'0'0'2321,"11"-1"1184,1 6-3387,1-1 0,-2 2 0,1-1 0,-1 2 0,0-1 0,16 13 0,-14-9-32,29 17 423,64 31 0,-94-53-1272</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2.999"/>
    </inkml:context>
    <inkml:brush xml:id="br0">
      <inkml:brushProperty name="width" value="0.05" units="cm"/>
      <inkml:brushProperty name="height" value="0.05" units="cm"/>
    </inkml:brush>
  </inkml:definitions>
  <inkml:trace contextRef="#ctx0" brushRef="#br0">313 0 2000,'-5'8'521,"-5"3"415,-2 4-216,1 4 64,-7 4-176,-1 3-104,-5 3-200,-3-1-120,0 1-104,0-1 8,1 0 24,2 1 24,0-2 97,2 1 71,2-2-168,4-4-1073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3.608"/>
    </inkml:context>
    <inkml:brush xml:id="br0">
      <inkml:brushProperty name="width" value="0.05" units="cm"/>
      <inkml:brushProperty name="height" value="0.05" units="cm"/>
    </inkml:brush>
  </inkml:definitions>
  <inkml:trace contextRef="#ctx0" brushRef="#br0">1 29 3529,'0'0'7735,"-1"-2"-6644,11-4-719,9 1-244,0 0 1,-1 1 0,1 1-1,32 0 1,86 5-171,-119 1-875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4.016"/>
    </inkml:context>
    <inkml:brush xml:id="br0">
      <inkml:brushProperty name="width" value="0.05" units="cm"/>
      <inkml:brushProperty name="height" value="0.05" units="cm"/>
    </inkml:brush>
  </inkml:definitions>
  <inkml:trace contextRef="#ctx0" brushRef="#br0">1 1 1616,'-1'1'8983,"9"4"-8442,14 0-234,0-2-1,0 0 1,1-1 0,-1-1 0,33-3 0,-9 1-107,57 0-413,-87 2-1193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4.563"/>
    </inkml:context>
    <inkml:brush xml:id="br0">
      <inkml:brushProperty name="width" value="0.05" units="cm"/>
      <inkml:brushProperty name="height" value="0.05" units="cm"/>
    </inkml:brush>
  </inkml:definitions>
  <inkml:trace contextRef="#ctx0" brushRef="#br0">2 35 2457,'-1'-2'5380,"12"-5"-4371,3 2-703,1 1-1,0 0 1,0 1 0,0 0 0,20 0-1,88 1 670,-34 1-658,-9 0-332,-65 4-644</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4.940"/>
    </inkml:context>
    <inkml:brush xml:id="br0">
      <inkml:brushProperty name="width" value="0.05" units="cm"/>
      <inkml:brushProperty name="height" value="0.05" units="cm"/>
    </inkml:brush>
  </inkml:definitions>
  <inkml:trace contextRef="#ctx0" brushRef="#br0">46 0 3345,'0'0'468,"-5"10"1648,1 0-1948,0 0 0,0 0-1,1 1 1,1 0 0,-1-1 0,2 1-1,-1 14 1,2 87 543,1-6 5,-3-77-438,-14 122 1755,16-137-1253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6.302"/>
    </inkml:context>
    <inkml:brush xml:id="br0">
      <inkml:brushProperty name="width" value="0.05" units="cm"/>
      <inkml:brushProperty name="height" value="0.05" units="cm"/>
    </inkml:brush>
  </inkml:definitions>
  <inkml:trace contextRef="#ctx0" brushRef="#br0">27 101 2545,'-6'-5'4367,"15"-11"-2855,-2 7-1351,1 1-1,0-1 0,1 1 0,-1 1 0,14-9 0,-18 13-80,0 0 0,0 1-1,0 0 1,0 0 0,1 0 0,-1 0-1,1 1 1,0-1 0,-1 1 0,1 0 0,0 1-1,0-1 1,0 1 0,-1 0 0,1 0 0,0 0-1,0 1 1,7 1 0,-6 1-56,0-1 0,0 1 0,0-1 0,-1 2 0,1-1 1,-1 1-1,1 0 0,-1 0 0,0 0 0,-1 0 0,1 1 0,-1 0 0,5 7 0,-7-10-25,-1 1-1,0-1 1,1 1-1,-1-1 0,0 1 1,0 0-1,-1-1 1,1 1-1,0 0 1,-1 0-1,0-1 0,0 1 1,1 0-1,-2 0 1,1 0-1,0 0 1,-1-1-1,1 1 0,-1 0 1,0 0-1,1-1 1,-2 1-1,1-1 1,0 1-1,0-1 0,-1 1 1,1-1-1,-1 0 1,0 1-1,0-1 1,0 0-1,-3 3 0,-8 5 24,0 0 0,0-1 0,-1 0 0,-1-1 0,1 0 0,-21 6 0,-93 28 442,124-41-435,2 0 623,22 3-181,-8-3-396,0-2 0,0 0 0,0 0-1,0-1 1,21-6 0,13-2-14,-3 5-275,54-1 1,-96 6-863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6.848"/>
    </inkml:context>
    <inkml:brush xml:id="br0">
      <inkml:brushProperty name="width" value="0.05" units="cm"/>
      <inkml:brushProperty name="height" value="0.05" units="cm"/>
    </inkml:brush>
  </inkml:definitions>
  <inkml:trace contextRef="#ctx0" brushRef="#br0">263 70 1256,'0'-3'189,"0"-1"0,0 1 0,0 0 0,0 0-1,0-1 1,-1 1 0,0 0 0,1 0 0,-1 0-1,0 0 1,-1 0 0,1 0 0,0 0 0,-1 0-1,-3-4 1,2 5-102,0 0 0,1 0 0,-1 1 0,0-1 1,1 1-1,-1 0 0,0 0 0,0 0 0,0 0 0,0 1 0,0-1 0,0 1 0,-1 0 0,1 0 0,0 0 0,-6 1 0,0-1 74,0 1 0,0 0-1,0 0 1,0 1 0,0 0-1,1 1 1,-1 0-1,1 0 1,-1 1 0,1 0-1,0 1 1,1-1 0,-14 12-1,15-10-74,0-1-1,1 2 1,0-1 0,1 0-1,-1 1 1,1 0-1,0 0 1,1 0-1,0 0 1,0 1-1,0-1 1,1 1 0,0 0-1,1 0 1,0 0-1,-1 9 1,1-3 1,1 0 0,0 0 0,1 0 1,1 0-1,0 0 0,0 0 0,2 0 0,0-1 1,7 17-1,-8-22-15,1-1 1,0 1 0,1-1 0,0 0-1,0-1 1,0 1 0,1-1-1,0 0 1,0-1 0,1 0-1,0 1 1,-1-2 0,2 1-1,-1-1 1,0 0 0,1-1-1,8 3 1,-2-1-437,0-2 1,1 1-1,14 0 0,9 0-1788</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7.263"/>
    </inkml:context>
    <inkml:brush xml:id="br0">
      <inkml:brushProperty name="width" value="0.05" units="cm"/>
      <inkml:brushProperty name="height" value="0.05" units="cm"/>
    </inkml:brush>
  </inkml:definitions>
  <inkml:trace contextRef="#ctx0" brushRef="#br0">64 60 3529,'-1'0'85,"0"-1"1,0 0-1,0 0 0,1 1 1,-1-1-1,0 0 1,0 1-1,0-1 1,0 1-1,0-1 0,0 1 1,0 0-1,0-1 1,0 1-1,-1 0 1,1 0-1,0 0 1,0 0-1,0 0 0,0 0 1,0 0-1,0 0 1,0 0-1,0 0 1,0 1-1,-1-1 0,1 0 1,-1 1-1,0 1 11,1-1 0,-1 1 1,0 0-1,1 0 0,-1 0 0,1-1 0,0 1 0,0 0 0,0 0 0,0 1 1,0-1-1,-1 4 0,-2 9 166,1 1 1,1-1 0,-1 17-1,3-28-156,-2 13 183,1-1-1,1 1 1,1-1-1,5 31 0,-6-44-232,1 1 0,-1-1 0,1 0 1,0 0-1,0 0 0,1 0 0,-1 0 0,0-1 0,1 1 0,0 0 0,0 0 0,0-1 0,0 0 0,0 1 0,0-1 0,1 0 0,-1 0 0,1 0 0,-1 0 0,1 0 0,0-1 0,0 1 0,0-1 0,0 0 1,0 0-1,0 0 0,0 0 0,0 0 0,0-1 0,0 1 0,6-1 0,3-1 34,-1 0 0,0 0-1,1-1 1,-1-1 0,0 0 0,0 0 0,0-1 0,-1-1-1,1 0 1,-1 0 0,0-1 0,-1 0 0,1-1 0,7-7 0,-12 10-74,-1 0 1,1 0 0,-1-1 0,0 1-1,0-1 1,-1 0 0,0 0-1,1 0 1,-2 0 0,1 0 0,-1-1-1,1 1 1,-2-1 0,1 0 0,0 0-1,-1 0 1,0 0 0,-1 1 0,1-1-1,-1 0 1,0 0 0,-1 0 0,0 0-1,1 0 1,-2 0 0,1 0-1,-4-9 1,1 6-38,0 1-1,-1 0 1,0 0 0,0 0-1,-1 1 1,0-1 0,0 1-1,-1 1 1,0 0-1,0-1 1,0 2 0,-14-9-1,17 12-36,0 0-1,0 0 1,0 0-1,0 0 1,0 1-1,0 0 1,0 0-1,0 0 1,-1 0-1,1 1 1,0-1 0,-1 1-1,1 0 1,0 1-1,-1-1 1,1 1-1,0 0 1,0 0-1,-1 0 1,1 0-1,0 1 1,0 0-1,0-1 1,1 2-1,-1-1 1,0 0-1,1 1 1,-7 5-1,-3 9-2053</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7.767"/>
    </inkml:context>
    <inkml:brush xml:id="br0">
      <inkml:brushProperty name="width" value="0.05" units="cm"/>
      <inkml:brushProperty name="height" value="0.05" units="cm"/>
    </inkml:brush>
  </inkml:definitions>
  <inkml:trace contextRef="#ctx0" brushRef="#br0">165 12 2585,'-4'-2'210,"0"0"1,0 1-1,0-1 1,0 1 0,0 0-1,-1 0 1,1 0-1,0 1 1,-1-1 0,1 1-1,-1 0 1,1 1 0,0-1-1,-1 1 1,1-1-1,0 1 1,-1 1 0,1-1-1,0 1 1,-6 2-1,6-2-152,-1 0-1,0 1 0,1-1 0,-1 1 0,1 0 0,0 0 0,0 1 0,0-1 0,0 1 0,0 0 0,1 0 0,0 0 0,0 1 0,0-1 1,0 1-1,-3 9 0,5-13-23,1 1 0,0 0 0,-1-1 0,1 1 0,0-1 0,0 1 0,0 0 0,0-1 0,1 1 1,-1-1-1,0 1 0,1-1 0,-1 1 0,1-1 0,0 1 0,-1-1 0,1 1 0,0-1 0,0 0 0,0 1 1,0-1-1,0 0 0,0 0 0,0 0 0,0 0 0,0 1 0,1-2 0,-1 1 0,0 0 0,1 0 0,1 1 0,6 2 134,1 0-1,-1 0 1,20 4 0,-14-4-105,-4 0-67,0 0 1,0 0-1,-1 1 1,1 1-1,-1 0 0,0 0 1,-1 0-1,17 16 1,-23-18-13,1-1-1,-1 1 1,0 0 0,0-1 0,-1 2 0,1-1 0,-1 0 0,0 0 0,0 1 0,0-1 0,0 1-1,-1 0 1,0-1 0,0 1 0,0 0 0,-1 0 0,1 0 0,-1-1 0,-1 1 0,1 0 0,0 0 0,-1 0-1,-3 9 1,3-11 27,0 0 0,-1 0 1,0 0-1,0 0 0,1-1 0,-2 1 0,1 0 0,0-1 0,0 0 0,-1 1 0,0-1 0,1 0 0,-1 0 0,0 0 0,0-1 0,0 1 0,0-1 0,-3 2 0,-10 2 79,0 0 0,-24 5-1,16-5 15,-43 7 435,64-12-658</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8.409"/>
    </inkml:context>
    <inkml:brush xml:id="br0">
      <inkml:brushProperty name="width" value="0.05" units="cm"/>
      <inkml:brushProperty name="height" value="0.05" units="cm"/>
    </inkml:brush>
  </inkml:definitions>
  <inkml:trace contextRef="#ctx0" brushRef="#br0">145 86 2136,'-1'-1'78,"0"1"0,-1-1 0,1 1 0,-1 0 0,1-1 0,-1 1 0,1 0 0,0 0 0,-1 0 0,1 0 0,-1 0 0,1 0 0,-1 0 0,1 1 0,-1-1 0,1 0 0,0 1 0,-1-1 0,1 1 0,0 0 0,-1-1 0,1 1 0,0 0 0,0 0 0,0 0 0,-1 0 0,1 0 0,0 0 0,0 0 0,1 0 0,-3 2 0,1 3 67,0 0 0,1-1 0,-1 1 0,1 0-1,0 0 1,0 10 0,1-13-98,-6 45 485,2-8 0,0 48 0,4-78-392,0-1 1,1 1-1,0 0 1,1 0-1,0-1 1,1 1-1,0-1 1,0 0-1,1 0 0,6 11 1,-8-16-53,0-1 0,1 0 0,0 1 0,-1-1 0,1 0 0,1-1 0,-1 1 0,0 0 0,1-1 0,-1 0 0,1 0 0,0 0 0,-1 0 1,1 0-1,0-1 0,6 2 0,-3-2-1,0 0 1,1 0-1,-1-1 1,0 0-1,0-1 1,0 1 0,0-1-1,0 0 1,9-3-1,-5 0-15,1 0 0,-1-1 0,0 0 0,0 0 0,0-1 0,-1-1 0,0 0 0,0 0-1,-1-1 1,1 0 0,8-11 0,-10 7-25,-1 1-1,0-1 1,0 0-1,-2 0 1,1-1 0,-2 0-1,1 0 1,-2 0-1,0 0 1,0-1-1,-2 1 1,1-1-1,-2 1 1,0-1 0,0 0-1,-4-17 1,3 23-85,0 0 1,-1 1 0,0-1-1,0 1 1,0 0 0,-1-1-1,-1 1 1,1 0 0,-1 1-1,0-1 1,-1 1 0,1 0 0,-1 0-1,0 0 1,-1 0 0,0 1-1,0 0 1,0 0 0,0 1-1,0 0 1,-1 0 0,0 0-1,0 1 1,0 0 0,0 0-1,-1 1 1,1 0 0,-1 0-1,-12-1 1,-3 1-121,1 2-1,0 0 1,0 1 0,-27 5-1,40-5 134,0 1 0,0 0-1,0 0 1,1 1 0,-1 1-1,1-1 1,0 1-1,0 0 1,0 1 0,0 0-1,1 0 1,-13 13 0,17-15 42,1 0 1,0 1-1,0-1 1,0 0-1,0 1 1,1 0-1,0-1 1,0 1-1,0 0 1,0 0-1,0 0 1,1 0-1,-1 0 1,1 0-1,0 0 1,1 0-1,-1-1 1,0 1-1,1 0 1,0 0-1,0 0 1,0 0-1,1-1 1,-1 1-1,1 0 1,0-1-1,0 0 1,3 5-1,2 2 75,0 0 1,0 0-1,1-1 0,1 0 0,0 0 1,0-1-1,20 15 0,-13-14 25,0-1 0,1 0-1,18 5 1,11 4-246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28.955"/>
    </inkml:context>
    <inkml:brush xml:id="br0">
      <inkml:brushProperty name="width" value="0.05" units="cm"/>
      <inkml:brushProperty name="height" value="0.05" units="cm"/>
    </inkml:brush>
  </inkml:definitions>
  <inkml:trace contextRef="#ctx0" brushRef="#br0">67 106 3337,'0'-4'208,"-1"1"0,1-1-1,1 0 1,-1 1 0,0-1 0,1 1 0,0-1 0,0 0 0,0 1 0,0 0 0,1-1 0,-1 1 0,1 0-1,0 0 1,0-1 0,0 1 0,0 1 0,0-1 0,1 0 0,-1 1 0,1-1 0,0 1 0,0 0-1,0-1 1,0 1 0,0 1 0,0-1 0,6-2 0,-2 1-157,1 0-1,0 0 1,-1 1 0,1 0-1,0 0 1,0 1 0,0 0-1,0 1 1,0-1 0,1 2-1,-1-1 1,9 2 0,-15-2-66,-1 1 0,1-1-1,0 1 1,0-1 0,0 1 0,0-1 0,0 1 0,-1 0 0,1 0-1,0 0 1,-1 0 0,1 0 0,-1 0 0,1 0 0,-1 1 0,1-1 0,-1 1-1,0-1 1,0 1 0,0-1 0,1 1 0,-2 0 0,2 2 0,-1-1-2,-1-1 0,1 1 0,-1 0 0,0-1 0,0 1 0,-1 0 0,1 0 0,-1-1 0,1 1 0,-1 0 0,0-1 0,0 1 0,0-1 0,-2 5 0,-4 5-9,0-1 0,-1 1 0,0-1 0,-1-1 0,-13 13 0,-12 7 141,-58 40 0,51-41 198,13-2-54,27-26-233,1-1 0,-1 0 0,1 1 0,-1-1 0,1 1 0,-1-1-1,1 0 1,0 1 0,-1-1 0,1 1 0,-1 0 0,1-1 0,0 1 0,0-1 0,-1 1 0,1-1 0,0 1 0,0 0 0,0-1 0,0 1-1,0 0 1,0-1 0,0 1 0,0-1 0,0 1 0,0 0 0,0-1 0,0 1 0,0 0 0,0-1 0,0 1 0,1-1 0,-1 1 0,0 0 0,1-1-1,-1 1 1,0-1 0,1 1 0,-1-1 0,0 1 0,1-1 0,-1 1 0,1-1 0,-1 0 0,1 1 0,-1-1 0,1 0 0,-1 1 0,1-1 0,0 0-1,-1 0 1,1 1 0,-1-1 0,1 0 0,1 0 0,26 4 286,0-1-1,0-1 0,0-1 1,36-5-1,-9 1-277,-5 2-857,-1 1-920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32.182"/>
    </inkml:context>
    <inkml:brush xml:id="br0">
      <inkml:brushProperty name="width" value="0.05" units="cm"/>
      <inkml:brushProperty name="height" value="0.05" units="cm"/>
    </inkml:brush>
  </inkml:definitions>
  <inkml:trace contextRef="#ctx0" brushRef="#br0">26 15 1248,'0'0'471,"0"-14"6735,5 124-6621,-6-77-211,-5 38 0,1-7-34,-4 242 412,4-240-602,3-42-5,0 0 0,2 1 0,4 44 0,-2-28 61,-2-35-171,-1 0 0,2 0-1,-1 0 1,0 0 0,1 0 0,0 0 0,1 0 0,-1 0 0,4 6 0,2 7-4,0 0 0,-1 0 0,-1 1 0,-1-1 0,-1 1 1,2 32-1,2 7 69,-7-57-29,5 3 443,-3-3-442,0 0-1,0 1 1,0-1 0,0 0-1,0 0 1,0-1 0,1 1 0,-1 0-1,4 1 1,28 12-44,-30-13-14,5 1 60,2-2-26,0 2-31,-7-2 2,0 0-1,1 0 1,-1 0 0,1-1 0,-1 0-1,1 1 1,8-2 0,77-5 103,12 8 15,10-10 13,-58 5-134,244-1 32,-106 16-24,52-12-16,-17 6-13,1 0 2,159-12 27,-51 6-32,-91-2 8,256-14 103,-299 9-34,41-4 15,121-3-18,-104 8-28,-119 5-25,54-5-2,-147 1 3,219-15 38,-247 22-1334</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33.374"/>
    </inkml:context>
    <inkml:brush xml:id="br0">
      <inkml:brushProperty name="width" value="0.05" units="cm"/>
      <inkml:brushProperty name="height" value="0.05" units="cm"/>
    </inkml:brush>
  </inkml:definitions>
  <inkml:trace contextRef="#ctx0" brushRef="#br0">384 0 1808,'3'116'6918,"17"200"-5459,-16 16-412,-5-286-968,5 287 1155,1-289-1091,-1-21 37,-2 1 0,0 0 0,-2 1 0,0-1 0,-6 32 0,6-54-208,0-1 53,0-1-1,-1 1 1,1-1 0,0 1-1,0-1 1,-1 1-1,1-1 1,0 1 0,-1-1-1,1 1 1,0-1-1,-1 1 1,1-1 0,-1 1-1,1-1 1,0 0-1,-1 1 1,1-1-1,-1 0 1,1 1 0,-1-1-1,0 0 1,1 0-1,-1 1 1,1-1 0,-1 0-1,1 0 1,-1 0-1,0 0 1,1 0 0,-2 0-1,-34 9 74,-2-1-1,1-2 1,-73 2-1,3 0-475,30 2-414</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36.040"/>
    </inkml:context>
    <inkml:brush xml:id="br0">
      <inkml:brushProperty name="width" value="0.05" units="cm"/>
      <inkml:brushProperty name="height" value="0.05" units="cm"/>
    </inkml:brush>
  </inkml:definitions>
  <inkml:trace contextRef="#ctx0" brushRef="#br0">1 19 1152,'0'0'2333,"13"2"-492,29 6-1171,0-3 0,80 1-1,96-14-166,-96 1 522,-96 6-949,603-15 1421,-472 12-1318,52 1 144,-60 10-220,68 2 36,234 1 59,-195-4 260,40 2-35,114-4-133,-102-6 74,-60-6-63,-113 1-185,474 10 246,-323 2-153,-40-2 85,-236-3-261,-1 0 0,0 1 1,0 0-1,0 1 0,0 0 0,-1 1 0,10 3 0,-17-6-2,8 5-99,-8-4-776</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6.678"/>
    </inkml:context>
    <inkml:brush xml:id="br0">
      <inkml:brushProperty name="width" value="0.05" units="cm"/>
      <inkml:brushProperty name="height" value="0.05" units="cm"/>
      <inkml:brushProperty name="color" value="#004F8B"/>
    </inkml:brush>
  </inkml:definitions>
  <inkml:trace contextRef="#ctx0" brushRef="#br0">240 226 1168,'0'0'471,"14"-18"2128,8-13-2420,-18 26-31,-1-2 70,-3-1-139,1-5 73,-1-1 0,0 1 0,-3-20 1,2 26-114,0 0 1,-1 1-1,0-1 1,0 1 0,0-1-1,-1 1 1,0 0 0,-6-9-1,8 14-34,-1-1 0,0 1 0,1-1 0,-1 1 0,0 0-1,0 0 1,0-1 0,0 1 0,-1 1 0,1-1 0,0 0-1,0 0 1,0 1 0,-1-1 0,1 1 0,0 0 0,-1 0-1,1 0 1,0 0 0,-1 0 0,1 0 0,0 1-1,0-1 1,-1 1 0,1-1 0,0 1 0,-3 1 0,-7 2 125,-1 1 1,1 0 0,-1 0 0,2 1 0,-1 1 0,1 0 0,0 0 0,0 2 0,1-1-1,0 1 1,-13 15 0,18-17-67,0 0 0,0 0 1,1 0-1,0 0 0,0 1 0,1 0 0,0 0 0,0 0 0,1 0 0,0 0 0,0 0 0,1 1 1,0-1-1,0 1 0,1-1 0,1 0 0,-1 1 0,1-1 0,3 12 0,-2-10-3,1 1 0,1-1 0,0 0 0,0 0 0,1-1-1,0 1 1,0-1 0,1 0 0,1 0 0,0-1 0,0 0 0,0 0-1,1 0 1,15 11 0,-16-15 13,0 1 0,0-1-1,0-1 1,0 1 0,1-2-1,-1 1 1,1-1 0,0 0-1,-1 0 1,1-1 0,0 0-1,0 0 1,0-1 0,0 0 0,0 0-1,0-1 1,0 0 0,0-1-1,0 0 1,10-3 0,15-8-309,-19 5-628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7.156"/>
    </inkml:context>
    <inkml:brush xml:id="br0">
      <inkml:brushProperty name="width" value="0.05" units="cm"/>
      <inkml:brushProperty name="height" value="0.05" units="cm"/>
      <inkml:brushProperty name="color" value="#004F8B"/>
    </inkml:brush>
  </inkml:definitions>
  <inkml:trace contextRef="#ctx0" brushRef="#br0">34 39 3921,'-3'-2'587,"-4"1"4145,-3 16-3707,7-9-986,1 1-1,0 0 1,0 0 0,0 0 0,1 0 0,0 1-1,1-1 1,-1 0 0,1 0 0,1 1-1,-1-1 1,4 12 0,-2-8 54,1 0 0,1-1 0,-1 1-1,2-1 1,0 0 0,8 13 0,-11-21-54,-1 0 0,1 1 0,0-1 0,0 0 0,0-1 0,0 1 0,0 0 0,0-1 0,0 1 0,0-1 0,1 1 0,-1-1 0,1 0 0,-1 0 1,1 0-1,-1-1 0,1 1 0,0-1 0,-1 1 0,1-1 0,0 0 0,-1 0 0,1 0 0,0 0 0,-1 0 0,1-1 0,0 1 0,-1-1 0,1 0 0,-1 0 0,5-1 0,4-4 37,0 1 0,0-2 0,-1 0 0,0 0-1,0 0 1,0-1 0,-1-1 0,0 0 0,-1 0 0,13-18 0,-18 23-59,0-1 0,-1 0 1,1 0-1,-1 0 0,0 0 1,0 0-1,-1 0 0,0 0 1,0 0-1,0-1 0,0-9 1,-1 11-15,0 0 0,-1 1 0,0-1 0,0 0 1,0 1-1,0-1 0,0 1 0,-1-1 0,0 1 0,0 0 1,0 0-1,0 0 0,0 0 0,0 0 0,-1 0 0,1 0 1,-1 1-1,-6-5 0,4 4-33,-1-1 0,1 1 1,-1 1-1,0-1 0,0 1 0,0 0 1,0 0-1,-1 1 0,1-1 0,0 1 1,-1 1-1,1-1 0,-10 2 0,7-1-41,-1 1 0,0 0 1,0 1-1,1 0 0,-1 1 0,1 0 0,-1 0 0,-8 6 0,6-1-1028,7-2-1292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7.653"/>
    </inkml:context>
    <inkml:brush xml:id="br0">
      <inkml:brushProperty name="width" value="0.05" units="cm"/>
      <inkml:brushProperty name="height" value="0.05" units="cm"/>
      <inkml:brushProperty name="color" value="#004F8B"/>
    </inkml:brush>
  </inkml:definitions>
  <inkml:trace contextRef="#ctx0" brushRef="#br0">204 2 3249,'-8'-1'692,"0"0"0,1 1 0,-1 0 0,0 1 0,0 0 0,-14 3 0,13-2-636,1 1 1,-1-1-1,1 2 0,0-1 1,0 1-1,0 0 0,1 0 1,-1 1-1,1 0 0,-9 8 1,16-12-49,-1 0 1,0 0-1,0 0 1,0 0 0,0 0-1,0 0 1,1 0-1,-1 0 1,1 0 0,-1 0-1,1 0 1,-1 1-1,1-1 1,-1 0 0,1 0-1,0 0 1,0 1-1,0-1 1,0 2-1,0-2 7,0 0 0,1 0-1,-1 0 1,1-1-1,-1 1 1,1 0-1,-1 0 1,1-1-1,-1 1 1,1 0-1,0-1 1,-1 1-1,1-1 1,0 1-1,0-1 1,0 1-1,-1-1 1,1 1-1,0-1 1,1 1-1,8 1 83,-1 0-1,1 0 0,-1-1 0,13 1 1,-2 0-159,-13-1 44,-1 1-1,0 0 1,1 0 0,-1 1 0,0 0-1,0 0 1,0 0 0,-1 1 0,1 0 0,-1 0-1,0 0 1,8 9 0,-11-11 31,0 0-1,0 1 1,0-1 0,-1 0 0,1 1-1,-1-1 1,1 1 0,-1 0 0,0-1-1,0 1 1,0 0 0,-1 0-1,1 0 1,0 0 0,-1-1 0,0 1-1,0 0 1,0 0 0,0 0 0,0 0-1,-1 0 1,1 0 0,-1 0 0,0-1-1,0 1 1,0 0 0,0 0-1,0-1 1,0 1 0,-1-1 0,-2 5-1,0-4 37,0 1 0,1-1-1,-1 0 1,0 0-1,0 0 1,-1 0-1,1-1 1,0 0-1,-1 0 1,0 0-1,1 0 1,-1-1 0,-7 2-1,-6 0 55,1-1 0,-27 1 0,30-3-27,0-1 0,-22-4 0,33 5-390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8.324"/>
    </inkml:context>
    <inkml:brush xml:id="br0">
      <inkml:brushProperty name="width" value="0.05" units="cm"/>
      <inkml:brushProperty name="height" value="0.05" units="cm"/>
      <inkml:brushProperty name="color" value="#004F8B"/>
    </inkml:brush>
  </inkml:definitions>
  <inkml:trace contextRef="#ctx0" brushRef="#br0">184 191 2985,'-5'-1'417,"-1"0"0,1 1 0,-1-1 0,1 1 1,-1 0-1,0 1 0,1-1 0,-11 3 0,14-2-358,0 0-1,-1 0 0,1 1 0,0-1 0,0 0 0,0 1 0,0-1 0,0 1 0,1 0 0,-1 0 0,0-1 0,1 1 0,-1 0 0,1 0 0,0 1 0,0-1 0,-1 0 0,2 0 0,-1 1 0,0-1 0,0 0 0,0 4 0,-5 17 299,1 1 0,1 1 0,0 25 0,3-43-275,1 0 0,0 0 0,1 0 1,-1 0-1,1 0 0,1 0 0,-1-1 0,1 1 0,1 0 0,-1-1 0,1 0 0,0 1 0,0-1 0,1 0 1,7 9-1,-8-13-30,0 0 0,0 0 0,0 0 0,0-1 0,0 1 0,0-1 0,0 1 0,1-1 0,-1 0 0,0-1 0,1 1 0,-1-1 0,1 1 0,-1-1 0,1 0 0,-1 0 0,0 0 0,1-1 0,-1 1 0,6-3 0,3 1 51,0-1 0,0-1-1,0-1 1,14-7-1,-14 6-53,-1-1 0,0-1 0,-1 0-1,0 0 1,0-1 0,-1-1 0,0 1 0,-1-1-1,0-1 1,0 0 0,-1 0 0,-1 0 0,0-1-1,6-16 1,-7 15-32,0 0 1,-1-1-1,-1 0 1,0 1-1,-1-1 0,-1 0 1,0-1-1,0 1 0,-2 0 1,0 0-1,0 0 0,-1 0 1,-5-16-1,5 25-27,1 0-1,-1 0 0,0 0 0,-1 1 1,1-1-1,-1 1 0,0 0 1,0-1-1,0 1 0,-1 0 1,0 1-1,1-1 0,-1 1 0,0 0 1,-1 0-1,-6-4 0,4 3-21,-1 1 0,1 1-1,-1-1 1,0 1 0,0 0-1,1 1 1,-1 0-1,0 0 1,0 1 0,-9 0-1,4 1-5,-1 1-1,0 0 0,1 0 0,0 2 1,0-1-1,0 2 0,0 0 0,1 0 1,-1 1-1,1 1 0,1 0 0,-18 14 1,22-15 52,0 1 0,1-1 1,0 2-1,0-1 0,1 1 1,0 0-1,0 0 0,1 0 1,-6 14-1,9-19-8,0-1 0,1 1 0,-1-1 1,0 1-1,1 0 0,0-1 0,0 1 0,0 0 0,0-1 0,0 1 1,0 0-1,1-1 0,-1 1 0,1 0 0,0-1 0,-1 1 0,1-1 1,1 1-1,-1-1 0,0 1 0,1-1 0,-1 0 0,1 0 0,-1 0 1,1 0-1,0 0 0,0 0 0,0 0 0,0-1 0,0 1 1,1-1-1,-1 1 0,0-1 0,1 0 0,-1 0 0,6 2 0,13 3-5,0-1-1,1-1 0,-1 0 0,1-2 1,0-1-1,27-1 0,-23 0-632,25 1-2149</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8.680"/>
    </inkml:context>
    <inkml:brush xml:id="br0">
      <inkml:brushProperty name="width" value="0.05" units="cm"/>
      <inkml:brushProperty name="height" value="0.05" units="cm"/>
      <inkml:brushProperty name="color" value="#004F8B"/>
    </inkml:brush>
  </inkml:definitions>
  <inkml:trace contextRef="#ctx0" brushRef="#br0">1 2 2777,'0'0'7277,"15"0"-5895,16-1-1943,57 5 0,-69-1-1559</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8.913"/>
    </inkml:context>
    <inkml:brush xml:id="br0">
      <inkml:brushProperty name="width" value="0.05" units="cm"/>
      <inkml:brushProperty name="height" value="0.05" units="cm"/>
      <inkml:brushProperty name="color" value="#004F8B"/>
    </inkml:brush>
  </inkml:definitions>
  <inkml:trace contextRef="#ctx0" brushRef="#br0">24 1 4201,'-7'4'776,"-2"0"824,2 2 2465,7-4-3617,1-2-48,31 7-167,-13-10-49,10 0-32,6 0 0,28-1-977,11 1-1031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9.256"/>
    </inkml:context>
    <inkml:brush xml:id="br0">
      <inkml:brushProperty name="width" value="0.05" units="cm"/>
      <inkml:brushProperty name="height" value="0.05" units="cm"/>
      <inkml:brushProperty name="color" value="#004F8B"/>
    </inkml:brush>
  </inkml:definitions>
  <inkml:trace contextRef="#ctx0" brushRef="#br0">1 54 3401,'0'-8'728,"1"-1"2128,-1 7-2303,2 1-25,-1-1 0,1 1-32,1 0-128,43-21-72,-44 22-120,27-6-48,-10 4-32,4 2-8,3 2 24,0-2 88,6 3-976,-4 0-936</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9.555"/>
    </inkml:context>
    <inkml:brush xml:id="br0">
      <inkml:brushProperty name="width" value="0.05" units="cm"/>
      <inkml:brushProperty name="height" value="0.05" units="cm"/>
      <inkml:brushProperty name="color" value="#004F8B"/>
    </inkml:brush>
  </inkml:definitions>
  <inkml:trace contextRef="#ctx0" brushRef="#br0">49 0 2465,'-3'6'2097,"-2"4"-1672,1 0 1,0 0-1,1 0 0,0 1 0,0-1 0,0 12 0,-7 75 1374,6-50-787,2-25-584,0-13-156,1 1 0,0-1 0,1 0 0,0 0 0,2 17 0,-2-25-152</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9.918"/>
    </inkml:context>
    <inkml:brush xml:id="br0">
      <inkml:brushProperty name="width" value="0.05" units="cm"/>
      <inkml:brushProperty name="height" value="0.05" units="cm"/>
      <inkml:brushProperty name="color" value="#004F8B"/>
    </inkml:brush>
  </inkml:definitions>
  <inkml:trace contextRef="#ctx0" brushRef="#br0">43 0 4649,'0'0'3490,"-2"7"-2627,-7 32-282,0-7 20,1 0 0,2 0 0,-2 44 0,8-75-359,0-1-419,1 1-553</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0.200"/>
    </inkml:context>
    <inkml:brush xml:id="br0">
      <inkml:brushProperty name="width" value="0.05" units="cm"/>
      <inkml:brushProperty name="height" value="0.05" units="cm"/>
      <inkml:brushProperty name="color" value="#004F8B"/>
    </inkml:brush>
  </inkml:definitions>
  <inkml:trace contextRef="#ctx0" brushRef="#br0">1 1 1864,'1'0'2169,"1"0"-929,-1 1-464,38 22-88,-23-8-127,2 0-89,2 2-88,2-1-48,3 2-80,0-2-24,4-3-16,1 0 24,2-3-32,-1 0-376,-5-5-1176</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0.433"/>
    </inkml:context>
    <inkml:brush xml:id="br0">
      <inkml:brushProperty name="width" value="0.05" units="cm"/>
      <inkml:brushProperty name="height" value="0.05" units="cm"/>
      <inkml:brushProperty name="color" value="#004F8B"/>
    </inkml:brush>
  </inkml:definitions>
  <inkml:trace contextRef="#ctx0" brushRef="#br0">365 37 3585,'-5'-15'776,"-1"2"768,1 4 929,3 9-1937,1 0-56,-43 0-16,12 15-136,-6 4 112,-4 7-120,0 3-48,5 6-112,5 0-8,7 3 113,2 0 31,7-2-1001,1 0-1207</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1.323"/>
    </inkml:context>
    <inkml:brush xml:id="br0">
      <inkml:brushProperty name="width" value="0.05" units="cm"/>
      <inkml:brushProperty name="height" value="0.05" units="cm"/>
      <inkml:brushProperty name="color" value="#004F8B"/>
    </inkml:brush>
  </inkml:definitions>
  <inkml:trace contextRef="#ctx0" brushRef="#br0">189 49 1920,'0'0'2326,"-6"-1"-1206,-12-1-795,0 2 0,1 0 0,-1 1-1,0 0 1,1 2 0,-1 0 0,-21 7-1,38-10-286,-1 0-1,1 1 1,0-1-1,-1 1 1,1-1-1,0 1 1,0-1-1,-1 1 1,1 0-1,0-1 1,0 1-1,0 0 1,0 0-1,-2 2 1,3-3-16,0 1 1,1-1-1,-1 1 1,0-1-1,0 0 0,0 1 1,0-1-1,0 0 1,1 1-1,-1-1 1,0 0-1,0 1 1,0-1-1,1 0 1,-1 1-1,0-1 1,1 0-1,-1 0 1,0 1-1,1-1 1,-1 0-1,0 0 0,1 0 1,-1 0-1,0 1 1,1-1-1,-1 0 1,0 0-1,1 0 1,-1 0-1,1 0 1,45 7 446,67-8-113,192-26 1,157-15 392,-384 37-638,466-5 1357,-469 10-1227,-29-2 6,-32 1-174,0 0 0,0 1 0,0 0 0,0 1 0,17 4 0,-31-5-127,1 0 0,0 0 0,-1 0 1,1 0-1,0 0 0,-1 1 0,1-1 1,-1 0-1,1 0 0,-1 1 0,1-1 0,-1 0 1,1 1-1,-1-1 0,1 1 0,-1-1 1,1 1-1,-1-1 0,1 1 0,-1-1 1,0 1-1,1-1 0,-1 1 0,0-1 1,0 1-1,1-1 0,-1 1 0,0 0 1,-1 8-2716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1.760"/>
    </inkml:context>
    <inkml:brush xml:id="br0">
      <inkml:brushProperty name="width" value="0.05" units="cm"/>
      <inkml:brushProperty name="height" value="0.05" units="cm"/>
      <inkml:brushProperty name="color" value="#004F8B"/>
    </inkml:brush>
  </inkml:definitions>
  <inkml:trace contextRef="#ctx0" brushRef="#br0">0 19 3825,'0'0'4354,"12"-1"-2563,206-11-203,-112 9-1440,-26 0-325,-51 3-470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2.091"/>
    </inkml:context>
    <inkml:brush xml:id="br0">
      <inkml:brushProperty name="width" value="0.05" units="cm"/>
      <inkml:brushProperty name="height" value="0.05" units="cm"/>
      <inkml:brushProperty name="color" value="#004F8B"/>
    </inkml:brush>
  </inkml:definitions>
  <inkml:trace contextRef="#ctx0" brushRef="#br0">110 0 2336,'-4'3'353,"-1"0"-1,1 1 1,0-1-1,0 1 1,0-1-1,0 1 1,1 0-1,-1 1 0,1-1 1,0 0-1,1 1 1,-1 0-1,1 0 1,-3 8-1,-3 9 49,2 0 0,-4 24 0,7-34-152,-12 120 1182,2-20-256,13-111-1181,0 0 0,0-1 0,0 1 0,0 0 0,0-1 0,0 1 0,0 0 0,0-1 0,0 1 0,0 0 0,0-1 0,0 1 0,0 0 0,1-1 0,-1 1 0,0 0 0,0-1 0,1 1 0,-1-1 0,0 1 0,1 0 0,-1-1 0,1 1 0,-1-1 0,1 1 0,-1-1 0,1 0 0,-1 1 0,1-1 0,-1 1 0,1-1 0,0 0 0,-1 0 0,1 1 0,-1-1 0,1 0 0,0 0 0,-1 0-1,1 0 1,0 1 0,8-1-1810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2.434"/>
    </inkml:context>
    <inkml:brush xml:id="br0">
      <inkml:brushProperty name="width" value="0.05" units="cm"/>
      <inkml:brushProperty name="height" value="0.05" units="cm"/>
      <inkml:brushProperty name="color" value="#004F8B"/>
    </inkml:brush>
  </inkml:definitions>
  <inkml:trace contextRef="#ctx0" brushRef="#br0">15 0 5129,'0'0'1871,"0"7"-197,-11 242 2232,7-199-2795,4-32-270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53.815"/>
    </inkml:context>
    <inkml:brush xml:id="br0">
      <inkml:brushProperty name="width" value="0.05" units="cm"/>
      <inkml:brushProperty name="height" value="0.05" units="cm"/>
      <inkml:brushProperty name="color" value="#004F8B"/>
    </inkml:brush>
  </inkml:definitions>
  <inkml:trace contextRef="#ctx0" brushRef="#br0">413 99 1888,'9'-7'786,"-7"6"-390,0-1 0,0 1 0,0-1 0,0 0 0,-1 0 0,1 0-1,0 0 1,-1 0 0,2-3 0,-2 4-309,-1 0 0,0 0 0,0 0 0,0 0 0,0-1 0,0 1 0,0 0 0,0 0 0,0 0 0,0 0 0,-1 0 0,1 0 0,0 0 0,-1 0 0,1 0 0,-1 0 0,1 0 0,-1 0 0,1 0 0,-1 0 0,0 0 0,1 0 0,-1 0 0,0 0 0,0 1 0,0-1 0,0 0 0,0 1 0,-1-2 0,-30-23 16,29 23-31,-5-3 176,-2 5-179,0-3-32,7 2-4,-1 0-1,0 0 0,1 0 1,-1 1-1,0-1 0,0 1 1,1 0-1,-1 0 0,-6 1 0,-2-1 4,-32 4 349,33-3-336,-32 6 328,33-5-355,6-2-10,-1 1-1,1 0 1,0 0 0,0 0 0,0 0 0,0 1 0,-4 2-1,-6 3 132,10-6-123,-1 2-1,1-1 1,0 1-1,0-1 1,0 1-1,0 0 1,0 1 0,-4 4-1,-17 24 40,18-22-53,7-10-2,-1 1-1,1-1 1,-1 0-1,1 1 1,-1-1-1,1 0 1,-1 1-1,1-1 1,0 1-1,-1-1 1,1 1-1,0-1 1,-1 1-1,1-1 1,0 1-1,-1-1 1,1 1-1,0-1 1,0 1-1,0-1 1,0 1-1,0 0 1,0-1-1,0 1 1,0-1-1,0 1 1,0 0-1,0-1 1,0 1-1,0-1 1,0 1-1,0-1 1,0 1-1,1 0 1,-1-1-1,0 1 1,1 0-1,3 7 42,11 24 9,-11-23 54,-1-5-15,5-1-21,8 2-13,1-1 0,24 3 1,-19-4-34,0 1 0,36 12 0,-49-12-27,0 1 0,-1-1 0,1 2 0,-1-1 0,-1 1 0,1 0 0,-1 0 0,13 15 0,-18-18 4,1 0 1,0 0-1,-1 1 0,0-1 1,0 1-1,0 0 1,0-1-1,-1 1 1,1 0-1,-1 0 0,0 0 1,0 0-1,0 0 1,-1 0-1,1 0 1,-1 0-1,0 0 0,0 1 1,-1-1-1,1 0 1,-1 0-1,0 0 1,-2 5-1,0-2 27,-1-1 0,0 0 0,0 0-1,-1-1 1,0 1 0,0-1 0,0 0 0,0-1 0,-1 1 0,0-1-1,1 0 1,-2 0 0,1-1 0,0 1 0,-1-1 0,-9 2 0,-3 2 25,0-2 0,0 0 0,-1-1 1,-32 2-1,38-5-147,0-1-1,1-1 1,-1 0-1,0 0 1,1-2 0,-1 0-1,1 0 1,0-1-1,-24-11 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54.256"/>
    </inkml:context>
    <inkml:brush xml:id="br0">
      <inkml:brushProperty name="width" value="0.05" units="cm"/>
      <inkml:brushProperty name="height" value="0.05" units="cm"/>
      <inkml:brushProperty name="color" value="#004F8B"/>
    </inkml:brush>
  </inkml:definitions>
  <inkml:trace contextRef="#ctx0" brushRef="#br0">31 0 4009,'0'0'4275,"-2"7"-3550,-5 12-378,1 0 0,1 1 0,1 0 0,1 0 0,1 0 0,0 0 0,3 37 0,-1-56-342,0-1 0,0 1 1,0-1-1,0 1 0,0 0 0,0-1 0,0 1 0,1-1 0,-1 1 0,0-1 0,0 1 1,1-1-1,-1 1 0,0-1 0,1 1 0,-1-1 0,1 0 0,-1 1 0,0-1 0,1 1 1,-1-1-1,1 0 0,-1 0 0,1 1 0,-1-1 0,1 0 0,-1 0 0,1 1 0,0-1 1,-1 0-1,1 0 0,-1 0 0,1 0 0,-1 0 0,2 0 0,18-6-1940,-8-3-265</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54.556"/>
    </inkml:context>
    <inkml:brush xml:id="br0">
      <inkml:brushProperty name="width" value="0.05" units="cm"/>
      <inkml:brushProperty name="height" value="0.05" units="cm"/>
      <inkml:brushProperty name="color" value="#004F8B"/>
    </inkml:brush>
  </inkml:definitions>
  <inkml:trace contextRef="#ctx0" brushRef="#br0">45 6 2729,'-35'-1'4292,"25"1"-2664,11 1-850,0-1-744,-1 1 0,0-1 0,1 0 1,-1 1-1,0-1 0,1 0 0,-1 1 0,0-1 0,1 0 1,-1 0-1,1 1 0,-1-1 0,0 0 0,1 0 1,-1 0-1,1 0 0,-1 0 0,1 0 0,-1 0 0,1 1 1,-1-1-1,1 0 0,-1-1 0,1 1 0,-1 0 0,0 0 1,1 0-1,-1 0 0,1 0 0,0-1 0,6-7-547</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55.229"/>
    </inkml:context>
    <inkml:brush xml:id="br0">
      <inkml:brushProperty name="width" value="0.05" units="cm"/>
      <inkml:brushProperty name="height" value="0.05" units="cm"/>
      <inkml:brushProperty name="color" value="#004F8B"/>
    </inkml:brush>
  </inkml:definitions>
  <inkml:trace contextRef="#ctx0" brushRef="#br0">46 0 2849,'0'0'710,"-5"12"2490,-7 33-2382,2 1-1,2 1 1,-2 48 0,13-121-100,1 0 0,9-32-1,-11 49-736,1 0-1,0 0 1,0 0 0,1 0-1,0 0 1,0 1 0,1 0-1,0 0 1,1 0-1,0 1 1,10-11 0,-14 16 4,1 0 0,-1 1 0,1-1 1,0 1-1,-1 0 0,1-1 1,0 1-1,0 0 0,0 1 1,0-1-1,0 0 0,0 1 1,0 0-1,0-1 0,0 1 1,0 0-1,5 1 0,-3 1 10,0-1 0,0 1 1,0 0-1,0 0 0,0 0 0,-1 1 0,1-1 0,-1 1 0,7 6 0,-1 0 69,0 1 0,0 1-1,-1 0 1,0 0-1,-1 0 1,12 25 0,-16-30 4,0 1 1,-1 0 0,0 1-1,-1-1 1,1 0-1,-1 1 1,-1 0 0,0-1-1,0 1 1,0 0 0,-1-1-1,0 1 1,0 0 0,-1 0-1,0-1 1,-1 1 0,1 0-1,-1-1 1,-1 1 0,-5 11-1,7-17-80,0 0-1,0 0 0,0 0 1,0 0-1,0 0 0,1 0 1,-1 0-1,1 0 0,-1 5 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56.025"/>
    </inkml:context>
    <inkml:brush xml:id="br0">
      <inkml:brushProperty name="width" value="0.05" units="cm"/>
      <inkml:brushProperty name="height" value="0.05" units="cm"/>
      <inkml:brushProperty name="color" value="#004F8B"/>
    </inkml:brush>
  </inkml:definitions>
  <inkml:trace contextRef="#ctx0" brushRef="#br0">151 158 5001,'-8'-2'574,"-1"1"2394,-5 14-1097,11-9-1841,-2 2 41,1-1 0,0 1-1,0 0 1,0 0-1,1 0 1,0 1 0,0-1-1,0 1 1,1 0-1,-1 7 1,0 7 69,1-1 1,1 1-1,1 0 1,1 0-1,5 35 0,-4-49-98,-1 0 0,1 0 0,1 0-1,-1 0 1,1 0 0,0 0 0,1 0-1,-1-1 1,1 0 0,1 0 0,-1 0 0,1 0-1,0-1 1,0 0 0,1 0 0,0 0-1,-1 0 1,2-1 0,10 6 0,-14-8-7,1-1 0,0 1 0,0-1 1,1 1-1,-1-1 0,0 0 0,0-1 1,1 1-1,-1-1 0,0 0 0,0 0 0,1 0 1,-1 0-1,0-1 0,1 0 0,-1 0 1,0 0-1,0 0 0,0-1 0,0 1 1,0-1-1,0 0 0,0 0 0,-1-1 0,1 1 1,-1-1-1,0 0 0,4-3 0,0-2 24,-1 1 0,0-1 0,0-1 1,-1 1-1,0-1 0,0 0 0,-1 0 0,0 0 0,0-1 0,3-18 0,-1-2-17,-2 0 0,0 0 1,-3-1-1,0 1 0,-2 0 0,-1-1 1,-2 1-1,-1 0 0,-9-34 1,13 61-62,0-1 0,-1 1 1,1-1-1,-1 1 0,1-1 1,-1 1-1,0 0 0,0 0 1,-1 0-1,1 0 1,-1 0-1,1 1 0,-1-1 1,0 1-1,0-1 0,-6-2 1,5 3-15,-1 1 0,0-1 0,0 1-1,0 0 1,0 0 0,0 1 0,1 0 0,-1 0 0,0 0 0,0 0 0,0 1 0,-6 1 0,-9 1 2,-1 2 1,1 0-1,0 1 1,0 2-1,1-1 1,0 2-1,0 1 1,-30 21-1,48-30 34,-1 0 0,0 0-1,1 1 1,-1-1 0,1 1 0,0-1-1,-1 1 1,1-1 0,0 1 0,0 0-1,0 0 1,0-1 0,0 1 0,1 0-1,-1 0 1,0 0 0,1 0 0,0 0-1,-1 0 1,1 0 0,0 0 0,0 0 0,0 0-1,0 0 1,0 0 0,1 0 0,-1 0-1,1 0 1,-1 0 0,1 0 0,0 0-1,-1 0 1,1 0 0,0-1 0,0 1-1,0 0 1,1 0 0,-1-1 0,3 3 0,1 2 22,1 0 0,-1-1 0,1 0 0,0-1 1,0 1-1,1-1 0,-1 0 0,1-1 1,11 5-1,3-3 29,0 0 1,1-2 0,0-1 0,0 0-1,-1-2 1,30-2 0,-20 1-830,-3 1-1028</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0:59.436"/>
    </inkml:context>
    <inkml:brush xml:id="br0">
      <inkml:brushProperty name="width" value="0.05" units="cm"/>
      <inkml:brushProperty name="height" value="0.05" units="cm"/>
      <inkml:brushProperty name="color" value="#004F8B"/>
    </inkml:brush>
  </inkml:definitions>
  <inkml:trace contextRef="#ctx0" brushRef="#br0">0 4 1392,'0'0'6266,"14"1"-4630,20 0-1248,54-3 0,-56-1-209,0 2 1,64 6 0,-95-5-123</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0.017"/>
    </inkml:context>
    <inkml:brush xml:id="br0">
      <inkml:brushProperty name="width" value="0.05" units="cm"/>
      <inkml:brushProperty name="height" value="0.05" units="cm"/>
      <inkml:brushProperty name="color" value="#004F8B"/>
    </inkml:brush>
  </inkml:definitions>
  <inkml:trace contextRef="#ctx0" brushRef="#br0">1 0 2136,'0'0'5415,"9"3"-4578,40 8-91,0-2-1,53 1 1,-71-12 902,-31 2-1678</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1.128"/>
    </inkml:context>
    <inkml:brush xml:id="br0">
      <inkml:brushProperty name="width" value="0.05" units="cm"/>
      <inkml:brushProperty name="height" value="0.05" units="cm"/>
      <inkml:brushProperty name="color" value="#004F8B"/>
    </inkml:brush>
  </inkml:definitions>
  <inkml:trace contextRef="#ctx0" brushRef="#br0">2 28 2336,'-2'-2'5319,"11"-4"-3541,9 1-1632,2 1 0,-1 0 0,0 1 0,37-1 0,87 8 272,-139-4-425,-1 0 1,1 1-1,-1-1 1,1 1-1,-1 0 1,1 0-1,3 2 1,0 1-545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1.489"/>
    </inkml:context>
    <inkml:brush xml:id="br0">
      <inkml:brushProperty name="width" value="0.05" units="cm"/>
      <inkml:brushProperty name="height" value="0.05" units="cm"/>
      <inkml:brushProperty name="color" value="#004F8B"/>
    </inkml:brush>
  </inkml:definitions>
  <inkml:trace contextRef="#ctx0" brushRef="#br0">40 0 2304,'-4'11'1085,"1"0"0,-1 1 0,0 12 0,-4 69 1066,4-20-670,-1-40-948,-2 29-416</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1.869"/>
    </inkml:context>
    <inkml:brush xml:id="br0">
      <inkml:brushProperty name="width" value="0.05" units="cm"/>
      <inkml:brushProperty name="height" value="0.05" units="cm"/>
      <inkml:brushProperty name="color" value="#004F8B"/>
    </inkml:brush>
  </inkml:definitions>
  <inkml:trace contextRef="#ctx0" brushRef="#br0">0 0 3745,'0'0'4619,"1"16"-2994,0 89 286,-1-90-1860,0-12-968</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2.213"/>
    </inkml:context>
    <inkml:brush xml:id="br0">
      <inkml:brushProperty name="width" value="0.05" units="cm"/>
      <inkml:brushProperty name="height" value="0.05" units="cm"/>
      <inkml:brushProperty name="color" value="#004F8B"/>
    </inkml:brush>
  </inkml:definitions>
  <inkml:trace contextRef="#ctx0" brushRef="#br0">1 0 2312,'0'0'4513,"14"9"-2192,10 14-2217,-7-6 368,36 26 1,-48-39-496,0-1 1,0 1-1,1-1 1,-1 0-1,1-1 1,0 0-1,0 0 1,0 0-1,0 0 1,0-1-1,1 0 1,10 0-1,0-2-1237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2.493"/>
    </inkml:context>
    <inkml:brush xml:id="br0">
      <inkml:brushProperty name="width" value="0.05" units="cm"/>
      <inkml:brushProperty name="height" value="0.05" units="cm"/>
      <inkml:brushProperty name="color" value="#004F8B"/>
    </inkml:brush>
  </inkml:definitions>
  <inkml:trace contextRef="#ctx0" brushRef="#br0">211 0 1888,'0'0'2621,"-10"6"854,0 1-3167,1 1 0,0 0 0,0 0 0,1 1 0,0 1 0,0-1 0,1 1 0,0 0 0,-8 20 0,-14 37 526,3 1 0,-27 111 1,51-164-664,1-3-226</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3.537"/>
    </inkml:context>
    <inkml:brush xml:id="br0">
      <inkml:brushProperty name="width" value="0.05" units="cm"/>
      <inkml:brushProperty name="height" value="0.05" units="cm"/>
      <inkml:brushProperty name="color" value="#004F8B"/>
    </inkml:brush>
  </inkml:definitions>
  <inkml:trace contextRef="#ctx0" brushRef="#br0">96 44 1528,'-93'8'6652,"90"-6"-5468,16 2-629,7-1-513,-1 0-1,0-2 0,40-2 0,68-14 117,-14 2 185,-68 10-296,176-10 406,55-2 700,-233 13-748,-33 0-281,16 1 456,-25 2-996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4.585"/>
    </inkml:context>
    <inkml:brush xml:id="br0">
      <inkml:brushProperty name="width" value="0.05" units="cm"/>
      <inkml:brushProperty name="height" value="0.05" units="cm"/>
      <inkml:brushProperty name="color" value="#004F8B"/>
    </inkml:brush>
  </inkml:definitions>
  <inkml:trace contextRef="#ctx0" brushRef="#br0">37 0 2040,'-3'1'3840,"7"-1"-1577,21 2-978,35 1-1316,89-8 2275,-239 18-2176,33-5-70,-66 16 0,122-23-13,1-1-22,9 3 60,18 0-7,-1 0 0,1-2 1,-1-1-1,47-7 0,33 1 16,-76 6-563,-25 1-1525</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6.274"/>
    </inkml:context>
    <inkml:brush xml:id="br0">
      <inkml:brushProperty name="width" value="0.05" units="cm"/>
      <inkml:brushProperty name="height" value="0.05" units="cm"/>
      <inkml:brushProperty name="color" value="#004F8B"/>
    </inkml:brush>
  </inkml:definitions>
  <inkml:trace contextRef="#ctx0" brushRef="#br0">51 36 896,'0'0'4537,"0"-35"930,-5 49-4915,-8 47 155,3 0 1,-3 72-1,6-48-26,4-65-400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7.614"/>
    </inkml:context>
    <inkml:brush xml:id="br0">
      <inkml:brushProperty name="width" value="0.05" units="cm"/>
      <inkml:brushProperty name="height" value="0.05" units="cm"/>
      <inkml:brushProperty name="color" value="#004F8B"/>
    </inkml:brush>
  </inkml:definitions>
  <inkml:trace contextRef="#ctx0" brushRef="#br0">20 4 1472,'1'-3'4669,"-1"10"-1820,-4 30-890,-5 53-979,2 16 2496,8-106-4370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09.674"/>
    </inkml:context>
    <inkml:brush xml:id="br0">
      <inkml:brushProperty name="width" value="0.05" units="cm"/>
      <inkml:brushProperty name="height" value="0.05" units="cm"/>
      <inkml:brushProperty name="color" value="#004F8B"/>
    </inkml:brush>
  </inkml:definitions>
  <inkml:trace contextRef="#ctx0" brushRef="#br0">79 11 1472,'-16'-1'3944,"-47"-3"66,63 4-3963,7 3 31,8 0-59,1 0 1,-1-2-1,1 1 0,0-2 0,0 0 0,27-5 0,14 1 3,13 0-7,-37 1 28,52 2-1,-78 2-88</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0.083"/>
    </inkml:context>
    <inkml:brush xml:id="br0">
      <inkml:brushProperty name="width" value="0.05" units="cm"/>
      <inkml:brushProperty name="height" value="0.05" units="cm"/>
      <inkml:brushProperty name="color" value="#004F8B"/>
    </inkml:brush>
  </inkml:definitions>
  <inkml:trace contextRef="#ctx0" brushRef="#br0">27 0 1800,'-6'38'2895,"-1"64"0,-2 14-1352,5-77-789,4-38-608,0 3-192,0-2-779</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0.537"/>
    </inkml:context>
    <inkml:brush xml:id="br0">
      <inkml:brushProperty name="width" value="0.05" units="cm"/>
      <inkml:brushProperty name="height" value="0.05" units="cm"/>
      <inkml:brushProperty name="color" value="#004F8B"/>
    </inkml:brush>
  </inkml:definitions>
  <inkml:trace contextRef="#ctx0" brushRef="#br0">0 1 3689,'0'0'4061,"2"0"-2497,2 15-629,-1-4-771,-2-8-52,0 0-1,0 1 1,-1-1-1,1 1 0,-1-1 1,0 1-1,0-1 1,0 1-1,0-1 1,-1 1-1,0 5 1,-2 3-12,0 29 1029,4-38-3023</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0.884"/>
    </inkml:context>
    <inkml:brush xml:id="br0">
      <inkml:brushProperty name="width" value="0.05" units="cm"/>
      <inkml:brushProperty name="height" value="0.05" units="cm"/>
      <inkml:brushProperty name="color" value="#004F8B"/>
    </inkml:brush>
  </inkml:definitions>
  <inkml:trace contextRef="#ctx0" brushRef="#br0">0 1 2633,'0'0'5353,"12"3"-3608,3 5-1607,0 1 0,-1 1-1,0 0 1,16 16 0,-6-6 12,-15-14-129,1 1 0,-1-1 0,1-1 1,16 7-1,-19-9-871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1.210"/>
    </inkml:context>
    <inkml:brush xml:id="br0">
      <inkml:brushProperty name="width" value="0.05" units="cm"/>
      <inkml:brushProperty name="height" value="0.05" units="cm"/>
      <inkml:brushProperty name="color" value="#004F8B"/>
    </inkml:brush>
  </inkml:definitions>
  <inkml:trace contextRef="#ctx0" brushRef="#br0">203 1 3217,'-2'-1'4447,"-9"9"-3369,-3 7-712,1 1 1,0 0-1,1 1 0,0 0 0,2 1 1,-9 20-1,-49 125 1000,63-150-1290,-1 2 173,1-1-1,-7 31 1,12-43-559</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1.899"/>
    </inkml:context>
    <inkml:brush xml:id="br0">
      <inkml:brushProperty name="width" value="0.05" units="cm"/>
      <inkml:brushProperty name="height" value="0.05" units="cm"/>
      <inkml:brushProperty name="color" value="#004F8B"/>
    </inkml:brush>
  </inkml:definitions>
  <inkml:trace contextRef="#ctx0" brushRef="#br0">15 13 1952,'-6'0'6352,"-3"0"-3599,71-6-2429,-45 3-211,0 1 0,25 1 0,-23 2-616,-13 1-1152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2.226"/>
    </inkml:context>
    <inkml:brush xml:id="br0">
      <inkml:brushProperty name="width" value="0.05" units="cm"/>
      <inkml:brushProperty name="height" value="0.05" units="cm"/>
      <inkml:brushProperty name="color" value="#004F8B"/>
    </inkml:brush>
  </inkml:definitions>
  <inkml:trace contextRef="#ctx0" brushRef="#br0">6 0 4257,'-6'5'4035,"7"-4"-3885,-1 0-1,1-1 1,0 1-1,-1 0 1,1 0-1,0-1 1,0 1-1,-1-1 1,1 1-1,0-1 1,0 1-1,0-1 1,0 1 0,0-1-1,0 0 1,0 1-1,1-1 1,6 4-54,-5-2-59,-1-1 0,1 1 0,0-1 0,0 0 0,0 0 0,-1 0 1,1 0-1,0 0 0,0-1 0,0 1 0,4-1 0,155-6 779,-147 6-1274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2.641"/>
    </inkml:context>
    <inkml:brush xml:id="br0">
      <inkml:brushProperty name="width" value="0.05" units="cm"/>
      <inkml:brushProperty name="height" value="0.05" units="cm"/>
      <inkml:brushProperty name="color" value="#004F8B"/>
    </inkml:brush>
  </inkml:definitions>
  <inkml:trace contextRef="#ctx0" brushRef="#br0">1 60 4041,'0'-5'5111,"14"-6"-4296,-12 10-800,7-3 77,1-1 0,-1 2 0,1 0 0,-1 0 0,1 0 0,13-1 0,24-4 197,-38 5-340,-1 1 0,0 1 0,1 0-1,-1 0 1,0 0 0,1 1 0,-1 0-1,13 2 1,-12 1-1161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2.960"/>
    </inkml:context>
    <inkml:brush xml:id="br0">
      <inkml:brushProperty name="width" value="0.05" units="cm"/>
      <inkml:brushProperty name="height" value="0.05" units="cm"/>
      <inkml:brushProperty name="color" value="#004F8B"/>
    </inkml:brush>
  </inkml:definitions>
  <inkml:trace contextRef="#ctx0" brushRef="#br0">27 1 3049,'-1'10'3063,"-18"193"1227,14-127-3431,4-41-828,2 38-1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3.315"/>
    </inkml:context>
    <inkml:brush xml:id="br0">
      <inkml:brushProperty name="width" value="0.05" units="cm"/>
      <inkml:brushProperty name="height" value="0.05" units="cm"/>
      <inkml:brushProperty name="color" value="#004F8B"/>
    </inkml:brush>
  </inkml:definitions>
  <inkml:trace contextRef="#ctx0" brushRef="#br0">1 1 4777,'0'0'2727,"7"10"-569,-1 3-1946,-2 1-1,0 0 0,0 0 1,-2 0-1,0 0 1,1 26-1,-3-36-142,0 0-1,0 0 0,1 0 0,-1-1 1,1 1-1,0 0 0,0-1 0,0 1 1,1 0-1,2 4 0,-3-7-317,0-1-513</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4"/>
    </inkml:context>
    <inkml:brush xml:id="br0">
      <inkml:brushProperty name="width" value="0.05" units="cm"/>
      <inkml:brushProperty name="height" value="0.05" units="cm"/>
      <inkml:brushProperty name="color" value="#004F8B"/>
    </inkml:brush>
  </inkml:definitions>
  <inkml:trace contextRef="#ctx0" brushRef="#br0">211 28 2689,'0'0'480,"0"-1"-351,0 1 1,0-1-1,1 0 1,-1 1-1,-1-1 1,1 0-1,0 1 1,0-1 0,0 1-1,0-1 1,0 0-1,-1 1 1,1-1-1,0 0 1,0 1-1,-1-1 1,1 1-1,0-1 1,-1 1-1,1-1 1,-1 1 0,1-1-1,-1 1 1,1-1-1,-1 1 1,1 0-1,-1-1 1,1 1-1,-1 0 1,1-1-1,-1 1 1,0 0 0,1 0-1,-1-1 1,0 1-1,0 0 1,-32-9 152,19 9-34,0 4-140,1 0-1,0 2 0,1-1 1,0 2-1,0 0 0,0 0 1,-14 12-1,23-17-101,0 0 0,0 1 1,1-1-1,-1 1 0,1 0 1,-1-1-1,1 1 1,0 1-1,0-1 0,0 0 1,1 0-1,-1 1 0,1-1 1,-1 0-1,1 1 0,1 0 1,-1-1-1,0 1 0,1 0 1,-1-1-1,1 1 0,0 0 1,1-1-1,-1 1 0,1 0 1,-1-1-1,1 1 0,0-1 1,0 1-1,1-1 0,-1 1 1,1-1-1,-1 0 0,3 4 1,1-2 25,-1 1 0,1-1 0,0-1 0,0 1 0,0 0 0,1-1 0,-1 0 0,1-1 0,0 1 0,0-1 1,1 0-1,-1-1 0,1 1 0,-1-1 0,9 1 0,-7-1-16,1 1 0,-1-1 0,0 1 0,-1 1 0,1 0 0,-1 0 0,0 0 0,1 1 0,7 7 0,-12-9-28,0 1-1,0 0 1,0-1 0,0 1-1,-1 0 1,0 1 0,0-1-1,0 0 1,0 0 0,-1 1-1,1-1 1,-1 1 0,0 0-1,-1-1 1,1 1-1,-1 6 1,0-8 23,0 0-1,0 0 1,-1 0-1,1 0 1,-1-1 0,0 1-1,0 0 1,0 0-1,0-1 1,0 1 0,-1 0-1,1-1 1,-1 1-1,0-1 1,0 0 0,0 1-1,0-1 1,0 0-1,0 0 1,0 0 0,-1-1-1,1 1 1,-1 0-1,1-1 1,-1 0 0,-3 2-1,-21 5-32,0-2-1,-1-1 0,-46 3 1,72-7 0,0-1-1226</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4.324"/>
    </inkml:context>
    <inkml:brush xml:id="br0">
      <inkml:brushProperty name="width" value="0.05" units="cm"/>
      <inkml:brushProperty name="height" value="0.05" units="cm"/>
      <inkml:brushProperty name="color" value="#004F8B"/>
    </inkml:brush>
  </inkml:definitions>
  <inkml:trace contextRef="#ctx0" brushRef="#br0">38 0 3513,'-1'0'2056,"-1"2"-1120,-18 22-135,16-6-137,1 2-104,0 1-184,0-3-32,1-2-24,2-1-16,0-3-40,2-2-40,2-1-40,1-4-8,2 1 48,2-1-96,1-4-1072,4 1-1240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4.512"/>
    </inkml:context>
    <inkml:brush xml:id="br0">
      <inkml:brushProperty name="width" value="0.05" units="cm"/>
      <inkml:brushProperty name="height" value="0.05" units="cm"/>
      <inkml:brushProperty name="color" value="#004F8B"/>
    </inkml:brush>
  </inkml:definitions>
  <inkml:trace contextRef="#ctx0" brushRef="#br0">72 5 1808,'-23'-2'561,"4"-1"415,3 3-312,7 5-536,5 1-368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5.105"/>
    </inkml:context>
    <inkml:brush xml:id="br0">
      <inkml:brushProperty name="width" value="0.05" units="cm"/>
      <inkml:brushProperty name="height" value="0.05" units="cm"/>
      <inkml:brushProperty name="color" value="#004F8B"/>
    </inkml:brush>
  </inkml:definitions>
  <inkml:trace contextRef="#ctx0" brushRef="#br0">15 0 3897,'-9'58'3756,"8"31"-2384,2-62-1115,-1 1-1,-6 37 1,6-64-87,2-10 1063,2-9-1230,21-79-31,-21 86-5,-1 1-1,2-1 1,-1 1 0,1 0-1,1 0 1,0 1 0,7-10-1,-11 17 22,-1 1 0,1-1 0,-1 0 0,1 1 0,0-1 0,0 1 0,0 0-1,-1-1 1,1 1 0,0 0 0,1 0 0,-1 0 0,0 1 0,0-1 0,0 0 0,4 0 0,-5 2-8,1-1 1,0 0 0,-1 0 0,1 0 0,0 1 0,-1-1 0,1 1-1,0 0 1,-1-1 0,1 1 0,-1 0 0,0 0 0,1 0 0,-1 0-1,0 0 1,1 0 0,0 2 0,3 2-18,-1 1 1,0 0-1,0 0 1,-1 0-1,0 0 1,0 0-1,0 1 1,2 12-1,0-1 268,-1 1 0,-1 0 0,0 0-1,-2 0 1,0 0 0,-1 1-1,-5 33 1,3-43-179,2-4-687</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5.841"/>
    </inkml:context>
    <inkml:brush xml:id="br0">
      <inkml:brushProperty name="width" value="0.05" units="cm"/>
      <inkml:brushProperty name="height" value="0.05" units="cm"/>
      <inkml:brushProperty name="color" value="#004F8B"/>
    </inkml:brush>
  </inkml:definitions>
  <inkml:trace contextRef="#ctx0" brushRef="#br0">80 28 3377,'-2'0'-336,"2"-1"496,-1 1 1,1 0-1,-1 0 1,1 0 0,0 0-1,-1 0 1,1 0-1,-1 0 1,1 0-1,0 0 1,-1 0-1,1 0 1,-1 1-1,1-1 1,0 0-1,-1 0 1,1 0 0,0 0-1,-1 1 1,1-1-1,0 0 1,-1 0-1,1 1 1,0-1-1,-1 0 1,1 0-1,0 1 1,0-1 0,-1 0-1,1 1 1,0-1-1,0 0 1,0 1-1,0-1 1,-1 1-1,1-1 1,0 0-1,0 1 1,-5 9-60,0 1 0,1-1 0,0 1-1,1 0 1,0 0 0,1 0 0,-2 15 0,-4 90 234,8-94-241,-1 5 45,4 38 0,-3-57-75,1 0 1,1 0 0,-1 0 0,1-1 0,1 1 0,0-1-1,0 0 1,0 1 0,7 10 0,-9-17-27,1 1-1,-1 0 1,1-1 0,0 1 0,-1-1 0,1 1-1,0-1 1,0 0 0,0 1 0,0-1 0,0 0-1,0-1 1,0 1 0,0 0 0,0 0 0,1-1-1,-1 1 1,0-1 0,0 0 0,1 0 0,-1 0-1,0 0 1,0 0 0,1 0 0,-1-1 0,0 1-1,0-1 1,0 1 0,1-1 0,-1 0 0,0 0-1,0 0 1,0 0 0,3-2 0,4-3 42,-1 0-1,0 0 1,0 0 0,-1-1 0,1 0 0,7-11 0,-4 3-20,-1 0 1,0-1 0,-1 0 0,-1 0-1,0-1 1,8-30 0,-11 33-54,-2 0-1,0 0 1,-1 0 0,0-1 0,-1 1 0,-1 0-1,0 0 1,-1-1 0,-3-15 0,3 24-27,0 1 1,-1-1-1,0 1 1,0 0-1,0 0 1,0 0-1,-1 0 0,0 0 1,0 0-1,0 1 1,-1-1-1,0 1 1,1 0-1,-2 0 0,1 0 1,0 1-1,-1-1 1,1 1-1,-1 0 1,0 1-1,0-1 0,0 1 1,-1 0-1,1 0 1,0 0-1,-8 0 1,6 1 11,-1 0 1,1 1 0,-1-1 0,0 2 0,1-1-1,-1 1 1,1 1 0,-1-1 0,1 1 0,0 0-1,0 1 1,0 0 0,0 0 0,0 1 0,0-1 0,1 1-1,0 1 1,0-1 0,-6 7 0,9-9 9,1 0-1,0 0 1,0 1 0,0-1 0,0 1-1,1-1 1,-1 1 0,1 0 0,-1-1 0,1 1-1,0 0 1,0 0 0,0 0 0,1 0-1,-1 0 1,1 0 0,-1 0 0,1 0 0,0 4-1,1-2 19,0 0 0,0 0 0,1 0 0,-1-1 0,1 1 0,0 0 0,0-1 0,0 1 0,1-1 0,0 0 0,3 5 0,0-2 16,0 0-1,1 0 1,0-1 0,0 1-1,1-1 1,-1-1 0,1 0-1,0 0 1,1 0 0,-1-1-1,1 0 1,11 3 0,4-3-587</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7.836"/>
    </inkml:context>
    <inkml:brush xml:id="br0">
      <inkml:brushProperty name="width" value="0.05" units="cm"/>
      <inkml:brushProperty name="height" value="0.05" units="cm"/>
      <inkml:brushProperty name="color" value="#004F8B"/>
    </inkml:brush>
  </inkml:definitions>
  <inkml:trace contextRef="#ctx0" brushRef="#br0">33 39 2505,'0'-39'7217,"-7"46"-6759,3 1-415,1 1 0,-1 0 0,2 0 0,-1 0 0,1 0 1,-1 18-1,0 66 363,2-44-140,1 54 50,5 1 0,4-2 0,24 110-1,-21-107-193,-11-80 99,1 0 0,1 0-1,2-1 1,13 46 0,-17-69-134</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19.623"/>
    </inkml:context>
    <inkml:brush xml:id="br0">
      <inkml:brushProperty name="width" value="0.05" units="cm"/>
      <inkml:brushProperty name="height" value="0.05" units="cm"/>
      <inkml:brushProperty name="color" value="#004F8B"/>
    </inkml:brush>
  </inkml:definitions>
  <inkml:trace contextRef="#ctx0" brushRef="#br0">0 147 1896,'8'19'4215,"32"6"-3849,-33-21-249,-2-3 80,4-2-124,334-8 1206,-193 9-747,153-20 0,-118 9 149,-133 9-575,183-7 349,68-17-308,-160 22-77,-36 2-33,151-9 29,339-26 259,22 19 489,-174-6 22,-436 24-831,317-5 926,-172-2-536,-64 1-219,-65 3-609,-23 2-518</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0.372"/>
    </inkml:context>
    <inkml:brush xml:id="br0">
      <inkml:brushProperty name="width" value="0.05" units="cm"/>
      <inkml:brushProperty name="height" value="0.05" units="cm"/>
      <inkml:brushProperty name="color" value="#004F8B"/>
    </inkml:brush>
  </inkml:definitions>
  <inkml:trace contextRef="#ctx0" brushRef="#br0">1 44 1272,'0'-3'322,"1"1"0,0-1 0,0 1 0,0-1 0,0 1 0,0 0-1,1-1 1,-1 1 0,4-3 0,8-12 4877,-9 30-4079,6 65-425,2 120-1,-9-105-540,2-8 262,-4-1-1,-4 1 1,-18 108-1,13-145 342</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22.480"/>
    </inkml:context>
    <inkml:brush xml:id="br0">
      <inkml:brushProperty name="width" value="0.05" units="cm"/>
      <inkml:brushProperty name="height" value="0.05" units="cm"/>
      <inkml:brushProperty name="color" value="#004F8B"/>
    </inkml:brush>
  </inkml:definitions>
  <inkml:trace contextRef="#ctx0" brushRef="#br0">0 86 1840,'0'0'2793,"19"0"-981,423-14 1080,-40 0-1691,-187 9-753,-5-6 24,190 0-149,-147-3-268,69 8-22,84-3 29,54 7 195,-220 5-162,400 2 103,-333 2-52,-258-3-24,-47-4-68,-2 0-162,1 0-776</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38.281"/>
    </inkml:context>
    <inkml:brush xml:id="br0">
      <inkml:brushProperty name="width" value="0.05" units="cm"/>
      <inkml:brushProperty name="height" value="0.05" units="cm"/>
      <inkml:brushProperty name="color" value="#004F8B"/>
    </inkml:brush>
  </inkml:definitions>
  <inkml:trace contextRef="#ctx0" brushRef="#br0">21 18 1024,'0'0'1087,"-7"-18"5705,7 20-6750,0 0-1,0 0 1,0 0 0,0 0-1,0 0 1,-1 0-1,1 0 1,-1 0 0,1 0-1,-1 0 1,0-1-1,-1 4 1,0-2-26,1-1 0,0 1 0,0-1-1,1 0 1,-1 1 0,0-1 0,1 1 0,-1 0 0,1-1 0,0 1-1,0-1 1,0 1 0,1 3 0,0 115 960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4.388"/>
    </inkml:context>
    <inkml:brush xml:id="br0">
      <inkml:brushProperty name="width" value="0.05" units="cm"/>
      <inkml:brushProperty name="height" value="0.05" units="cm"/>
      <inkml:brushProperty name="color" value="#004F8B"/>
    </inkml:brush>
  </inkml:definitions>
  <inkml:trace contextRef="#ctx0" brushRef="#br0">60 28 1496,'-15'-1'3664,"-30"-3"-584,50 3-2962,397-19 810,-360 19-1357</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4.698"/>
    </inkml:context>
    <inkml:brush xml:id="br0">
      <inkml:brushProperty name="width" value="0.05" units="cm"/>
      <inkml:brushProperty name="height" value="0.05" units="cm"/>
      <inkml:brushProperty name="color" value="#004F8B"/>
    </inkml:brush>
  </inkml:definitions>
  <inkml:trace contextRef="#ctx0" brushRef="#br0">83 0 1608,'-7'8'1802,"0"2"-1574,0 0-1,1 0 1,1 1-1,0 0 1,0 0-1,1 0 1,1 0-1,0 1 1,-3 16-1,-8 119 878,12-104-757,-2-6-4,2-23-15,0-1-1,1 0 1,2 23 218,1-36-1056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5.081"/>
    </inkml:context>
    <inkml:brush xml:id="br0">
      <inkml:brushProperty name="width" value="0.05" units="cm"/>
      <inkml:brushProperty name="height" value="0.05" units="cm"/>
      <inkml:brushProperty name="color" value="#004F8B"/>
    </inkml:brush>
  </inkml:definitions>
  <inkml:trace contextRef="#ctx0" brushRef="#br0">18 0 3025,'0'0'658,"0"7"1159,1 38-48,-3 0 0,-14 87 1,16-130-1530,0 0-896</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5.369"/>
    </inkml:context>
    <inkml:brush xml:id="br0">
      <inkml:brushProperty name="width" value="0.05" units="cm"/>
      <inkml:brushProperty name="height" value="0.05" units="cm"/>
      <inkml:brushProperty name="color" value="#004F8B"/>
    </inkml:brush>
  </inkml:definitions>
  <inkml:trace contextRef="#ctx0" brushRef="#br0">0 0 4201,'9'2'504,"4"5"520,6 0-216,9 8-191,1 1-41,3 1-168,0 4-112,-4-1-168,-1 3-24,-3-4 0,-3 2 16,-3-5 40,-3-3 24,-5-4 64,-2-1 96,-2-2-960,2-1-832</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5.652"/>
    </inkml:context>
    <inkml:brush xml:id="br0">
      <inkml:brushProperty name="width" value="0.05" units="cm"/>
      <inkml:brushProperty name="height" value="0.05" units="cm"/>
      <inkml:brushProperty name="color" value="#004F8B"/>
    </inkml:brush>
  </inkml:definitions>
  <inkml:trace contextRef="#ctx0" brushRef="#br0">389 1 2929,'0'0'438,"-7"8"1505,-36 47-681,17-20-296,-1-1 0,-39 36 0,29-38-275,-52 31 0,12-8 126,75-54-819,1 0-1,-1 0 1,1 0-1,0 0 1,0 1-1,-1-1 1,1 0 0,0 1-1,0-1 1,0 1-1,-1 2 1,2 2-892</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6.436"/>
    </inkml:context>
    <inkml:brush xml:id="br0">
      <inkml:brushProperty name="width" value="0.05" units="cm"/>
      <inkml:brushProperty name="height" value="0.05" units="cm"/>
      <inkml:brushProperty name="color" value="#004F8B"/>
    </inkml:brush>
  </inkml:definitions>
  <inkml:trace contextRef="#ctx0" brushRef="#br0">84 32 1584,'-21'-2'2183,"10"1"-796,-1-1 0,1 0 0,-17-5 1753,34 6-2851,21 0-107,158-13 518,-144 12-1795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6.673"/>
    </inkml:context>
    <inkml:brush xml:id="br0">
      <inkml:brushProperty name="width" value="0.05" units="cm"/>
      <inkml:brushProperty name="height" value="0.05" units="cm"/>
      <inkml:brushProperty name="color" value="#004F8B"/>
    </inkml:brush>
  </inkml:definitions>
  <inkml:trace contextRef="#ctx0" brushRef="#br0">1 0 4457,'0'0'1728,"1"0"-743,1 2-185,41 11-120,-25-12-256,1-1-104,0 0-136,1-1-40,-1-2-16,1 1-168,4-2-2320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6.992"/>
    </inkml:context>
    <inkml:brush xml:id="br0">
      <inkml:brushProperty name="width" value="0.05" units="cm"/>
      <inkml:brushProperty name="height" value="0.05" units="cm"/>
      <inkml:brushProperty name="color" value="#004F8B"/>
    </inkml:brush>
  </inkml:definitions>
  <inkml:trace contextRef="#ctx0" brushRef="#br0">0 28 4521,'0'0'1696,"0"-1"-1056,2-1-191,-1 1-97,46-15 8,-46 16-128,28 0-64,-14-1-80,2-1-24,1-1-16,-2 2 0,3 1 32,0 0-80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7.274"/>
    </inkml:context>
    <inkml:brush xml:id="br0">
      <inkml:brushProperty name="width" value="0.05" units="cm"/>
      <inkml:brushProperty name="height" value="0.05" units="cm"/>
      <inkml:brushProperty name="color" value="#004F8B"/>
    </inkml:brush>
  </inkml:definitions>
  <inkml:trace contextRef="#ctx0" brushRef="#br0">10 1 3713,'-9'87'3642,"9"46"-2761,1-37-79,0 35 1361,-1-130-3098</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7.669"/>
    </inkml:context>
    <inkml:brush xml:id="br0">
      <inkml:brushProperty name="width" value="0.05" units="cm"/>
      <inkml:brushProperty name="height" value="0.05" units="cm"/>
      <inkml:brushProperty name="color" value="#004F8B"/>
    </inkml:brush>
  </inkml:definitions>
  <inkml:trace contextRef="#ctx0" brushRef="#br0">31 0 4377,'0'0'3458,"0"12"-1037,0 16-1971,-1 0 1,-1 0 0,-2 0 0,-1 0-1,-8 27 1,7-31 499,8-23-1337</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8.091"/>
    </inkml:context>
    <inkml:brush xml:id="br0">
      <inkml:brushProperty name="width" value="0.05" units="cm"/>
      <inkml:brushProperty name="height" value="0.05" units="cm"/>
      <inkml:brushProperty name="color" value="#004F8B"/>
    </inkml:brush>
  </inkml:definitions>
  <inkml:trace contextRef="#ctx0" brushRef="#br0">172 23 2048,'-5'-3'397,"0"0"-1,0 1 1,0-1-1,0 1 1,-1 0-1,1 0 1,-1 1-1,1-1 1,-1 1-1,1 1 1,-1-1-1,0 1 0,0 0 1,-6 1-1,9-1-314,0 1-1,-1 0 1,1 1-1,-1-1 1,1 1-1,0-1 1,0 1-1,0 0 1,0 0-1,0 0 1,1 1-1,-1-1 1,0 1-1,1-1 1,0 1-1,0 0 1,0 0-1,0 0 1,0 0-1,0 0 1,1 1-1,-1-1 1,0 5-1,-4 16 40,1 0 0,1 0 0,1 0 0,1 0 0,1 0-1,1 0 1,1 1 0,2-1 0,5 28 0,-8-49-177,1 1 1,-1 0 0,1-1 0,0 1-1,0-1 1,0 1 0,0-1-1,0 0 1,1 1 0,-1-1 0,1 0-1,0 0 1,0 0 0,0 0-1,1 0 1,-1 0 0,1-1 0,-1 1-1,1-1 1,0 0 0,4 3-1,12 1-2445</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8.497"/>
    </inkml:context>
    <inkml:brush xml:id="br0">
      <inkml:brushProperty name="width" value="0.05" units="cm"/>
      <inkml:brushProperty name="height" value="0.05" units="cm"/>
      <inkml:brushProperty name="color" value="#004F8B"/>
    </inkml:brush>
  </inkml:definitions>
  <inkml:trace contextRef="#ctx0" brushRef="#br0">105 0 4393,'0'0'575,"-11"5"2657,5-1-3130,0 0 0,0 0 0,0 0-1,0 1 1,1 0 0,0 0 0,0 0-1,0 1 1,0 0 0,1 0 0,0 0-1,1 0 1,-5 10 0,4-5-37,0 0 0,1 0 1,0 0-1,1 1 0,0-1 0,1 1 1,0-1-1,2 22 0,-1-29-21,0-1 0,0 1 0,1-1 1,0 0-1,-1 1 0,1-1 0,0 1 0,1-1 0,-1 0 0,1 0 0,-1 0 0,1 0 0,0 0 0,0 0 0,0 0 0,1 0 0,-1-1 0,0 1 1,1-1-1,0 0 0,0 0 0,0 0 0,0 0 0,0 0 0,0-1 0,0 1 0,0-1 0,0 0 0,1 0 0,-1 0 0,1 0 0,6 0 0,-4-1 4,0 0-1,1 0 1,-1-1-1,0 1 1,0-1-1,0-1 0,1 1 1,-2-1-1,1 0 1,0-1-1,0 1 1,0-1-1,-1 0 0,0-1 1,0 1-1,0-1 1,0 0-1,0 0 1,-1-1-1,1 1 0,-1-1 1,0 0-1,-1 0 1,1 0-1,2-8 1,1 1-27,-2-1 0,0 1 0,0-1 1,-1 0-1,-1 0 0,0-1 0,-1 1 1,-1-1-1,0 1 0,-1-25 0,0 36-32,0 1-1,0 0 0,0-1 0,0 1 0,0-1 0,0 1 0,-1-1 1,1 1-1,0-1 0,-1 1 0,1 0 0,-1-1 0,0 1 1,1 0-1,-1 0 0,0-1 0,0 1 0,0 0 0,0 0 0,0 0 1,0 0-1,0 0 0,0 0 0,0 0 0,-1 0 0,1 1 0,0-1 1,0 0-1,-1 1 0,1-1 0,-2 0 0,-1 1-60,1 0-1,-1 0 1,1 1-1,-1-1 1,1 1-1,-1-1 0,1 1 1,-1 0-1,1 0 1,0 1-1,-6 2 1,-7 5-890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8.971"/>
    </inkml:context>
    <inkml:brush xml:id="br0">
      <inkml:brushProperty name="width" value="0.05" units="cm"/>
      <inkml:brushProperty name="height" value="0.05" units="cm"/>
      <inkml:brushProperty name="color" value="#004F8B"/>
    </inkml:brush>
  </inkml:definitions>
  <inkml:trace contextRef="#ctx0" brushRef="#br0">322 3 3129,'-124'-2'4256,"112"2"-4016,-1 1 0,1 1-1,-1 0 1,1 1 0,0 0 0,0 1 0,-20 9-1,30-12-228,0 0-1,0 0 1,0 1 0,0-1-1,0 0 1,0 1-1,1-1 1,-1 1 0,1-1-1,-1 1 1,1 0-1,-1-1 1,1 1-1,0 0 1,0 0 0,0 0-1,0 0 1,0 0-1,0 1 1,1-1 0,-1 0-1,0 3 1,1-3 2,1 0 0,-1 0 0,1 0 0,-1-1 0,1 1 0,-1 0 0,1 0 0,0 0 0,0-1 0,0 1 0,0 0 0,0-1 0,0 1 0,1-1 1,-1 1-1,0-1 0,1 1 0,-1-1 0,1 0 0,0 0 0,-1 0 0,1 0 0,0 0 0,0 0 0,2 0 0,53 20 172,-37-15-166,-1 1 0,1 1 0,-1 1-1,25 15 1,-41-21-22,1-1-1,-1 0 0,0 1 0,0 0 0,0 0 0,0 0 1,0 0-1,-1 0 0,1 0 0,-1 1 0,0-1 0,0 1 1,0 0-1,0 0 0,-1-1 0,0 1 0,1 0 0,-1 0 1,-1 0-1,1 1 0,-1-1 0,1 0 0,-1 0 0,0 0 1,-1 0-1,1 0 0,-2 7 0,1-8 10,-1 0 1,1 0-1,-1 1 0,1-1 1,-1 0-1,0 0 0,0 0 1,0-1-1,-1 1 0,1-1 0,0 1 1,-1-1-1,0 0 0,0 1 1,0-1-1,0-1 0,0 1 1,0 0-1,0-1 0,0 0 0,-1 1 1,1-1-1,0-1 0,-5 2 1,-11 1 53,-1 0 0,1-1 1,-24-1-1,19 0-24,-67 1-141,71-2-993</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39.585"/>
    </inkml:context>
    <inkml:brush xml:id="br0">
      <inkml:brushProperty name="width" value="0.05" units="cm"/>
      <inkml:brushProperty name="height" value="0.05" units="cm"/>
      <inkml:brushProperty name="color" value="#004F8B"/>
    </inkml:brush>
  </inkml:definitions>
  <inkml:trace contextRef="#ctx0" brushRef="#br0">75 14 4097,'-5'3'302,"1"1"1,0-1-1,0 2 0,0-1 0,1 0 1,-1 1-1,1-1 0,0 1 1,0 0-1,1 0 0,-1 0 1,1 0-1,0 1 0,1-1 1,-1 1-1,0 7 0,-2 12-101,1 0 0,0 31-1,3-47-134,-1 21 337,4 39-1,-2-61-303,0-1 0,0 1-1,1-1 1,0 1 0,0-1-1,1 0 1,0 0 0,0 0-1,1 0 1,6 10 0,-8-15-52,0-1 1,0 1-1,0 0 1,0 0 0,0-1-1,0 1 1,0-1 0,0 1-1,1-1 1,-1 0-1,0 0 1,1 0 0,-1 0-1,1-1 1,-1 1 0,6 0-1,-3-1 15,0 0-1,1 0 1,-1-1-1,0 1 1,1-1-1,-1-1 1,9-2-1,1-2 44,-1-1-1,-1 0 0,1 0 0,22-18 1,-20 11-27,0 0 1,0-1 0,-2-1 0,0 0-1,21-32 1,-29 39-64,0-1-1,-1 0 1,0 0-1,0-1 1,-1 1-1,0-1 1,-1 0-1,-1 0 1,0 0-1,0 0 1,-1 0 0,0-18-1,-1 25-30,-1 0 1,0 1-1,0-1 0,0 0 1,-1 1-1,1-1 0,-1 1 1,0-1-1,1 1 0,-2 0 1,1 0-1,0 0 0,-1 0 0,1 0 1,-1 0-1,0 1 0,0-1 1,0 1-1,0 0 0,0 0 1,-1 0-1,1 0 0,0 1 1,-1-1-1,0 1 0,1 0 1,-8-1-1,-9-2-107,-1 0-1,1 2 1,-40 0 0,44 2 95,0-1 15,0 1 1,0 1-1,0 1 1,0 0-1,-26 8 0,39-9 20,0 0-1,0 0 0,0 0 0,0 0 1,0 0-1,1 1 0,-1-1 0,0 1 0,1 0 1,-1 0-1,1 0 0,-1 0 0,1 0 0,0 0 1,0 1-1,0-1 0,0 1 0,1 0 1,-1-1-1,1 1 0,-1 0 0,1 0 0,0 0 1,0 0-1,0 0 0,1 0 0,-1 0 1,1 0-1,-1 0 0,1 0 0,0 1 0,0-1 1,1 0-1,-1 0 0,1 0 0,0 4 1,1-3 29,-1 1 1,1-1 0,0 0 0,0 0-1,0 1 1,0-2 0,1 1-1,0 0 1,0 0 0,0-1 0,0 0-1,0 1 1,1-1 0,-1 0 0,1-1-1,0 1 1,0-1 0,0 0 0,0 0-1,7 3 1,5 0-137,0 0-1,0-1 1,1 0-1,23 1 1,24 1-1944</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42.054"/>
    </inkml:context>
    <inkml:brush xml:id="br0">
      <inkml:brushProperty name="width" value="0.05" units="cm"/>
      <inkml:brushProperty name="height" value="0.05" units="cm"/>
      <inkml:brushProperty name="color" value="#004F8B"/>
    </inkml:brush>
  </inkml:definitions>
  <inkml:trace contextRef="#ctx0" brushRef="#br0">20 0 1752,'0'0'610,"-2"9"3883,-4 36-3805,-5 319 2738,15-210-2944,-3 100 306,-1-77-160,2-75-490,-1-85-47,0 0 0,1 0 0,1-1 0,0 1 0,2-1 0,7 22 0,-11-37-34,0 0-18,-1 1 0,1-1 1,0 1-1,0-1 0,0 1 1,1-1-1,-1 0 0,0 1 0,0-1 1,1 0-1,-1 0 0,1 0 0,-1 0 1,1 0-1,-1-1 0,4 2 1,-2 0 12,28 17 20,-27-16-6,3-1 23,1-3-63,71-8 120,-9-3-97,0 3 0,118 0 0,325-18 154,-249 7-160,174-10 13,-273 15-18,77-4-13,-138 17-27,487-6 21,-87-6 67,-187 1-44,-43 8-19,152-9 10,-225 4-14,86-1-2,-268 10-1952,-13-1-1527</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42.683"/>
    </inkml:context>
    <inkml:brush xml:id="br0">
      <inkml:brushProperty name="width" value="0.05" units="cm"/>
      <inkml:brushProperty name="height" value="0.05" units="cm"/>
      <inkml:brushProperty name="color" value="#004F8B"/>
    </inkml:brush>
  </inkml:definitions>
  <inkml:trace contextRef="#ctx0" brushRef="#br0">97 5 2280,'-1'-5'4830,"0"5"-4718,1 0 0,0 0 1,0 0-1,0 0 0,0 0 1,0 0-1,-1 0 0,1 0 1,0 0-1,0 0 0,-7 9 1019,-4 21-1173,-12 288 2048,0 9-1343,-6-157 581,29-169-1240,0 1 0,0-1 0,0 0 0,0 0-1,0 1 1,0-1 0,0 0 0,0 0 0,0 1 0,1-1 0,-1 0 0,1 0 0,-1 0 0,1 0 0,0 2 0,4 4-1387</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1:44.580"/>
    </inkml:context>
    <inkml:brush xml:id="br0">
      <inkml:brushProperty name="width" value="0.05" units="cm"/>
      <inkml:brushProperty name="height" value="0.05" units="cm"/>
      <inkml:brushProperty name="color" value="#004F8B"/>
    </inkml:brush>
  </inkml:definitions>
  <inkml:trace contextRef="#ctx0" brushRef="#br0">29 69 768,'-2'2'443,"-17"12"641,18-14-1005,1 0 0,0 0 0,-1 1 0,1-1 0,0 0 0,-1 0 0,1 0 0,0 1 0,-1-1 0,1 0 0,0 0 0,-1 1 0,1-1 0,0 0-1,0 0 1,-1 1 0,1-1 0,0 0 0,0 1 0,0-1 0,0 1 0,-1-1 0,1 0 0,0 1 0,0-1 0,0 0 0,0 1 0,0-1 0,0 1 0,0-1 0,0 0 0,0 1 0,0-1-1,0 1 1,0-1 0,0 0 0,0 1 0,0-1 0,1 1 0,12 1 279,41 2-146,0-1-1,0-3 1,60-8 0,-29 2 123,4 1 60,187-5 117,131-6-175,-266 7-204,512-25 1411,506 20-646,-810 12-23,-252 0-809,119 8 57,-32 1-4,139 10 34,75 8 517,-299-21-467,-71-2-136,107 7 813,-105-4-759,58 20-1,-68-19-11,-2 0-80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3:39.741"/>
    </inkml:context>
    <inkml:brush xml:id="br0">
      <inkml:brushProperty name="width" value="0.05" units="cm"/>
      <inkml:brushProperty name="height" value="0.05" units="cm"/>
      <inkml:brushProperty name="color" value="#004F8B"/>
    </inkml:brush>
  </inkml:definitions>
  <inkml:trace contextRef="#ctx0" brushRef="#br0">47 25 1360,'5'-1'251,"-3"0"-73,0 1 0,1-1-1,-1 1 1,0-1 0,1 0 0,-1 0 0,0 0 0,0 0 0,0 0 0,3-3 2149,-10-8 935,4 13-3215,0-1-1,0 1 1,0-1 0,0 1-1,0 0 1,1-1 0,-1 1-1,0 0 1,1 0-1,-1-1 1,0 1 0,1 0-1,-1 0 1,1 0-1,0 0 1,-1 0 0,1 0-1,0 0 1,-1 0 0,1 1-1,-16 32 69,13-28-35,1 0 120,2 5-96,-5 17 100,2-9 201,-4 37 1,8-35-296,-1-16-96,0 0-1,0 0 1,-1 0-1,1 0 1,-1 0 0,-2 8-1,-15 36 266,15-41 90,3-7-949</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0.976"/>
    </inkml:context>
    <inkml:brush xml:id="br0">
      <inkml:brushProperty name="width" value="0.05" units="cm"/>
      <inkml:brushProperty name="height" value="0.05" units="cm"/>
      <inkml:brushProperty name="color" value="#004F8B"/>
    </inkml:brush>
  </inkml:definitions>
  <inkml:trace contextRef="#ctx0" brushRef="#br0">15 17 1920,'0'0'655,"-6"-11"6032,2 6-5255,1 6-912,2 13-480,1 0-1,0-1 1,1 1-1,0-1 1,1 1-1,5 16 1,2 16 361,2 30-1172,-10-52-828</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1.540"/>
    </inkml:context>
    <inkml:brush xml:id="br0">
      <inkml:brushProperty name="width" value="0.05" units="cm"/>
      <inkml:brushProperty name="height" value="0.05" units="cm"/>
      <inkml:brushProperty name="color" value="#004F8B"/>
    </inkml:brush>
  </inkml:definitions>
  <inkml:trace contextRef="#ctx0" brushRef="#br0">1 1 1624,'0'0'2596,"2"15"1344,5 29-3156,-2-1 0,-1 74 0,-3-45-422,-1-70-350,1 18-115,-1-1 1,-3 20-1,0-18-1257</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2.040"/>
    </inkml:context>
    <inkml:brush xml:id="br0">
      <inkml:brushProperty name="width" value="0.05" units="cm"/>
      <inkml:brushProperty name="height" value="0.05" units="cm"/>
      <inkml:brushProperty name="color" value="#004F8B"/>
    </inkml:brush>
  </inkml:definitions>
  <inkml:trace contextRef="#ctx0" brushRef="#br0">0 0 1960,'0'0'1634,"13"19"4922,1 12-6102,-10-22-256,0 1 0,-1 0 0,0 0 1,0 0-1,1 18 0,-1-8-10,6 59-188,0 78-1,-8-122-1233</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2.554"/>
    </inkml:context>
    <inkml:brush xml:id="br0">
      <inkml:brushProperty name="width" value="0.05" units="cm"/>
      <inkml:brushProperty name="height" value="0.05" units="cm"/>
      <inkml:brushProperty name="color" value="#004F8B"/>
    </inkml:brush>
  </inkml:definitions>
  <inkml:trace contextRef="#ctx0" brushRef="#br0">9 0 2320,'0'3'7733,"2"17"-5414,0 10-1770,0 1 0,-2-1 0,-7 52 0,0 51-373,8-114-355,1-1-1,1 0 1,0 0-1,2-1 1,0 1-1,1-1 0,0 0 1,12 20-1,-3-7-1698</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3.084"/>
    </inkml:context>
    <inkml:brush xml:id="br0">
      <inkml:brushProperty name="width" value="0.05" units="cm"/>
      <inkml:brushProperty name="height" value="0.05" units="cm"/>
      <inkml:brushProperty name="color" value="#004F8B"/>
    </inkml:brush>
  </inkml:definitions>
  <inkml:trace contextRef="#ctx0" brushRef="#br0">14 1 3609,'0'0'6438,"-2"15"-4871,-3 13-1425,2 0-1,0 0 0,2 0 0,1 0 0,2 0 0,0 0 0,2 0 0,1 0 0,9 28 0,-7-34-1612</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4.447"/>
    </inkml:context>
    <inkml:brush xml:id="br0">
      <inkml:brushProperty name="width" value="0.05" units="cm"/>
      <inkml:brushProperty name="height" value="0.05" units="cm"/>
      <inkml:brushProperty name="color" value="#004F8B"/>
    </inkml:brush>
  </inkml:definitions>
  <inkml:trace contextRef="#ctx0" brushRef="#br0">25 50 496,'0'0'854,"-9"-19"4333,-6-12-4429,23 74 6097,0 66-6491,-4-49 53,19 130-1864,-19-169-1107</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4:44.917"/>
    </inkml:context>
    <inkml:brush xml:id="br0">
      <inkml:brushProperty name="width" value="0.05" units="cm"/>
      <inkml:brushProperty name="height" value="0.05" units="cm"/>
      <inkml:brushProperty name="color" value="#004F8B"/>
    </inkml:brush>
  </inkml:definitions>
  <inkml:trace contextRef="#ctx0" brushRef="#br0">1 0 3033,'0'0'3271,"1"14"715,4 213-908,-5-221-3134,1 0 0,0 1-1,0-1 1,0 0 0,1 0 0,0 1-1,0-1 1,1-1 0,3 8-1,4 3-1986</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5:10.789"/>
    </inkml:context>
    <inkml:brush xml:id="br0">
      <inkml:brushProperty name="width" value="0.05" units="cm"/>
      <inkml:brushProperty name="height" value="0.05" units="cm"/>
    </inkml:brush>
  </inkml:definitions>
  <inkml:trace contextRef="#ctx0" brushRef="#br0">1 372 328,'0'0'1615,"25"-5"-105,-1 0-1392,-1 1 1,36-1 0,-22 3 24,43-10 1,-24 4-72,143-29 634,-70 10-620,7 9 94,167 0 0,-39 29 710,-41 1 11,185 14 106,-370-23-889,712 28 388,-665-30-495,214 11 77,-72-2 73,-168-8-112,543 1 273,-379-15-69,638-17 813,-328 15-956,-500 13-102,666-37 154,-60-24 70,54-4 463,708-39-297,-869 91-357,-500 14-40,294 9 23,-301-9-26,262 13 26,-44 11 58,-22-6 184,-153-11 1072,-60-6-1270,-4 3-46,-1-1 0,1-1 0,0 1 0,0 0 0,0-1 0,0 0 0,6 2 0,-6-2-14,0 1-6,0 0 0,-1-1 0,1 2-1,0-1 1,-1 0 0,0 1 0,0-1 0,0 1 0,0 0 0,-1 0-1,3 6 1,18 42 23,-22-48-25,2 4-9,-2-3-17,-2 6 22,-1 1 5,0 35 23,6 10-17,9 87-6,2-86 6,-13-53-7,-1 0 0,0 0 0,1 0 0,0 0 0,0 0 0,5 7 0,-1-1 0,17 49-8,-2-6 9,-3-1 13,-17-48-14,1-1 0,-1 0 0,0 1 0,0-1 1,0 1-1,0-1 0,-1 1 0,0 4 0,0 3 0,11 122 25,-6-49-5,-5-77-82,0 0 1,-1 0-1,0-1 0,0 1 0,-3 8 0,2-6-553,-2 8-836</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5:11.632"/>
    </inkml:context>
    <inkml:brush xml:id="br0">
      <inkml:brushProperty name="width" value="0.05" units="cm"/>
      <inkml:brushProperty name="height" value="0.05" units="cm"/>
    </inkml:brush>
  </inkml:definitions>
  <inkml:trace contextRef="#ctx0" brushRef="#br0">1 1 8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5:15.284"/>
    </inkml:context>
    <inkml:brush xml:id="br0">
      <inkml:brushProperty name="width" value="0.05" units="cm"/>
      <inkml:brushProperty name="height" value="0.05" units="cm"/>
    </inkml:brush>
  </inkml:definitions>
  <inkml:trace contextRef="#ctx0" brushRef="#br0">37 6 912,'0'0'2322,"-33"-5"-911,30 5-392,5 8-685,11 21-329,3 2 1,-14-27 22,0 0 0,0 0-1,1-1 1,-1 0 0,1 1-1,0-1 1,0 0 0,0 0-1,1 0 1,-1-1-1,1 1 1,-1-1 0,1 0-1,0 0 1,0 0 0,7 2-1,-3-1-49,3 2 81,-1-5-18,20 5 537,38 2-1,-42-8-477,18 2 116,44 8 52,-15 3-161,247 14 391,-233-21-469,270 27 690,165 16 65,-253-16-399,2-12 1,287-16-1,-403-11 23,227-5-36,-372 12-367,293 10 32,110 45-29,41-8 57,-105-37 800,-151-7-611,137-22 69,-39 0-270,-218 21-57,146 22 0,-136-11 34,2-4-1,-1-4 1,153-11 0,-230 4-36,-9 2 8,-1-1 0,1 0 0,0 1-1,0 0 1,-1-1 0,1 1 0,0 0 0,0 0 0,0 1 0,-1-1 0,1 1 0,0-1-1,0 1 1,-1 0 0,1 0 0,-1 0 0,1 0 0,-1 1 0,3 1 0,-3-2-169,-1 1-337</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15:17.453"/>
    </inkml:context>
    <inkml:brush xml:id="br0">
      <inkml:brushProperty name="width" value="0.05" units="cm"/>
      <inkml:brushProperty name="height" value="0.05" units="cm"/>
    </inkml:brush>
  </inkml:definitions>
  <inkml:trace contextRef="#ctx0" brushRef="#br0">1 67 992,'75'-11'1794,"0"4"1,123 3-1,-22 2-834,147-17-190,152-5-689,-262 31 21,-128-2 218,105-7-1,-186 2-301,32-4 58,0 3 0,0 0 0,40 6 0,-5 6 767,113 2 1,-126-20-1010,-55 7-762</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07.008"/>
    </inkml:context>
    <inkml:brush xml:id="br0">
      <inkml:brushProperty name="width" value="0.1" units="cm"/>
      <inkml:brushProperty name="height" value="0.1" units="cm"/>
      <inkml:brushProperty name="color" value="#E71224"/>
    </inkml:brush>
  </inkml:definitions>
  <inkml:trace contextRef="#ctx0" brushRef="#br0">75 169 1744,'0'0'741,"-21"11"-689,-32 22 9792,115-43-9254,-28 4-534,-22 3-48,-7 2 49,1 0 0,0 0 0,0 1 0,-1 0 0,10 1 0,-7-1 47,0 1 1,1-2-1,-1 1 1,16-3-1,7-4-43,-23 5-11,9 1 103,41-3-41,-7 0-77,-53 4-17,14 2 1,94-1 173,123-32 412,-215 28-552,65-7 67,0 2-1,1 5 0,134 9 1,-128 6 101,-26-6-162,-10 0-32,-53-6-18,14 3 0,34 4 194,85 4 1,-72-10-132,42 8-6,-28-5-32,-36-1 75,38-1-1,123 2 118,-54 3-154,-74-7-53,150-5 142,-140 5-172,-33 2 553,-45-3-529,1 0 0,-1 0-1,1 0 1,-1 0 0,0 0 0,0 0-1,1 0 1,-1 0 0,0 0 0,0-1-1,0 1 1,0 0 0,0-1 0,-1 1-1,1 0 1,0-1 0,-1 0 0,1 1-1,-1-1 1,1 1 0,-1-1 0,1-1-1,5-26-246,-5 26 96,-1 3 126,0-1 0,0 1 0,1 0 0,-1-1 0,0 1 0,0 0 0,0-1 0,0 1 0,1 0 0,-1-1 0,0 1 0,0 0 0,0-1 0,0 1 0,0 0 0,0-1 0,0 1 0,0 0 0,0-1 0,0 1 0,0 0 0,0-1 0,0 1 0,-1 0 0,1-1 0,0 1 0,0 0 0,0-1 0,0 1 0,-1 0 0,1-1 0,0 1 0,0 0 0,-1-1 0,-7-8-17,-22-35 17,32 47 14,-5-4-1,-42-43-50,36 34-49,5 8-21,-6-1 34,2 0 43,5 1 10,0 1-1,0 0 0,0 0 1,0 0-1,0 0 1,0 1-1,0-1 0,0 1 1,-5 0-1,-11 10-271,-13 6 265,24-12 8,8-2 30,0-1 1,1 1-1,-1-1 1,0 0-1,1 1 1,-1-1-1,1 1 1,-1-1-1,1 0 0,0 1 1,0-1-1,-1 0 1,1 0-1,0 1 1,0-1-1,0 0 1,0 0-1,1 0 1,0 1-1,7 8 11,-5-6 2,-1 0 1,1 0-1,0 0 0,0-1 1,1 1-1,-1-1 0,1 0 0,5 2 1,49 30 124,-46-27-120,-7-4 24,0 0-1,0 0 1,-1 0 0,1 0 0,7 9 0,-11-10-21,-1-1 1,1 1 0,-1 0-1,0 0 1,1-1 0,-1 1 0,0 0-1,-1 0 1,1 0 0,0 0-1,-1 0 1,0 0 0,0 0 0,0 0-1,0 1 1,0-1 0,0 0 0,-1 0-1,0 0 1,1 0 0,-3 4-1,1 0 12,2-4-36,-1 0 1,0 0 0,0 0 0,0 0-1,0 0 1,0-1 0,-1 1 0,0 0-1,1 0 1,-1-1 0,-4 5 0,-5 9-19,1 2 2,-11 18 23,2 2-1,-26 76 1,35-65-487,8-37-421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07.630"/>
    </inkml:context>
    <inkml:brush xml:id="br0">
      <inkml:brushProperty name="width" value="0.1" units="cm"/>
      <inkml:brushProperty name="height" value="0.1" units="cm"/>
      <inkml:brushProperty name="color" value="#E71224"/>
    </inkml:brush>
  </inkml:definitions>
  <inkml:trace contextRef="#ctx0" brushRef="#br0">2 27 2617,'-1'-2'7443,"12"-3"-7025,5 0-261,0 1 0,0 1 0,0 0 0,25-1 1,77 3 912,-66 2-915,-48-1-261,-1 0 0,1 0 0,0 1 0,0-1 0,0 1 0,-1 0-1,1 0 1,0 0 0,-1 0 0,1 1 0,3 2 0,1 1-1868</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07.943"/>
    </inkml:context>
    <inkml:brush xml:id="br0">
      <inkml:brushProperty name="width" value="0.1" units="cm"/>
      <inkml:brushProperty name="height" value="0.1" units="cm"/>
      <inkml:brushProperty name="color" value="#E71224"/>
    </inkml:brush>
  </inkml:definitions>
  <inkml:trace contextRef="#ctx0" brushRef="#br0">29 0 2072,'0'0'791,"-5"14"4337,-2 14-4682,2-1-1,1 1 1,1 0 0,1 34 0,1 4-191,-1-28-203,7 73 1,-2-95-1231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08.882"/>
    </inkml:context>
    <inkml:brush xml:id="br0">
      <inkml:brushProperty name="width" value="0.1" units="cm"/>
      <inkml:brushProperty name="height" value="0.1" units="cm"/>
      <inkml:brushProperty name="color" value="#E71224"/>
    </inkml:brush>
  </inkml:definitions>
  <inkml:trace contextRef="#ctx0" brushRef="#br0">0 73 4841,'1'-4'359,"-1"1"0,1-1-1,0 1 1,0-1 0,0 1 0,1-1-1,-1 1 1,1 0 0,0 0 0,0 0-1,0 0 1,0 0 0,0 0 0,1 0-1,0 1 1,-1-1 0,1 1 0,0 0-1,0-1 1,0 1 0,0 1 0,5-3-1,-4 3-322,0 0 0,1 0 0,-1 1 0,1-1 0,-1 1-1,1 0 1,-1 0 0,1 0 0,-1 1 0,0 0 0,1 0 0,-1 0-1,0 0 1,1 1 0,-1-1 0,0 1 0,6 4 0,-8-5-39,0 0 1,0 0-1,0 0 1,-1 0-1,1 0 1,0 1-1,-1-1 1,1 0-1,-1 1 1,1 0-1,-1-1 1,0 1-1,1 0 1,-1 0-1,0-1 1,0 1-1,0 0 1,-1 0-1,1 0 1,0 0 0,-1 0-1,1 0 1,-1 1-1,0-1 1,0 0-1,0 0 1,0 0-1,0 0 1,0 0-1,0 0 1,-1 1-1,0 1 1,-2 6-19,-2-1 0,1 1 1,-1-1-1,0 0 0,-11 13 0,-4 8-3,-16 23 96,-7 14 107,40-61-165,0 0-1,0 0 0,1 0 1,0 1-1,0-1 1,0 1-1,1 0 1,0-1-1,0 9 0,2-15 6,-1 0 0,1 1 0,0-1 0,-1 0-1,1 0 1,0 1 0,0-1 0,-1 0 0,1 0 0,0 0 0,-1 0-1,1 0 1,0 0 0,0 0 0,-1 0 0,1 0 0,0 0-1,0 0 1,-1 0 0,1-1 0,0 1 0,-1 0 0,2-1-1,83-14-23,-82 14 2,0 0 0,0 0 0,1 0 0,-1 1 0,0-1 1,0 1-1,0 0 0,0 0 0,1 0 0,-1 0 0,4 1 0,-4 0 51,1 0 1,-1-1-1,1 0 1,-1 0-1,1 0 1,-1 0-1,1-1 1,-1 1-1,1-1 1,-1 0-1,4-1 1,25-6 42,-25 6 47,2-3 234,-9 5-384,1 0-1,-1 0 0,1 0 0,-1 0 0,1-1 0,-1 1 0,1 0 0,-1 0 0,1 0 1,-1-1-1,0 1 0,1 0 0,-1-1 0,1 1 0,-1 0 0,0-1 0,1 1 0,-1-1 0,0 1 1,0 0-1,1-1 0,-1 1 0,0-1 0,0 1 0,0-1 0,0 1 0,1-1 0,-1 1 0,0-1 1,0 1-1,0-1 0,0 1 0,0-1 0,0 1 0,0-2 0,0-1-1240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09.487"/>
    </inkml:context>
    <inkml:brush xml:id="br0">
      <inkml:brushProperty name="width" value="0.1" units="cm"/>
      <inkml:brushProperty name="height" value="0.1" units="cm"/>
      <inkml:brushProperty name="color" value="#E71224"/>
    </inkml:brush>
  </inkml:definitions>
  <inkml:trace contextRef="#ctx0" brushRef="#br0">0 1 3121,'3'0'6898,"13"9"-5991,18 18-477,-1 2 0,-2 1-1,-1 2 1,-1 1 0,29 43-1,-58-75-501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09.785"/>
    </inkml:context>
    <inkml:brush xml:id="br0">
      <inkml:brushProperty name="width" value="0.1" units="cm"/>
      <inkml:brushProperty name="height" value="0.1" units="cm"/>
      <inkml:brushProperty name="color" value="#E71224"/>
    </inkml:brush>
  </inkml:definitions>
  <inkml:trace contextRef="#ctx0" brushRef="#br0">153 0 7258,'0'0'440,"-2"0"-96,1 0-40,-1 0 8,1 0 104,-1 2 64,1 0-48,-43 39-64,35-17-192,-1 5-96,0 4-72,-2 2 8,1 3 0,0-2 8,1 1 24,-1-1 48,4-7-632,-1-3-768</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4.426"/>
    </inkml:context>
    <inkml:brush xml:id="br0">
      <inkml:brushProperty name="width" value="0.1" units="cm"/>
      <inkml:brushProperty name="height" value="0.1" units="cm"/>
      <inkml:brushProperty name="color" value="#E71224"/>
    </inkml:brush>
  </inkml:definitions>
  <inkml:trace contextRef="#ctx0" brushRef="#br0">0 74 920,'33'-36'5836,"-20"23"-3423,-6-1-771,-3 4-1339,-4 10-293,0 0 0,0-1-1,1 1 1,-1 0 0,0 0-1,0 0 1,0 0 0,0 0 0,0 0-1,1 0 1,-1 0 0,0 0-1,0 0 1,0 0 0,0 0 0,0 0-1,1 0 1,-1 0 0,0 0-1,0 0 1,0 0 0,0 0 0,0 0-1,1 0 1,-1 0 0,0 0-1,0 1 1,0-1 0,0 0 0,0 0-1,0 0 1,1 0 0,-1 0-1,0 0 1,0 0 0,0 1 0,0-1-1,0 0 1,0 0 0,0 0 0,0 0-1,0 0 1,0 0 0,0 1-1,1-1 1,-1 0 0,0 0 0,0 0-1,0 0 1,0 0 0,0 1-1,0-1 1,2 4 44,0 0 0,0 1 0,0-1 0,0 0 0,0 1 0,-1 0 0,0-1 0,0 1 0,0 0 0,-1 0 0,1-1 0,-1 1 0,-1 7 0,9 110 253,-8-80-254,0-34-29,-2 24 171,-5 0-140,5-25-2,0 19 111,-2-13-148,3-9 16,-1 1 0,1-1 0,0 1 0,1-1-1,-1 1 1,1-1 0,0 8 0,0-3-13,1-1 0,1 1 0,0-1 0,0 0 0,3 8-1,-2-8 74,-1 1 0,0-1 0,0 0 0,-1 1-1,1 8 1,2 12-33,-3-24-36,1 0 1,-1 0-1,-1 1 0,1-1 1,-1 0-1,0 7 1,-9 189 64,3-124 72,-6 30-23,6-31 122,9-13 408,-6 5-369,8 84 58,-1 59-95,-3-110-45,1-61 109,-5 52 0,2-72-236,1-1 1,1 0-1,4 27 0,2 31-1,2 180 10,-9-222-52,1 43 16,-3 1-1,-18 107 1,-4 12 65,6-41-5,16-129-74,1 0-1,1 0 0,1 1 0,8 41 1,-1-8 91,1 13-113,4 88 51,-12-114 103,-3-1-1,-10 62 1,8-85 0,1 43-1,-2 7-53,3-13-891,2-51-1266</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5.955"/>
    </inkml:context>
    <inkml:brush xml:id="br0">
      <inkml:brushProperty name="width" value="0.1" units="cm"/>
      <inkml:brushProperty name="height" value="0.1" units="cm"/>
      <inkml:brushProperty name="color" value="#E71224"/>
    </inkml:brush>
  </inkml:definitions>
  <inkml:trace contextRef="#ctx0" brushRef="#br0">142 1 2272,'0'0'4041,"-21"11"-112,-29 40-2348,40-42-1193,8-6-305,-2 8-40,-2 8 3,0 1 1,1-1-1,1 1 0,-2 34 0,4-12 150,-2 0-1,-17 79 1,38-190 1852,13-22-2056,-9 29 8,-1 3-25,-19 56-22,-1 1 1,1-1 0,0 1-1,0 0 1,0 0-1,1 0 1,-1-1 0,0 1-1,1 0 1,-1 0-1,3-1 1,-4 2 38,1 1-1,-1 0 1,0 0 0,1 0 0,-1 0-1,0-1 1,1 1 0,-1 0-1,0 0 1,1 0 0,-1 0 0,1 0-1,-1 0 1,0 0 0,1 0-1,-1 0 1,0 0 0,1 0 0,-1 0-1,0 0 1,1 0 0,-1 1-1,1-1 1,-1 0 0,0 0 0,1 0-1,-1 1 1,11 15 133,12 42-99,-3-5-7,2-2 0,2 0 0,32 48 0,-39-79-225,-8-12-1097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6.462"/>
    </inkml:context>
    <inkml:brush xml:id="br0">
      <inkml:brushProperty name="width" value="0.1" units="cm"/>
      <inkml:brushProperty name="height" value="0.1" units="cm"/>
      <inkml:brushProperty name="color" value="#E71224"/>
    </inkml:brush>
  </inkml:definitions>
  <inkml:trace contextRef="#ctx0" brushRef="#br0">0 37 3217,'0'0'2282,"15"-1"1982,59-12-2836,-33 4-1100,83-5 1,-115 14-1767</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6.790"/>
    </inkml:context>
    <inkml:brush xml:id="br0">
      <inkml:brushProperty name="width" value="0.1" units="cm"/>
      <inkml:brushProperty name="height" value="0.1" units="cm"/>
      <inkml:brushProperty name="color" value="#E71224"/>
    </inkml:brush>
  </inkml:definitions>
  <inkml:trace contextRef="#ctx0" brushRef="#br0">19 1 3785,'-5'14'3694,"2"-5"-3518,0 0 0,1 1 0,0-1 1,1 1-1,0-1 0,0 1 0,1 0 0,2 17 1,8 27 225,-2-1 0,-3 1 0,-1 64 0,-4-95-1090,1 0-799</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7.608"/>
    </inkml:context>
    <inkml:brush xml:id="br0">
      <inkml:brushProperty name="width" value="0.1" units="cm"/>
      <inkml:brushProperty name="height" value="0.1" units="cm"/>
      <inkml:brushProperty name="color" value="#E71224"/>
    </inkml:brush>
  </inkml:definitions>
  <inkml:trace contextRef="#ctx0" brushRef="#br0">0 148 5265,'0'-10'680,"1"0"-1,0 0 1,1 0-1,0 1 1,0-1-1,1 0 1,1 1-1,-1-1 1,10-15-1,-11 22-665,-1 1-1,0 0 0,1 0 1,-1-1-1,1 1 1,0 0-1,0 1 1,0-1-1,0 0 0,0 1 1,0-1-1,0 1 1,0-1-1,1 1 1,-1 0-1,1 0 0,-1 0 1,1 0-1,-1 1 1,1-1-1,-1 1 0,1-1 1,-1 1-1,1 0 1,0 0-1,-1 0 1,1 0-1,0 0 0,-1 1 1,1-1-1,-1 1 1,1 0-1,-1 0 1,1 0-1,-1 0 0,0 0 1,1 0-1,-1 1 1,0-1-1,0 1 1,0 0-1,2 2 0,-1-2-13,0 0-1,0 1 0,0-1 1,0 1-1,0 0 0,-1 0 1,0 0-1,1 1 0,-1-1 1,0 0-1,-1 1 0,1-1 1,-1 1-1,1 0 0,-1-1 1,0 1-1,0 0 0,-1 0 1,1 0-1,-1 0 0,0 0 1,0-1-1,0 1 0,0 0 1,-1 0-1,0 0 0,0 0 1,-2 7-1,-4 6 33,-1 1 0,-1-2-1,0 1 1,-21 27 0,6-7-29,21-33 1,-1 1-4,1 0 1,-1 0-1,1 1 0,0-1 1,1 1-1,-1 0 0,1 0 0,0 0 1,1 0-1,0 0 0,0 0 0,0 0 1,0 12-1,18-17 268,-5 2-241,27 2 245,-37-5-264,0 0 0,0 0 0,0 0 0,0-1 0,-1 1 0,1 0 0,0-1 0,0 1 0,0-1 0,-1 0 1,1 1-1,0-1 0,-1 0 0,3-2 0,-2 2 25,-1 0 0,1 0 0,-1 0 1,1 1-1,-1-1 0,1 0 0,0 1 0,-1-1 1,1 1-1,0 0 0,-1-1 0,1 1 0,0 0 0,3 0 1,-4-1-29,1 0-1,0 0 1,0 0 0,-1 0 0,1 0 0,-1-1 0,1 1 0,-1 0 0,1-1 0,1-2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8.098"/>
    </inkml:context>
    <inkml:brush xml:id="br0">
      <inkml:brushProperty name="width" value="0.1" units="cm"/>
      <inkml:brushProperty name="height" value="0.1" units="cm"/>
      <inkml:brushProperty name="color" value="#E71224"/>
    </inkml:brush>
  </inkml:definitions>
  <inkml:trace contextRef="#ctx0" brushRef="#br0">1 1 3841,'0'0'1904,"7"13"1860,26 34-3057,-6-9-126,24 44-1,-49-77-594,1 0 0,0 0 0,0 0 0,1 0 0,-1 0 0,1-1 1,0 1-1,1-1 0,-1 0 0,1 0 0,-1-1 0,1 1 0,0-1 0,0 0 0,1-1 0,-1 1 0,1-1 0,-1 0 0,7 1 0,-5 0-1530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18.476"/>
    </inkml:context>
    <inkml:brush xml:id="br0">
      <inkml:brushProperty name="width" value="0.1" units="cm"/>
      <inkml:brushProperty name="height" value="0.1" units="cm"/>
      <inkml:brushProperty name="color" value="#E71224"/>
    </inkml:brush>
  </inkml:definitions>
  <inkml:trace contextRef="#ctx0" brushRef="#br0">116 1 4161,'0'0'2328,"-3"10"-234,-13 62-959,3 0-1,-4 79 1,-8 48-403,7-52-355,13-96-141,-6-11-828,4-23-1554</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35.053"/>
    </inkml:context>
    <inkml:brush xml:id="br0">
      <inkml:brushProperty name="width" value="0.05" units="cm"/>
      <inkml:brushProperty name="height" value="0.05" units="cm"/>
    </inkml:brush>
  </inkml:definitions>
  <inkml:trace contextRef="#ctx0" brushRef="#br0">138 1 3329,'-1'0'6426,"-8"10"-5620,-4 18-447,1 0-1,1 1 1,-11 48 0,-23 48-15,25-78-713,15-31-1024</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45.618"/>
    </inkml:context>
    <inkml:brush xml:id="br0">
      <inkml:brushProperty name="width" value="0.05" units="cm"/>
      <inkml:brushProperty name="height" value="0.05" units="cm"/>
    </inkml:brush>
  </inkml:definitions>
  <inkml:trace contextRef="#ctx0" brushRef="#br0">12 31 2913,'0'0'628,"-1"-6"3253,-2-15-3657,-5 18-2134</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2.172"/>
    </inkml:context>
    <inkml:brush xml:id="br0">
      <inkml:brushProperty name="width" value="0.1" units="cm"/>
      <inkml:brushProperty name="height" value="0.1" units="cm"/>
    </inkml:brush>
  </inkml:definitions>
  <inkml:trace contextRef="#ctx0" brushRef="#br0">5 1 4057,'4'21'1963,"0"0"1,-2 1-1,0 41 0,-11 69-2413,3-57-122,4-51-530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0.984"/>
    </inkml:context>
    <inkml:brush xml:id="br0">
      <inkml:brushProperty name="width" value="0.1" units="cm"/>
      <inkml:brushProperty name="height" value="0.1" units="cm"/>
    </inkml:brush>
  </inkml:definitions>
  <inkml:trace contextRef="#ctx0" brushRef="#br0">1 1 1976,'0'1'6053,"0"18"-3804,2 21-1876,-1 142 281,0-148-1645,1-20-1265</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1.591"/>
    </inkml:context>
    <inkml:brush xml:id="br0">
      <inkml:brushProperty name="width" value="0.1" units="cm"/>
      <inkml:brushProperty name="height" value="0.1" units="cm"/>
    </inkml:brush>
  </inkml:definitions>
  <inkml:trace contextRef="#ctx0" brushRef="#br0">1 0 3169,'0'0'3392,"1"17"795,1-6-4088,1 30 248,-2 156-2478,-1-176-371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49.752"/>
    </inkml:context>
    <inkml:brush xml:id="br0">
      <inkml:brushProperty name="width" value="0.1" units="cm"/>
      <inkml:brushProperty name="height" value="0.1" units="cm"/>
    </inkml:brush>
  </inkml:definitions>
  <inkml:trace contextRef="#ctx0" brushRef="#br0">31 31 1128,'-8'-11'8100,"-6"-8"-3778,9 53-4046,4-28-269,0-1 0,0 1 0,0-1 0,1 1 0,0-1 0,1 11 0,2 6 0,-3-12-82,1-1 0,1 1 0,0-1 0,4 11 0,-3-12-1453</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0.421"/>
    </inkml:context>
    <inkml:brush xml:id="br0">
      <inkml:brushProperty name="width" value="0.1" units="cm"/>
      <inkml:brushProperty name="height" value="0.1" units="cm"/>
    </inkml:brush>
  </inkml:definitions>
  <inkml:trace contextRef="#ctx0" brushRef="#br0">0 1 4041,'3'1'9378,"3"13"-9015,-1 6-244,-1 0 0,2 40 0,-5 3-435,6 4-3720,-6-51 1371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4.088"/>
    </inkml:context>
    <inkml:brush xml:id="br0">
      <inkml:brushProperty name="width" value="0.1" units="cm"/>
      <inkml:brushProperty name="height" value="0.1" units="cm"/>
    </inkml:brush>
  </inkml:definitions>
  <inkml:trace contextRef="#ctx0" brushRef="#br0">248 67 2881,'0'-4'6528,"0"-16"-4512,0-20-724,-6 37-291,-12 9-597,12-3-395,0 0 0,0 1 0,1-1 1,0 1-1,0 0 0,0 1 0,0 0 0,1-1 1,-1 1-1,1 1 0,-4 6 0,-30 53 184,3 1 0,-51 139 972,88-210-906,-2 4-248,18-32 157,-3-1-1,0 0 1,17-67 0,-29 88-166,1 0 0,1 0 0,0 0 0,12-20 0,-14 26-34,1 1-1,0-1 0,1 1 1,-1 0-1,1 1 1,0-1-1,1 1 0,-1 0 1,1 0-1,6-4 0,-10 8 0,-1 1 0,0 0-1,1-1 1,-1 1-1,0 0 1,1 0-1,-1-1 1,1 1 0,-1 0-1,0 0 1,1 1-1,-1-1 1,1 0-1,-1 0 1,0 1 0,1-1-1,-1 1 1,0-1-1,0 1 1,1-1-1,-1 1 1,0 0 0,0 0-1,0 0 1,0 0-1,0-1 1,0 1-1,0 0 1,0 1-1,0-1 1,1 1 0,5 8-82,0 0 0,11 20 0,-3-4 95,-4-11-137,1-1 1,1-1 0,0 0 0,1-1 0,28 19 0,-23-18-1125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4.752"/>
    </inkml:context>
    <inkml:brush xml:id="br0">
      <inkml:brushProperty name="width" value="0.1" units="cm"/>
      <inkml:brushProperty name="height" value="0.1" units="cm"/>
    </inkml:brush>
  </inkml:definitions>
  <inkml:trace contextRef="#ctx0" brushRef="#br0">0 79 3553,'0'0'6006,"4"-4"-4447,10-2-1174,1 0 1,0 1-1,0 1 0,0 0 0,0 1 0,17-2 0,2 0-104,26-9 108,-32 7-598,-1 1 0,42-3 1,-52 8-1327</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5.128"/>
    </inkml:context>
    <inkml:brush xml:id="br0">
      <inkml:brushProperty name="width" value="0.1" units="cm"/>
      <inkml:brushProperty name="height" value="0.1" units="cm"/>
    </inkml:brush>
  </inkml:definitions>
  <inkml:trace contextRef="#ctx0" brushRef="#br0">0 1 3665,'0'0'2147,"1"6"-275,3 22-717,16 54 0,-11-50-782,7 48 0,4 160 615,-13-210-1232,-2-18-998</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6.271"/>
    </inkml:context>
    <inkml:brush xml:id="br0">
      <inkml:brushProperty name="width" value="0.1" units="cm"/>
      <inkml:brushProperty name="height" value="0.1" units="cm"/>
    </inkml:brush>
  </inkml:definitions>
  <inkml:trace contextRef="#ctx0" brushRef="#br0">1 17 2328,'0'-11'8986,"0"5"-7797,2 10-172,3 16-954,-2 1 0,0 0-1,-2 0 1,-1 36-1,2 32-57,2-44 27,-4-25 94,2 1 0,0-1 0,1 1 0,1-1 0,1 0 0,9 21 0,-13-39-220,4 2-532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7.305"/>
    </inkml:context>
    <inkml:brush xml:id="br0">
      <inkml:brushProperty name="width" value="0.1" units="cm"/>
      <inkml:brushProperty name="height" value="0.1" units="cm"/>
    </inkml:brush>
  </inkml:definitions>
  <inkml:trace contextRef="#ctx0" brushRef="#br0">14 1 2152,'-14'5'12088,"16"-1"-12052,0 1-1,0-1 1,0 0-1,0 1 0,1-1 1,-1 0-1,1 0 1,5 5-1,2 4 9,41 60 287,-25-35 12,36 65-1,-60-99-350,0 0 0,1 0 1,0 0-1,-1 0 0,1 0 0,1-1 0,-1 1 0,1-1 0,-1 0 0,1 0 0,0 0 0,0-1 0,0 1 0,0-1 0,1 0 0,-1 0 1,0-1-1,7 3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2:58.006"/>
    </inkml:context>
    <inkml:brush xml:id="br0">
      <inkml:brushProperty name="width" value="0.1" units="cm"/>
      <inkml:brushProperty name="height" value="0.1" units="cm"/>
    </inkml:brush>
  </inkml:definitions>
  <inkml:trace contextRef="#ctx0" brushRef="#br0">98 0 2777,'0'0'1511,"-5"18"2721,-21 68-2599,15-39-991,-31 141 519,42-187-1061,-6 38 400,4-33-463,0 1 0,1-1 1,0 1-1,0-1 0,0 11 0,5 55 354,20 113 1,-15-158-1354</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2.237"/>
    </inkml:context>
    <inkml:brush xml:id="br0">
      <inkml:brushProperty name="width" value="0.1" units="cm"/>
      <inkml:brushProperty name="height" value="0.1" units="cm"/>
    </inkml:brush>
  </inkml:definitions>
  <inkml:trace contextRef="#ctx0" brushRef="#br0">28 0 1360,'0'0'2812,"-28"6"6531,54-1-8264,5 0-926,-15-6-129,1 2 0,22 3 1,8 5-2909,-30-6 462</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3.266"/>
    </inkml:context>
    <inkml:brush xml:id="br0">
      <inkml:brushProperty name="width" value="0.1" units="cm"/>
      <inkml:brushProperty name="height" value="0.1" units="cm"/>
    </inkml:brush>
  </inkml:definitions>
  <inkml:trace contextRef="#ctx0" brushRef="#br0">25 0 1472,'-20'13'4903,"19"-13"-4777,1 0 1,-1 1-1,1-1 0,0 1 0,-1-1 1,1 1-1,0-1 0,-1 1 0,1-1 1,0 1-1,0-1 0,0 1 1,-1-1-1,1 1 0,0-1 0,0 1 1,0-1-1,0 1 0,0 0 0,0-1 1,0 1-1,0-1 0,0 1 0,0-1 1,0 1-1,1-1 0,-1 1 1,0 0-1,0-1 0,1 1 0,-1-1 1,0 1-1,0-1 0,1 0 0,-1 1 1,0-1-1,1 1 0,-1-1 1,1 1-1,-1-1 0,1 0 0,-1 1 1,1-1-1,-1 0 0,1 0 0,-1 1 1,1-1-1,-1 0 0,1 0 0,0 0 1,3 2-72,-1 0 1,0 0 0,1-1 0,-1 0-1,1 0 1,0 0 0,-1 0-1,1 0 1,0-1 0,0 0-1,-1 1 1,1-2 0,0 1 0,0 0-1,-1-1 1,6 0 0,7-4 30,0 2 1,0 0 0,1 1-1,-1 0 1,1 2 0,0 0-1,-1 0 1,1 2 0,-1 0-1,33 9 1,-28 1-2382,-13-8 165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3.830"/>
    </inkml:context>
    <inkml:brush xml:id="br0">
      <inkml:brushProperty name="width" value="0.1" units="cm"/>
      <inkml:brushProperty name="height" value="0.1" units="cm"/>
    </inkml:brush>
  </inkml:definitions>
  <inkml:trace contextRef="#ctx0" brushRef="#br0">0 24 2385,'4'-22'10362,"40"21"-9466,-16 0-674,0 1-1,0 1 0,30 5 0,-5 14-2474,-44-16 528,4 1-1327</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4.328"/>
    </inkml:context>
    <inkml:brush xml:id="br0">
      <inkml:brushProperty name="width" value="0.1" units="cm"/>
      <inkml:brushProperty name="height" value="0.1" units="cm"/>
    </inkml:brush>
  </inkml:definitions>
  <inkml:trace contextRef="#ctx0" brushRef="#br0">1 29 2128,'0'0'8582,"16"-8"-6663,10 3-1591,39-4-1,44 5-309,-41 2-3366,-49 1 764</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4.823"/>
    </inkml:context>
    <inkml:brush xml:id="br0">
      <inkml:brushProperty name="width" value="0.1" units="cm"/>
      <inkml:brushProperty name="height" value="0.1" units="cm"/>
    </inkml:brush>
  </inkml:definitions>
  <inkml:trace contextRef="#ctx0" brushRef="#br0">0 28 3217,'0'0'3886,"19"-2"712,28-5-4091,91-1 0,16 3-404,-49 0-2843,-79 5 648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5.309"/>
    </inkml:context>
    <inkml:brush xml:id="br0">
      <inkml:brushProperty name="width" value="0.1" units="cm"/>
      <inkml:brushProperty name="height" value="0.1" units="cm"/>
    </inkml:brush>
  </inkml:definitions>
  <inkml:trace contextRef="#ctx0" brushRef="#br0">1 74 2777,'0'0'641,"17"-2"4208,38-5-3279,323-48 1042,-288 46-3584,-70 9-695</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6.773"/>
    </inkml:context>
    <inkml:brush xml:id="br0">
      <inkml:brushProperty name="width" value="0.1" units="cm"/>
      <inkml:brushProperty name="height" value="0.1" units="cm"/>
    </inkml:brush>
  </inkml:definitions>
  <inkml:trace contextRef="#ctx0" brushRef="#br0">298 32 2745,'24'-32'9842,"-37"47"-9502,-73 74-130,-24 25-104,105-109-104,1 0-1,-1-1 1,1 1 0,0 0 0,1 1 0,-6 8-1,7-10 1,0-1 0,0 1-1,-1 0 1,1-1-1,-1 1 1,0-1 0,-4 3-1,-3 9 6,-22 27-7,34-45 0,-2 6 0,-10 9 210,10-12-191,0 0-1,-1 0 0,1 0 0,0 1 0,-1-1 0,1 0 1,0 0-1,0 1 0,-1-1 0,1 0 0,0 1 0,0-1 1,0 0-1,-1 0 0,1 1 0,0-1 0,0 1 0,0-1 1,0 0-1,0 1 0,0-1 0,0 0 0,-1 1 0,1-1 1,0 0-1,0 1 0,0-1 0,1 1 0,19 18 309,12 5-256,-27-20-38,0-1-1,0 1 1,0-1 0,0 0 0,9 4 0,-8-5-28,-1 1 1,0-1 0,-1 1 0,1 0 0,0 1-1,5 5 1,41 29 250,-20-18-37,-3-3 118,49 38 1,-75-52-425,1-1 0,-1 0 0,1 0 0,-1 0 0,1 0 0,0 0 0,0-1 0,0 1 0,0-1 0,0 0 0,0 0-1,0 0 1,1 0 0,-1-1 0,5 1 0,2-1-2482</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09.624"/>
    </inkml:context>
    <inkml:brush xml:id="br0">
      <inkml:brushProperty name="width" value="0.1" units="cm"/>
      <inkml:brushProperty name="height" value="0.1" units="cm"/>
    </inkml:brush>
  </inkml:definitions>
  <inkml:trace contextRef="#ctx0" brushRef="#br0">151 32 1856,'0'0'1863,"-22"-8"469,11 5-2229,7 1 13,0 1 1,-1 0-1,1 0 0,0 1 1,-1-1-1,-7 1 0,-28 7 343,0 0 3535,75-9-3771,0 0 0,67-15 1,-84 14-153,1 1 1,0 0 0,-1 2 0,1 0-1,29 5 1,28-1-882</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10.611"/>
    </inkml:context>
    <inkml:brush xml:id="br0">
      <inkml:brushProperty name="width" value="0.1" units="cm"/>
      <inkml:brushProperty name="height" value="0.1" units="cm"/>
    </inkml:brush>
  </inkml:definitions>
  <inkml:trace contextRef="#ctx0" brushRef="#br0">34 4 3505,'2'-3'9167,"2"29"-8920,-4-23-238,1 1 0,0-1 0,-1 0 0,1 0 0,-1 1 0,0-1 0,0 1 0,0-1 0,-1 0-1,0 5 1,-10 95 223,0 18 643,11-118-830,0 0-1,0 0 0,0 1 1,0-1-1,-1 0 1,1 0-1,-1 0 0,0 0 1,-1 3-1,0 0 6,0-1-1,1 0 0,-1 0 1,1 1-1,1-1 0,-1 1 1,1 6-1,-5 41-33,8-41-1,2 66-533</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11.361"/>
    </inkml:context>
    <inkml:brush xml:id="br0">
      <inkml:brushProperty name="width" value="0.1" units="cm"/>
      <inkml:brushProperty name="height" value="0.1" units="cm"/>
    </inkml:brush>
  </inkml:definitions>
  <inkml:trace contextRef="#ctx0" brushRef="#br0">9 0 3049,'0'0'7699,"0"18"-5808,-3 20-1759,0-5 136,1-1 1,3 48-1,15 47 619,-15-125-814,-1 5-719</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12.044"/>
    </inkml:context>
    <inkml:brush xml:id="br0">
      <inkml:brushProperty name="width" value="0.1" units="cm"/>
      <inkml:brushProperty name="height" value="0.1" units="cm"/>
    </inkml:brush>
  </inkml:definitions>
  <inkml:trace contextRef="#ctx0" brushRef="#br0">1 0 1416,'0'0'12374,"17"16"-12056,87 100 29,-92-102-216,0-1-1,0-1 0,1 0 1,1 0-1,0-1 1,0-1-1,1-1 1,0 0-1,25 10 0,-38-18-332</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20:23:12.580"/>
    </inkml:context>
    <inkml:brush xml:id="br0">
      <inkml:brushProperty name="width" value="0.1" units="cm"/>
      <inkml:brushProperty name="height" value="0.1" units="cm"/>
    </inkml:brush>
  </inkml:definitions>
  <inkml:trace contextRef="#ctx0" brushRef="#br0">247 22 3553,'0'-4'6083,"0"-6"-3565,0 10-2496,0 0 0,0 0 0,0-1 0,0 1 0,0 0 0,0 0 1,0-1-1,1 1 0,-1 0 0,0 0 0,0 0 0,-1-1 0,1 1 0,0 0 0,0 0 0,0-1 0,0 1 0,0 0 1,0 0-1,0 0 0,0-1 0,0 1 0,0 0 0,-1 0 0,1 0 0,0-1 0,0 1 0,0 0 0,0 0 0,-1 0 1,1 0-1,0-1 0,0 1 0,0 0 0,-1 0 0,1 0 0,0 0 0,0 0 0,0 0 0,-1 0 0,1 0 0,0 0 1,0 0-1,-1 0 0,1 0 0,0 0 0,0 0 0,0 0 0,-1 0 0,1 0 0,0 0 0,0 0 0,-1 0 0,1 0 1,0 0-1,0 0 0,0 0 0,-1 0 0,1 1 0,0-1 0,0 0 0,0 0 0,-1 0 0,1 0 0,0 0 0,0 1 1,-14 15 49,0 0 1,1 1 0,2 0 0,-15 27 0,-41 61 366,42-70-18,-39 77-1,63-106-256,-1 0-2926</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5T15:33:14.969"/>
    </inkml:context>
    <inkml:brush xml:id="br0">
      <inkml:brushProperty name="width" value="0.05" units="cm"/>
      <inkml:brushProperty name="height" value="0.05" units="cm"/>
    </inkml:brush>
  </inkml:definitions>
  <inkml:trace contextRef="#ctx0" brushRef="#br0">13 0 2617,'-3'8'343,"1"1"1,0-1 0,0 1 0,0-1-1,1 1 1,0 0 0,1 0-1,0-1 1,1 1 0,-1 0 0,3 9-1,3 63-1328</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37.840"/>
    </inkml:context>
    <inkml:brush xml:id="br0">
      <inkml:brushProperty name="width" value="0.05" units="cm"/>
      <inkml:brushProperty name="height" value="0.05" units="cm"/>
      <inkml:brushProperty name="color" value="#004F8B"/>
    </inkml:brush>
  </inkml:definitions>
  <inkml:trace contextRef="#ctx0" brushRef="#br0">120 209 5929,'0'-21'7943,"4"0"-5584,1-19-1841,-10 38-1703,-11 8 551,-16 9 382,31-15 238,1 0 1,0 0-1,-1 0 1,1 0-1,0 0 1,-1 0-1,1 0 1,0 1-1,-1-1 1,1 0 0,0 0-1,-1 0 1,1 0-1,0 0 1,-1 1-1,1-1 1,0 0-1,0 0 1,-1 0-1,1 1 1,0-1-1,0 0 1,-1 0-1,1 1 1,0-1-1,0 0 1,0 1-1,-1-1 1,1 0-1,0 1 1,0-1-1,0 0 1,0 1-1,0-1 1,0 0-1,0 1 1,0-1 0,0 0-1,0 1 1,0-1-1,0 0 1,0 1-1,0-1 1,0 1-1,2 7 3,1 24 51,-3-31-17,0-1-12,-1 1 0,1-1 1,0 0-1,0 1 0,0-1 0,0 0 0,0 1 0,0-1 0,0 0 0,0 1 0,0-1 0,0 0 0,0 1 0,0-1 0,0 0 0,0 1 0,0-1 0,0 0 0,0 1 0,1-1 0,-1 0 0,0 1 0,0-1 0,0 0 0,1 1 0,-1-1 1,0 0-1,0 0 0,0 1 0,1-1 0,-1 0 0,0 0 0,1 0 0,-1 1 0,0-1 0,1 0 0,-1 0 0,0 0 0,1 0 0,-1 0 0,0 0 0,1 1 0,-1-1 0,8 1 88,1 3-31,-6-3-24,0 1 0,0-1 1,0 0-1,0 0 0,0-1 1,0 1-1,1 0 1,-1-1-1,4 0 0,-4 0-19,0 0-1,0-1 1,0 1-1,0-1 1,0 0-1,0 0 1,-1 0-1,1 0 1,0 0-1,-1-1 1,5-2-1,0 0 34,-1 2 30,-2-1 69,0-4-100,3-4-5,0 0 0,0-1 1,-2 0-1,1 0 1,-2 0-1,1-1 0,-2 1 1,0-1-1,0 0 0,1-14 1,-4 25-18,-5-3-166,1 1 1,-1 0 0,0 0-1,0 0 1,-10-5-1,3 2 72,6 3-112,-2 1-249,0 6 271,3-3 100,1 1 0,0-1 1,-1 1-1,1 1 0,0-1 0,0 0 0,0 1 1,0 0-1,0 0 0,0 0 0,0 1 1,1-1-1,-1 1 0,1 0 0,0 0 1,0 0-1,0 0 0,0 1 0,0-1 0,-3 7 1,2-2-32,0 1-1,0-1 1,1 1 0,0 0 0,1 0 0,0 1 0,0-1 0,1 0-1,0 1 1,1 18 0,0-23 80,0 1 0,1-1 0,0 0 0,-1 1 0,2-1 0,-1 0 0,1 0 0,0 0 0,0 0 0,0 0 0,1 0 0,-1 0 0,1-1 0,0 0 0,1 1 0,-1-1 0,1 0 0,0 0 0,0-1 0,6 5 0,-7-6 23,0 0 0,0-1 0,0 0 1,0 0-1,-1 0 0,1 0 0,1 0 0,-1-1 0,0 1 0,0-1 0,0 0 0,0 0 0,0 0 0,0 0 1,0 0-1,0-1 0,1 1 0,2-2 0,-1 0-20,0 0-1,0-1 1,0 1 0,-1-1-1,1 0 1,-1-1-1,1 1 1,-1-1 0,6-6-1,-3 1 234,0 1 0,0-1 0,-1 0 0,-1-1 0,1 1 0,-1-1 0,-1 0 0,0 0 0,5-20 0,-9 27-245,1 0 1,-1 1-1,1-1 1,-1 0-1,0 1 1,0-1-1,0 0 1,0 0-1,-1 1 1,1-1-1,-1 0 0,1 1 1,-1-1-1,0 1 1,0-1-1,0 1 1,0-1-1,-1 1 1,1-1-1,-1 1 1,1 0-1,-1 0 1,0 0-1,0 0 1,0 0-1,0 0 1,0 1-1,0-1 1,-1 1-1,1-1 1,0 1-1,-1 0 1,1 0-1,-1 0 1,0 0-1,1 0 1,-1 1-1,1-1 0,-1 1 1,0 0-1,-3 0 1,-1-1-129,-1 1 1,0 0-1,1 0 0,-1 1 1,1 0-1,-1 1 0,1-1 1,0 2-1,-1-1 0,1 1 1,0 0-1,1 0 0,-13 8 1,15-7 57,-1 0 1,1 0 0,0 0 0,0 1-1,0 0 1,1 0 0,0 0 0,0 0-1,0 0 1,0 1 0,1-1 0,0 1-1,0 0 1,1 0 0,-1-1 0,1 1 0,0 0-1,1 0 1,0 0 0,0 8 0,0-13 49,0 0 1,1 1-1,-1-1 1,0 0 0,1 0-1,-1 0 1,1 0-1,-1 0 1,1 0-1,0 0 1,-1-1 0,1 1-1,0 0 1,0 0-1,-1 0 1,1-1 0,0 1-1,0 0 1,0-1-1,0 1 1,0-1 0,0 1-1,0-1 1,2 1-1,-1 0-12,1-1-1,0 1 0,0-1 0,0 0 0,-1 0 0,1 0 0,0-1 1,0 1-1,4-2 0,2 0-54,-1-1 0,1-1-1,-1 1 1,0-1 0,9-6 0,-11 6 138,0-1 1,0 0-1,-1 0 0,0 0 0,0-1 1,0 0-1,0 0 0,-1 0 1,0 0-1,0-1 0,-1 1 1,0-1-1,0 0 0,0 0 1,-1 0-1,0 0 0,-1-1 1,1 1-1,-1-1 0,-1 1 1,1 0-1,-2-10 0,-5 11 181,3 5-241,-1-1-1,1 1 0,-1-1 1,0 1-1,0 0 1,1 1-1,-1-1 1,0 0-1,0 1 1,0 0-1,0 0 0,0 0 1,0 1-1,1-1 1,-1 1-1,0 0 1,0 0-1,0 0 0,1 1 1,-1-1-1,1 1 1,-1 0-1,-5 4 1,2-1-39,1 0 0,0 0 1,1 0-1,-1 1 0,1 0 1,0 0-1,1 0 0,0 1 1,-7 13-1,9-17 43,1 0 0,-1 0 0,1 0 0,0 0 0,0 1 0,0-1 0,1 0 0,-1 0 0,1 1 0,0-1 0,0 0 0,0 1 0,0-1 0,1 0 0,-1 1 0,1-1 0,0 0 0,0 0 0,0 1 0,0-1 0,1 0 0,-1 0 0,1 0 0,0-1 0,3 6 0,-4-7 8,1 1 0,-1-1 1,0 0-1,0 0 0,0 0 1,1 0-1,-1-1 0,0 1 1,1 0-1,-1-1 0,1 1 1,-1 0-1,1-1 0,-1 0 0,1 1 1,-1-1-1,1 0 0,-1 0 1,1 0-1,0 0 0,-1 0 1,1 0-1,-1 0 0,1-1 1,-1 1-1,1 0 0,-1-1 0,1 1 1,-1-1-1,1 0 0,-1 1 1,0-1-1,1 0 0,-1 0 1,0 0-1,2-1 0,0-1 22,-1 1-1,1-1 1,-1 0-1,1 1 1,-1-1 0,0 0-1,0 0 1,0-1-1,-1 1 1,1 0-1,-1 0 1,0-1-1,0 1 1,2-8-1,-3 7 2,1-1-1,-1 0 0,0 0 0,0 0 0,-1 1 0,1-1 0,-1 0 0,0 0 1,0 1-1,-1-1 0,-2-4 0,3 7-17,0 1-1,0-1 1,0 1-1,0 0 1,0 0 0,-1-1-1,1 1 1,0 0 0,-1 0-1,1 0 1,-1 1-1,1-1 1,-1 0 0,1 0-1,-1 1 1,0-1 0,0 1-1,1 0 1,-1-1-1,0 1 1,1 0 0,-1 0-1,0 0 1,0 0 0,1 0-1,-1 1 1,0-1-1,0 0 1,1 1 0,-1-1-1,1 1 1,-1 0 0,-2 1-1,-4 1-15,0 2 1,0-1-1,1 1 0,-1 0 1,1 0-1,1 1 0,-1 0 0,1 0 1,0 1-1,-10 14 0,12-17-39,1 0 0,1 0 0,-1 0 1,1 1-1,-1-1 0,1 1 0,0-1 0,1 1 0,-1 0 0,1 0 0,0 0 1,0 0-1,0 0 0,1 0 0,0 0 0,0 0 0,0 0 0,1 0 0,-1 0 0,4 8 1,-4-11 20,1-1 1,0 0 0,0 0-1,0 0 1,0 0 0,0 0-1,0 0 1,1 0 0,-1 0-1,0 0 1,0-1 0,1 1 0,-1-1-1,0 1 1,1 0 0,-1-1-1,0 0 1,1 1 0,-1-1-1,1 0 1,-1 0 0,1 0-1,-1 0 1,0 0 0,1 0 0,-1 0-1,1-1 1,-1 1 0,1 0-1,-1-1 1,0 1 0,1-1-1,1-1 1,5 0-85,-1-2 0,0 1 0,0-1 0,13-8 0,-16 8 136,0 1 0,0-1 0,0 0 0,0 0 0,-1-1 0,0 1 0,0-1 0,0 0 1,0 0-1,-1 0 0,0 0 0,0 0 0,0-1 0,0 1 0,-1 0 0,0-1 0,0 1 0,-1-1 0,1 0 0,-1 1 1,0-1-1,-1 1 0,1-1 0,-1 1 0,-2-8 0,3 13-12,-1-1 0,1 0 0,0 1-1,0-1 1,-1 0 0,1 1 0,-1-1 0,1 0 0,-1 1 0,1-1 0,-1 1-1,1-1 1,-1 1 0,1-1 0,-1 1 0,1-1 0,-1 1 0,0-1 0,1 1-1,-1 0 1,0 0 0,1-1 0,-1 1 0,0 0 0,0 0 0,0-1 0,-24 6 70,19-3-63,1 1-1,-1 0 1,0 0-1,1 1 1,-9 6-1,10-4-37,-1-1 0,1 1 0,0 1 0,0-1 1,1 0-1,0 1 0,0 0 0,1 0 0,-1 0 0,1 0 0,1 0 0,0 0 0,0 0 0,0 1 1,1-1-1,0 8 0,0-10-30,1 0 0,-1 0 0,1-1 1,0 1-1,0 0 0,1-1 0,-1 1 0,1-1 0,0 0 1,1 1-1,3 4 0,-4-6-5,0-1 0,0 1 0,0-1 0,1 0 1,-1 0-1,1 0 0,-1 0 0,1-1 0,0 1 0,0-1 0,0 1 0,0-1 0,0 0 0,0 0 0,0 0 1,0-1-1,0 1 0,5-1 0,-5 1 49,0-1-1,1 0 1,-1 0 0,0-1 0,1 1 0,-1-1-1,0 1 1,0-1 0,1 0 0,-1 0 0,0-1-1,0 1 1,0 0 0,0-1 0,0 0 0,-1 0-1,6-4 1,-5 2 130,1 0 0,-1 0 0,0 0 0,0-1 1,-1 1-1,1-1 0,-1 0 0,0 0 0,0 1 0,1-9 0,0 0 70,0-1 1,-1-1-1,-1 1 0,-1 0 1,0 0-1,-1 0 0,-3-21 1,4 32-188,-1 1 0,1-1 0,-1 0 0,1 1 0,-1-1 0,0 1 0,0-1 0,0 1 0,0 0 0,-1 0 0,1-1 0,-1 1 0,1 0 0,-1 0 0,0 0 0,1 0 0,-1 0 0,0 1 0,0-1 0,-1 1 0,1-1 0,0 1 0,0 0 0,-1 0 0,-3-2 0,3 3-2,0 0-1,0 0 1,0 0-1,0 0 1,0 0-1,0 1 1,1 0-1,-1-1 1,0 1-1,0 0 1,0 0-1,1 0 1,-1 1-1,0-1 1,1 1-1,-1 0 1,1-1-1,0 1 1,-1 0-1,1 0 1,0 0-1,-2 4 1,1-2-29,0 1 1,1 0 0,-1-1-1,1 1 1,0 0 0,1 0-1,-1 1 1,1-1 0,0 0-1,0 0 1,1 1 0,0-1 0,0 0-1,0 1 1,0-1 0,1 0-1,0 1 1,0-1 0,3 8-1,-3-8-31,0-1 0,0 1 1,1-1-1,0 1 0,0-1 0,0 1 0,0-1 0,1 0 0,-1 0 0,1 0 0,0-1 1,0 1-1,1-1 0,-1 1 0,1-1 0,0 0 0,-1-1 0,1 1 0,1 0 0,-1-1 0,0 0 1,5 2-1,-6-4 19,0 1 1,0-1 0,0 0 0,-1 1 0,1-1 0,0 0-1,0-1 1,0 1 0,0 0 0,-1-1 0,1 0 0,0 1-1,0-1 1,-1 0 0,1-1 0,-1 1 0,1 0 0,-1-1-1,1 1 1,-1-1 0,0 0 0,0 0 0,0 0 0,0 0-1,0 0 1,0 0 0,0 0 0,-1-1 0,1 1 0,-1-1-1,0 1 1,0-1 0,1-3 0,1-1 319,-1 0-1,0 0 1,-1 0 0,0 0 0,0 0 0,0-1-1,-1 1 1,0 0 0,-1 0 0,0 0 0,-3-14-1,4 18-244,-1 1 0,1-1 0,-1 1-1,0 0 1,0-1 0,0 1 0,0 0-1,0 0 1,0-1 0,-1 1 0,1 0-1,-1 0 1,0 1 0,1-1-1,-1 0 1,0 0 0,0 1 0,0-1-1,0 1 1,0 0 0,0 0 0,-1 0-1,1 0 1,0 0 0,-1 0 0,1 0-1,-1 1 1,1-1 0,0 1 0,-1 0-1,1 0 1,-1 0 0,1 0-1,-1 0 1,1 0 0,-1 1 0,1-1-1,-1 1 1,1-1 0,0 1 0,-4 2-1,0-1-62,1 0 0,0 1 0,0 0 0,0 0 0,0 1 0,0-1 0,1 1 0,0 0 0,-1 0 0,2 0-1,-1 1 1,0 0 0,1-1 0,0 1 0,0 0 0,0 1 0,-2 4 0,4-1-78,-1-1 0,1 1 0,0-1 0,1 1 0,0-1 0,0 1 0,1 0 0,0-1 0,4 16 0,-3-19-72,-1-1 0,1 1 0,-1-1 0,1 0 0,1 0-1,-1 0 1,1 0 0,5 7 0,-6-9 5,-1-1 0,1 1-1,0-1 1,0 1 0,0-1 0,0 0-1,0 0 1,0 0 0,0 0 0,1 0-1,-1 0 1,0 0 0,1-1 0,-1 1-1,0-1 1,1 0 0,-1 0 0,3 0-1,-2 0 41,0 0 0,0-1 0,0 1 0,0-1 0,-1 0 0,1 0 0,0 0 0,0 0 0,-1 0 0,1-1-1,-1 1 1,1-1 0,-1 1 0,1-1 0,-1 0 0,0 0 0,2-3 0,-1 1 284,1 0-1,-1-1 1,0 0 0,-1 0-1,1 0 1,-1 0 0,0 0-1,2-10 1,-2 7 237,0-1 0,-1 0-1,0 1 1,-1-1 0,0 0-1,0 1 1,0-1 0,-1 0 0,-1 1-1,0-1 1,-4-13 0,5 20-358,1 0 1,-1 1-1,0-1 1,0 1-1,0-1 1,0 1-1,0-1 1,0 1-1,0-1 1,0 1-1,-1 0 1,1 0-1,0-1 1,-1 1-1,1 0 1,-1 0-1,0 1 1,1-1-1,-1 0 1,0 0-1,1 1 1,-4-1-1,2 1 13,0 0 0,1 0 0,-1 0 1,0 0-1,0 1 0,0-1 0,0 1 0,0 0 0,1 0 0,-1 0 1,0 0-1,-4 3 0,0 1-3,1-1 1,-1 1-1,1 0 1,0 1-1,0-1 1,1 1-1,0 0 1,0 1-1,-5 7 1,6-5-98,0 1 1,1-1 0,0 0 0,0 1-1,1 0 1,-1 14 0,3-20 28,0 0 1,0-1-1,0 1 1,0 0-1,1 0 1,0 0-1,0 0 1,2 6-1,-3-9 2,1 1 0,0-1 0,0 1 0,0-1-1,0 0 1,0 1 0,0-1 0,0 0 0,0 0 0,0 1 0,1-1 0,-1 0-1,0 0 1,1-1 0,-1 1 0,1 0 0,-1 0 0,1-1 0,0 1 0,1 0-1,11-1-795</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38.569"/>
    </inkml:context>
    <inkml:brush xml:id="br0">
      <inkml:brushProperty name="width" value="0.05" units="cm"/>
      <inkml:brushProperty name="height" value="0.05" units="cm"/>
      <inkml:brushProperty name="color" value="#004F8B"/>
    </inkml:brush>
  </inkml:definitions>
  <inkml:trace contextRef="#ctx0" brushRef="#br0">1 0 1760,'0'0'625</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0.688"/>
    </inkml:context>
    <inkml:brush xml:id="br0">
      <inkml:brushProperty name="width" value="0.05" units="cm"/>
      <inkml:brushProperty name="height" value="0.05" units="cm"/>
      <inkml:brushProperty name="color" value="#004F8B"/>
    </inkml:brush>
  </inkml:definitions>
  <inkml:trace contextRef="#ctx0" brushRef="#br0">1 315 2120,'0'0'8128,"14"1"-5977,33 8-1543,1-2 1,68 2 0,-73-7-458,413-2 165,-18-32-190,-105 6-43,-69 5-64,85-4 8,236-3-11,37-19 1279,-618 47-964,-5-8-3194,-5 0 2480,1 1 0,-1 0 1,-1 0-1,0 0 0,1 1 1,-2 0-1,1 0 0,-1 0 1,0 1-1,-9-4 0,-20-9-839,-40-14-1,29 12 1847,6 9 1599,41 10-1369,1 4-1351,1 0 480,0 0 0,0 0 1,0 0-1,0 0 0,1-1 1,-1 1-1,1 0 0,0-1 1,-1 1-1,1-1 0,0 1 0,0-1 1,1 0-1,-1 0 0,0 0 1,1 0-1,-1-1 0,1 1 1,0-1-1,3 3 0,11 4 149,0 0 0,21 5-1,-34-11-152,129 40 100,84 32-2110,-215-73 2331,-64 11 783,23-8-837,-20 1 239,-84 18 0,127-20-400,1 1 0,-1 1-1,1 0 1,1 1 0,-1 1 0,1 0 0,0 1 0,1 1 0,-1 0 0,-17 16 0,26-20-109,0 1 0,1-1 0,0 1 0,-1 0 0,2 0 0,-1 1 1,1-1-1,-4 10 1730,8-16-1650,6-12-40,-1-4-21,-1 0 0,-1-1 1,0 1-1,-1-1 0,-1 0 1,0 0-1,-3-33 0,-12-26-2039,12 65 430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1.572"/>
    </inkml:context>
    <inkml:brush xml:id="br0">
      <inkml:brushProperty name="width" value="0.05" units="cm"/>
      <inkml:brushProperty name="height" value="0.05" units="cm"/>
      <inkml:brushProperty name="color" value="#004F8B"/>
    </inkml:brush>
  </inkml:definitions>
  <inkml:trace contextRef="#ctx0" brushRef="#br0">57 268 7610,'0'0'1541,"-2"3"-1031,-11 36-436,2 0 1,2 0 0,1 1-1,2 0 1,-2 57 0,8-73-20,4 74 3624,-4-103-2525,13-333 148,-10-6-4669,7 349 2695,14 4 881,1 0-1,0-2 1,0-1 0,0-1 0,0 0-1,1-3 1,47 1 0,-10-5-808,65-9 0,-106 7-1795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1.836"/>
    </inkml:context>
    <inkml:brush xml:id="br0">
      <inkml:brushProperty name="width" value="0.05" units="cm"/>
      <inkml:brushProperty name="height" value="0.05" units="cm"/>
      <inkml:brushProperty name="color" value="#004F8B"/>
    </inkml:brush>
  </inkml:definitions>
  <inkml:trace contextRef="#ctx0" brushRef="#br0">1 4 9778,'0'0'3393,"1"0"-2689,1 0-184,-1 0-344,42-3-64,-11 3-48,4 0-192,14 0-1000,5 2-793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2.318"/>
    </inkml:context>
    <inkml:brush xml:id="br0">
      <inkml:brushProperty name="width" value="0.05" units="cm"/>
      <inkml:brushProperty name="height" value="0.05" units="cm"/>
      <inkml:brushProperty name="color" value="#004F8B"/>
    </inkml:brush>
  </inkml:definitions>
  <inkml:trace contextRef="#ctx0" brushRef="#br0">281 24 6105,'-9'-4'303,"-1"0"0,-1 0-1,1 1 1,0 1-1,-1 0 1,1 0 0,-1 1-1,0 0 1,0 1 0,1 0-1,-1 1 1,0 0 0,1 0-1,-1 2 1,-15 4-1,20-5-298,0 0 0,-1 1 0,1 0-1,0 0 1,0 0 0,1 1 0,-1 0-1,1 0 1,-1 1 0,1-1 0,-5 8-1,7-9-29,0 1-1,1 0 0,-1 1 0,1-1 0,0 0 1,1 1-1,-1-1 0,1 1 0,0-1 1,0 1-1,0 0 0,0 0 0,1-1 0,0 1 1,0 0-1,0 0 0,2 6 0,-1-5 8,0 0 0,1-1 1,0 1-1,0 0 0,1-1 0,-1 0 0,1 1 0,1-1 0,-1 0 0,1 0 1,-1-1-1,1 1 0,1-1 0,-1 0 0,1 0 0,-1 0 0,1-1 0,0 1 1,9 3-1,-11-5-9,0-1 1,1 1 0,-1-1 0,1 0 0,0 0-1,-1 0 1,1 0 0,0-1 0,-1 0 0,1 1-1,0-1 1,0-1 0,-1 1 0,1-1 0,0 1-1,0-1 1,-1 0 0,1 0 0,-1 0-1,1-1 1,-1 0 0,0 1 0,1-1 0,-1 0-1,0 0 1,0-1 0,0 1 0,0-1 0,-1 1-1,1-1 1,3-6 0,3-4 346,-2-1 0,0 0 0,0 0-1,-1-1 1,7-28 0,-3 8 742,-9 33 43,-1 6-2536,1 8 1293,0-1-1,1 1 1,0-1-1,1 0 1,1 0 0,-1 0-1,2 0 1,0 0 0,8 14-1,4-8-2020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2.647"/>
    </inkml:context>
    <inkml:brush xml:id="br0">
      <inkml:brushProperty name="width" value="0.05" units="cm"/>
      <inkml:brushProperty name="height" value="0.05" units="cm"/>
      <inkml:brushProperty name="color" value="#004F8B"/>
    </inkml:brush>
  </inkml:definitions>
  <inkml:trace contextRef="#ctx0" brushRef="#br0">13 0 7042,'0'0'2296,"0"3"-2380,-5 231 641,4-91 144,-2-51-238,-1 2 107,4-1-1,18 140 1,-14-212-1123</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2.939"/>
    </inkml:context>
    <inkml:brush xml:id="br0">
      <inkml:brushProperty name="width" value="0.05" units="cm"/>
      <inkml:brushProperty name="height" value="0.05" units="cm"/>
      <inkml:brushProperty name="color" value="#004F8B"/>
    </inkml:brush>
  </inkml:definitions>
  <inkml:trace contextRef="#ctx0" brushRef="#br0">0 24 9250,'1'-2'83,"0"0"1,0 1-1,0-1 0,1 1 0,-1-1 1,0 1-1,0 0 0,1-1 1,-1 1-1,1 0 0,0 0 0,-1 0 1,1 0-1,-1 0 0,1 1 1,0-1-1,0 0 0,0 1 1,-1-1-1,1 1 0,0 0 0,0-1 1,0 1-1,0 0 0,3 1 1,53 4 444,-52-4-428,0 0-87,0 0 0,0 1 1,0 0-1,-1 0 0,1 1 0,0-1 1,-1 1-1,1 0 0,-1 1 0,0-1 0,0 1 1,4 4-1,-7-6-47,-1 0-1,1-1 1,-1 1-1,1 0 1,-1 0-1,0 0 1,0 0-1,1 0 1,-2 0 0,1 0-1,0 1 1,0-1-1,-1 0 1,1 0-1,-1 1 1,0-1-1,0 0 1,1 1-1,-2-1 1,1 0 0,0 1-1,0-1 1,-1 0-1,1 0 1,-1 1-1,0-1 1,1 0-1,-1 0 1,0 0 0,-1 0-1,1 0 1,0 0-1,0 0 1,-4 3-1,-1 2-28,-1-1-1,-1 0 1,1-1-1,-1 1 1,0-1-1,0-1 1,0 1-1,-1-2 1,0 1-1,1-1 1,-1 0-1,-17 2 1,-4 2-992</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3.317"/>
    </inkml:context>
    <inkml:brush xml:id="br0">
      <inkml:brushProperty name="width" value="0.05" units="cm"/>
      <inkml:brushProperty name="height" value="0.05" units="cm"/>
      <inkml:brushProperty name="color" value="#004F8B"/>
    </inkml:brush>
  </inkml:definitions>
  <inkml:trace contextRef="#ctx0" brushRef="#br0">3 0 8122,'0'0'3858,"1"4"-5580,5 26 1845,-1 1 0,-2-1-1,-1 1 1,-1 0 0,-4 39 0,1-19 68,-5 89 201,-1 45 429,8-149-709,2 0 1,2 0-1,9 39 0,-4-49-1832,-5-19-710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3.629"/>
    </inkml:context>
    <inkml:brush xml:id="br0">
      <inkml:brushProperty name="width" value="0.05" units="cm"/>
      <inkml:brushProperty name="height" value="0.05" units="cm"/>
      <inkml:brushProperty name="color" value="#004F8B"/>
    </inkml:brush>
  </inkml:definitions>
  <inkml:trace contextRef="#ctx0" brushRef="#br0">1 57 7714,'2'-5'177,"1"1"1,0 1 0,0-1 0,0 0 0,0 1-1,0-1 1,1 1 0,0 0 0,-1 0-1,1 0 1,0 1 0,1 0 0,-1-1 0,0 1-1,1 1 1,-1-1 0,1 1 0,-1-1-1,1 1 1,0 1 0,-1-1 0,1 1 0,7 0-1,-4-1-138,1 1-1,-1 1 0,1 0 0,-1 0 0,0 0 1,0 1-1,1 0 0,-1 1 0,0 0 1,-1 0-1,1 1 0,13 8 0,-19-11-72,0 0-1,0 1 0,0 0 1,-1-1-1,1 1 1,0 0-1,-1 0 0,1 0 1,-1 0-1,0 0 0,1 0 1,-1 0-1,0 0 1,0 1-1,-1-1 0,1 0 1,0 1-1,-1-1 0,1 1 1,-1-1-1,0 0 1,0 1-1,0-1 0,0 1 1,0-1-1,-1 5 0,-1-4-51,1 1 0,0-1 0,-1 0 0,0 0 0,0 0 0,0 0 1,0-1-1,0 1 0,0 0 0,-1-1 0,0 1 0,1-1 0,-1 0 0,0 0 0,0 0 0,0-1 0,0 1 0,-5 1 0,-48 18-1336,24-12-160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4.687"/>
    </inkml:context>
    <inkml:brush xml:id="br0">
      <inkml:brushProperty name="width" value="0.05" units="cm"/>
      <inkml:brushProperty name="height" value="0.05" units="cm"/>
      <inkml:brushProperty name="color" value="#004F8B"/>
    </inkml:brush>
  </inkml:definitions>
  <inkml:trace contextRef="#ctx0" brushRef="#br0">3 54 4777,'0'0'4310,"-3"-8"2349,3 7-6637,0 1 1,0-1-1,0 1 0,0-1 0,0 1 0,0-1 1,0 1-1,0-1 0,0 1 0,0 0 0,0-1 0,1 1 1,-1-1-1,0 1 0,0-1 0,0 1 0,1 0 0,-1-1 1,0 1-1,0 0 0,1-1 0,-1 1 0,0 0 0,1-1 1,-1 1-1,0 0 0,1-1 0,-1 1 0,1 0 1,18-6 247,0 2 1,0 1-1,0 0 1,35 0-1,-8 0 129,-6-1-286,25-2 476,-21 5-4071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5.064"/>
    </inkml:context>
    <inkml:brush xml:id="br0">
      <inkml:brushProperty name="width" value="0.05" units="cm"/>
      <inkml:brushProperty name="height" value="0.05" units="cm"/>
      <inkml:brushProperty name="color" value="#004F8B"/>
    </inkml:brush>
  </inkml:definitions>
  <inkml:trace contextRef="#ctx0" brushRef="#br0">1 1 6673,'0'0'2349,"6"1"-2372,39 4 1130,0-1 0,0-3-1,49-4 1,-47 1-561,-15 1-352</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5.660"/>
    </inkml:context>
    <inkml:brush xml:id="br0">
      <inkml:brushProperty name="width" value="0.05" units="cm"/>
      <inkml:brushProperty name="height" value="0.05" units="cm"/>
      <inkml:brushProperty name="color" value="#004F8B"/>
    </inkml:brush>
  </inkml:definitions>
  <inkml:trace contextRef="#ctx0" brushRef="#br0">42 8 4057,'0'0'859,"0"-6"4182,0 4-4529,-11 114-464,-19 352 1009,34-417 856</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6.325"/>
    </inkml:context>
    <inkml:brush xml:id="br0">
      <inkml:brushProperty name="width" value="0.05" units="cm"/>
      <inkml:brushProperty name="height" value="0.05" units="cm"/>
      <inkml:brushProperty name="color" value="#004F8B"/>
    </inkml:brush>
  </inkml:definitions>
  <inkml:trace contextRef="#ctx0" brushRef="#br0">81 1 2345,'0'0'11835,"-2"5"-13743,-28 64 1600,16-40 488,-19 59 0,33-86-169,-1-1 1,1 1-1,0 0 0,0 0 0,0-1 1,0 1-1,0 0 0,0 0 0,0-1 1,1 1-1,-1 0 0,1 0 1,-1-1-1,1 1 0,-1 0 0,1-1 1,0 1-1,0-1 0,0 1 0,0-1 1,0 0-1,0 1 0,1-1 1,-1 0-1,3 2 0,0 0-6,0 0 1,0 0-1,1-1 1,-1 0-1,1 0 0,0 0 1,-1 0-1,9 1 0,15 3 46,-1-2 0,1 0 1,-1-2-1,1-1 0,0-2 0,45-5 0,-72 5-122,1 1 1,-1 0-1,0 0 1,1-1-1,-1 1 1,1-1-1,-1 1 1,1-1-1,-1 0 1,0 1-1,1-1 1,-1 0-1,2-2 1,2-4-1204</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6.606"/>
    </inkml:context>
    <inkml:brush xml:id="br0">
      <inkml:brushProperty name="width" value="0.05" units="cm"/>
      <inkml:brushProperty name="height" value="0.05" units="cm"/>
      <inkml:brushProperty name="color" value="#004F8B"/>
    </inkml:brush>
  </inkml:definitions>
  <inkml:trace contextRef="#ctx0" brushRef="#br0">37 0 13355,'0'0'-232,"-3"26"-2057,0 5 2065,-3 8 344,1 10 56,0 2-24,1 4-24,1-2 0,1-6 0,-2-6 24,4-7 57,-2-8 7,2-10-272,0-4-585,2-4-2391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7.054"/>
    </inkml:context>
    <inkml:brush xml:id="br0">
      <inkml:brushProperty name="width" value="0.05" units="cm"/>
      <inkml:brushProperty name="height" value="0.05" units="cm"/>
      <inkml:brushProperty name="color" value="#004F8B"/>
    </inkml:brush>
  </inkml:definitions>
  <inkml:trace contextRef="#ctx0" brushRef="#br0">58 88 8026,'-6'4'-64,"2"1"52,0-1 1,0 1-1,0-1 0,1 1 1,-1 0-1,1 1 1,0-1-1,0 0 0,1 1 1,0 0-1,0-1 1,0 1-1,1 0 0,0 0 1,-1 11-1,-2 11 113,2 0 1,1 46-1,1-64-48,1 0 1,1 0 0,0 0-1,0 0 1,0-1-1,1 1 1,1-1 0,0 0-1,0 1 1,1-2 0,6 10-1,-8-14-15,-1-1 0,2 0 0,-1 0 1,0-1-1,1 1 0,-1 0 0,1-1 0,-1 0 0,1 0 0,0 0 0,0-1 0,0 1 0,0-1 0,1 0 1,-1 0-1,0 0 0,0-1 0,1 1 0,-1-1 0,0 0 0,1 0 0,-1-1 0,0 1 0,1-1 0,-1 0 1,0 0-1,0 0 0,6-3 0,-3 1 117,1 0 0,-1-1-1,1 0 1,-1 0 0,0 0 0,0-1 0,-1 0 0,1-1-1,-1 1 1,0-1 0,-1 0 0,0-1 0,0 1 0,5-9 0,0-7 99,-2 0 0,0-1 0,-2 0 1,0 0-1,-1 0 0,-2-1 0,0 1 0,-2-1 1,0 0-1,-4-27 0,2 47-338,1-1 0,-1 1-1,0 0 1,-1-1 0,1 1 0,-1 0 0,0 0-1,0 0 1,0 0 0,-1 0 0,1 0-1,-1 0 1,0 1 0,0 0 0,0-1-1,0 1 1,-1 0 0,1 1 0,-1-1 0,0 1-1,0-1 1,-5-1 0,-1 0-256,0 0 1,0 1-1,0 0 0,-1 1 0,1 0 1,-1 1-1,0 0 0,-13 1 1,-24 3-1972</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7.385"/>
    </inkml:context>
    <inkml:brush xml:id="br0">
      <inkml:brushProperty name="width" value="0.05" units="cm"/>
      <inkml:brushProperty name="height" value="0.05" units="cm"/>
      <inkml:brushProperty name="color" value="#004F8B"/>
    </inkml:brush>
  </inkml:definitions>
  <inkml:trace contextRef="#ctx0" brushRef="#br0">19 0 9610,'0'0'1408,"3"29"-1904,-3-2 344,-3 10 192,0 4 8,-2 3 56,1 1 32,-1-1-88,4 0-240,1-9-1256</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3:47.903"/>
    </inkml:context>
    <inkml:brush xml:id="br0">
      <inkml:brushProperty name="width" value="0.05" units="cm"/>
      <inkml:brushProperty name="height" value="0.05" units="cm"/>
      <inkml:brushProperty name="color" value="#004F8B"/>
    </inkml:brush>
  </inkml:definitions>
  <inkml:trace contextRef="#ctx0" brushRef="#br0">1 119 7466,'12'3'47,"0"0"1,0 1-1,0 0 0,0 1 1,-1 1-1,0 0 1,0 0-1,-1 1 1,1 1-1,-2 0 1,11 10-1,-5-2-41,-1 1 1,0 1-1,-1 0 0,-2 1 0,15 29 0,-7-8 15,-10-18 20,1-1-1,2 0 0,0 0 1,24 29-1,-36-50 92,0 1 0,1-1 0,-1 1 0,0-1 0,1 1 0,-1-1-1,1 1 1,-1-1 0,1 1 0,-1-1 0,1 1 0,0-1 0,-1 0 0,1 0 0,-1 1 0,1-1 0,0 0 0,-1 0-1,1 1 1,0-1 0,-1 0 0,1 0 0,0 0 0,-1 0 0,1 0 0,0 0 0,-1 0 0,1 0 0,0 0-1,-1-1 1,1 1 0,-1 0 0,1 0 0,0 0 0,-1-1 0,1 1 0,-1 0 0,1-1 0,0 1 0,-1-1 0,1 1-1,-1 0 1,1-1 0,0 0 0,12-26 2603,-11 21-3220,3-7 776,-1-1 1,-1 0-1,0 0 0,-1-1 1,0 1-1,-1-21 0,1-2-183,1-4-123,-2 0 0,-1 0 0,-3 0 0,-12-71 0,6 69-917,9 41-41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07.008"/>
    </inkml:context>
    <inkml:brush xml:id="br0">
      <inkml:brushProperty name="width" value="0.05" units="cm"/>
      <inkml:brushProperty name="height" value="0.05" units="cm"/>
      <inkml:brushProperty name="color" value="#E71224"/>
    </inkml:brush>
  </inkml:definitions>
  <inkml:trace contextRef="#ctx0" brushRef="#br0">383 125 728,'-16'-3'760,"0"1"0,-1 1 0,1 1 0,-1 0 0,-27 4 0,-81 23-842,27-6 1280,64-14 6152,45-7-6546,878 9 1842,-332-29-1790,-99-12 742,-390 29-1455,249-20 223,-217 12-144,157-13 324,-55 10-352,104-4 152,-14 5-154,77-1-56,-291 16-118,-30-1 71,1-1 0,-1-2 0,49-9 0,-85 7-500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08.219"/>
    </inkml:context>
    <inkml:brush xml:id="br0">
      <inkml:brushProperty name="width" value="0.05" units="cm"/>
      <inkml:brushProperty name="height" value="0.05" units="cm"/>
      <inkml:brushProperty name="color" value="#E71224"/>
    </inkml:brush>
  </inkml:definitions>
  <inkml:trace contextRef="#ctx0" brushRef="#br0">329 93 8530,'3'-9'1144,"0"0"0,1-1-1,0 1 1,0 1 0,7-10 0,5-11 1538,-28 50-2798,0 0 0,-2 0 0,-1-2 1,0 1-1,-1-2 0,-37 33 0,-125 78 373,165-119-227,-1 0 1,-16 16-1,29-25 106,1 0-123,-1 0 0,1 0 0,0 0 0,0 0 0,1 0 0,-1 0 0,0 0 0,0 0 0,0 0-1,1 0 1,-1 0 0,0 0 0,1-1 0,-1 1 0,1 0 0,-1 0 0,1 0 0,-1-1 0,1 1 0,0 0 0,-1 0 0,1-1 0,0 1 0,-1-1 0,1 1 0,0-1 0,0 1 0,1 0 0,20 13 1,1 0 0,-1-2 0,44 17-1,84 21 198,48 20 0,-191-67-128,14 5 1084</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09.376"/>
    </inkml:context>
    <inkml:brush xml:id="br0">
      <inkml:brushProperty name="width" value="0.05" units="cm"/>
      <inkml:brushProperty name="height" value="0.05" units="cm"/>
      <inkml:brushProperty name="color" value="#E71224"/>
    </inkml:brush>
  </inkml:definitions>
  <inkml:trace contextRef="#ctx0" brushRef="#br0">352 292 9450,'-1'-9'1205,"1"1"1,0 0-1,0 0 0,3-14 1,0-21 433,-4 27-1527,0 0 1,-1 0 0,-1 0 0,-1 0-1,0 0 1,-6-16 0,8 28-191,0 0 1,1 0-1,-1 1 1,-1-1-1,1 0 1,0 1-1,-1-1 1,0 1-1,0 0 1,0 0-1,0 0 1,0 0-1,-1 1 0,1-1 1,-1 1-1,0 0 1,1 0-1,-1 0 1,0 1-1,0-1 1,0 1-1,-1 0 1,1 0-1,0 0 1,0 1-1,0-1 1,-8 1-1,6 1 21,1 0-1,-1 0 1,1 0 0,0 1 0,0-1-1,0 1 1,0 0 0,0 1 0,0-1-1,1 1 1,-1 0 0,1 0 0,-1 1-1,1-1 1,0 1 0,1 0-1,-1 0 1,1 0 0,-1 1 0,1-1-1,1 1 1,-1 0 0,-3 8 0,-4 11 38,1 1 0,2-1 1,-9 44-1,16-64 41,-10 66 94,3 2 1,3-1-1,9 122 1,0-21 105,-5-158-165,-1 1 0,-1-1 0,0 0 0,-5 20 0,5-27-311,-1 0 1,1 0 0,-1 0-1,-1 0 1,1 0 0,-1-1 0,0 0-1,-1 0 1,1 0 0,-7 6-1,-5 3-2821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09.640"/>
    </inkml:context>
    <inkml:brush xml:id="br0">
      <inkml:brushProperty name="width" value="0.05" units="cm"/>
      <inkml:brushProperty name="height" value="0.05" units="cm"/>
      <inkml:brushProperty name="color" value="#E71224"/>
    </inkml:brush>
  </inkml:definitions>
  <inkml:trace contextRef="#ctx0" brushRef="#br0">1 73 4865,'0'0'2729,"1"0"-1993,37-14-432,-9 8-88,6-3 176,6 0 48,-3 0-8,1 1-48,-2 2-200,-1 0-240,-1 3-896,0 0-728</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0.278"/>
    </inkml:context>
    <inkml:brush xml:id="br0">
      <inkml:brushProperty name="width" value="0.05" units="cm"/>
      <inkml:brushProperty name="height" value="0.05" units="cm"/>
      <inkml:brushProperty name="color" value="#E71224"/>
    </inkml:brush>
  </inkml:definitions>
  <inkml:trace contextRef="#ctx0" brushRef="#br0">337 0 6825,'0'0'1834,"-12"0"-1985,-9 2 403,1 0 0,0 1-1,-1 1 1,2 1 0,-35 13-1,31-9-157,0 1 0,-32 19 0,50-25-103,-1-1-1,1 1 1,0 0-1,0 0 1,0 0-1,1 1 1,0 0 0,0 0-1,0 0 1,0 0-1,1 0 1,-1 1-1,1 0 1,1 0-1,-3 6 1,5-11 24,-1 0 0,1-1-1,0 1 1,0-1 0,0 1 0,0 0 0,0-1 0,0 1 0,0-1-1,0 1 1,1 0 0,-1-1 0,0 1 0,0-1 0,0 1 0,1-1-1,-1 1 1,0-1 0,1 1 0,-1-1 0,0 1 0,1-1-1,-1 1 1,0-1 0,1 1 0,-1-1 0,1 0 0,-1 1 0,1-1-1,0 1 1,25 5 792,26-7 985,-4-6-856,-36 4-959,0 1 0,1 0 0,-1 1 0,0 1 0,1-1 1,-1 2-1,1 0 0,-1 0 0,16 5 0,-24-4-64,-1 0 1,1 0-1,-1 0 0,1 1 0,-1 0 1,0 0-1,0-1 0,0 2 0,0-1 1,0 0-1,-1 1 0,0-1 0,0 1 1,0-1-1,0 1 0,0 0 1,-1 0-1,1 0 0,1 8 0,-1 0 19,1 0 0,-1 1-1,-1-1 1,0 1 0,-2 17 0,1-24 50,-1 0 1,0 0 0,0 0 0,0-1 0,0 1 0,-1-1 0,0 1 0,-1-1 0,1 1-1,-1-1 1,0 0 0,0 0 0,0-1 0,-1 1 0,0 0 0,0-1 0,-4 4-1,3-4 41,-1-1 0,1 0-1,-1 0 1,1 0 0,-1 0-1,0-1 1,0 0 0,0 0 0,0-1-1,0 0 1,-1 0 0,1 0-1,0-1 1,0 0 0,-12-1-1,-9-3 31,-42-10 0,31 5-702</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0.776"/>
    </inkml:context>
    <inkml:brush xml:id="br0">
      <inkml:brushProperty name="width" value="0.05" units="cm"/>
      <inkml:brushProperty name="height" value="0.05" units="cm"/>
      <inkml:brushProperty name="color" value="#E71224"/>
    </inkml:brush>
  </inkml:definitions>
  <inkml:trace contextRef="#ctx0" brushRef="#br0">1 37 4601,'0'0'4425,"1"0"-4017,24-4-16,-6-1 8,9-1-72,5-3-336,5 3-440,6 0-1464</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6.521"/>
    </inkml:context>
    <inkml:brush xml:id="br0">
      <inkml:brushProperty name="width" value="0.1" units="cm"/>
      <inkml:brushProperty name="height" value="0.1" units="cm"/>
    </inkml:brush>
  </inkml:definitions>
  <inkml:trace contextRef="#ctx0" brushRef="#br0">306 2755 4497,'0'0'7975,"1"-20"-2215,5-34-4632,32-712 1043,-77-94-1699,24 536-448,9 120-96,6-42-82,1 8 38,-4 222-1410,-19 38-6094,-13 43 7478,14-25 216,-48 67-1,16-44-47,28-35 11,-39 52 3094,68-102-2319,14-43-1316,-15 56 692,17-69-470,-12 44 92,0 1 0,3 0 0,0 0 0,29-54 0,-35 79 156,18-20-105,-22 27 109,3 0-526,3 3 127,0 0 298,-1 1 1,0 0-1,1 0 1,-1 0-1,0 1 1,-1 0-1,1 0 0,-1 0 1,0 1-1,0 0 1,0 0-1,-1 0 1,1 0-1,6 12 1,29 48-106,18 27 476,-51-83-207,0 0 0,1 0 0,0-1 1,0 0-1,1-1 0,0 0 0,11 7 0,-15-11-305,1 0-1,0-1 1,0 1 0,0-2-1,0 1 1,1 0 0,7 0-1,6-1-2159</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7.442"/>
    </inkml:context>
    <inkml:brush xml:id="br0">
      <inkml:brushProperty name="width" value="0.1" units="cm"/>
      <inkml:brushProperty name="height" value="0.1" units="cm"/>
    </inkml:brush>
  </inkml:definitions>
  <inkml:trace contextRef="#ctx0" brushRef="#br0">52 76 6569,'0'0'2780,"-16"259"-8022,0 3 11463,16-265-5121,3-69 33,-14-144 1,-1 14 444,12 200-1317,14 9-6055,-6 1 5519,0 1 0,-1 0 0,0 0-1,0 0 1,7 15 0,33 71 644,-14-23-258,-21-51 84,1 0 1,1-1 0,0 0-1,22 22 1,-27-32-13,1 0-1,1-1 1,-1-1 0,1 1 0,1-2-1,0 1 1,0-2 0,0 1 0,14 3-1,-25-9 425,7-11 2783,-1-7-3146,0 0 0,-1-1 0,-1 0 0,-1 0 0,0 0 0,2-31 0,-3-120 1254,-14 63-1089,6 71-286,0-41 0,5 74-218</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7.973"/>
    </inkml:context>
    <inkml:brush xml:id="br0">
      <inkml:brushProperty name="width" value="0.1" units="cm"/>
      <inkml:brushProperty name="height" value="0.1" units="cm"/>
    </inkml:brush>
  </inkml:definitions>
  <inkml:trace contextRef="#ctx0" brushRef="#br0">1 14 2817,'0'0'6569,"11"1"-5275,106 4-34,118-11 1,-69-1-1024,-50 6-218,15 0-577,-46-2-2678,-75 2 110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8.143"/>
    </inkml:context>
    <inkml:brush xml:id="br0">
      <inkml:brushProperty name="width" value="0.1" units="cm"/>
      <inkml:brushProperty name="height" value="0.1" units="cm"/>
    </inkml:brush>
  </inkml:definitions>
  <inkml:trace contextRef="#ctx0" brushRef="#br0">1 2 2881,'0'-2'5649,"1"2"-5065,1 0-184,1 0-152,42 6-248,-30 11-144,-3 6 64,-1 2 72,-6 6-824,-5 4-1353</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19.872"/>
    </inkml:context>
    <inkml:brush xml:id="br0">
      <inkml:brushProperty name="width" value="0.1" units="cm"/>
      <inkml:brushProperty name="height" value="0.1" units="cm"/>
    </inkml:brush>
  </inkml:definitions>
  <inkml:trace contextRef="#ctx0" brushRef="#br0">0 81 4521,'7'-9'9631,"6"-9"-7528,5-27-1124,-15 37-679,22 471-7416,-9-243 7183,24 488 484,5-110-66,-39-542-465,-2-6 27,14 63-1,-15-97 9,-1 0-1,0 29 0,1 12 53,24 299-453</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0.577"/>
    </inkml:context>
    <inkml:brush xml:id="br0">
      <inkml:brushProperty name="width" value="0.1" units="cm"/>
      <inkml:brushProperty name="height" value="0.1" units="cm"/>
    </inkml:brush>
  </inkml:definitions>
  <inkml:trace contextRef="#ctx0" brushRef="#br0">0 99 7058,'0'0'5583,"6"4"-6221,7 9 536,-1 1 1,0 0 0,-1 1 0,0 0-1,-2 1 1,0 0 0,10 26-1,-6-15 344,2 0 0,19 28 521,-31-55 636,4-3 920,2-2-1971,-1 0-243,1-1 1,-1 0-1,-1 0 0,1-1 1,-1 0-1,0 0 0,9-13 1,16-32-186,26-58 0,-14 25 10,-22 53-42,-21 31 78,-23-3-6298,-9 13 6138,-251 99-293,254-95-478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1.639"/>
    </inkml:context>
    <inkml:brush xml:id="br0">
      <inkml:brushProperty name="width" value="0.1" units="cm"/>
      <inkml:brushProperty name="height" value="0.1" units="cm"/>
    </inkml:brush>
  </inkml:definitions>
  <inkml:trace contextRef="#ctx0" brushRef="#br0">29 308 6161,'0'0'3294,"-8"32"-5853,1-5 1793,-2 34 0,4-10 1374,7 79 9509,4-158-8064,4-38-2261,-2-262 644,-9 217-447,10 106-1088,54-14 746,0 3 0,1 3-1,123-9 1,-153 21-1747</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1.901"/>
    </inkml:context>
    <inkml:brush xml:id="br0">
      <inkml:brushProperty name="width" value="0.1" units="cm"/>
      <inkml:brushProperty name="height" value="0.1" units="cm"/>
    </inkml:brush>
  </inkml:definitions>
  <inkml:trace contextRef="#ctx0" brushRef="#br0">0 35 7874,'0'0'6753,"2"0"-6673,37-9-40,-13 3-88,5 0-16,8 1-552,8 1-320,15 1-809,7 1-239,7 4-152,-2-1-169</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2.548"/>
    </inkml:context>
    <inkml:brush xml:id="br0">
      <inkml:brushProperty name="width" value="0.1" units="cm"/>
      <inkml:brushProperty name="height" value="0.1" units="cm"/>
    </inkml:brush>
  </inkml:definitions>
  <inkml:trace contextRef="#ctx0" brushRef="#br0">502 46 3969,'1'0'7143,"-11"-11"-6682,7 7-466,-1 1 1,0 0-1,0 0 0,0 0 0,0 0 1,-1 1-1,1 0 0,-1 0 0,1 0 1,-1 0-1,0 1 0,0 0 0,1 0 1,-1 0-1,-6 0 0,-18 1 7,0 1 0,-55 9 0,68-7-60,1 1 0,0 0 0,0 1 1,0 1-1,0 0 0,-25 15 0,36-18 39,1 0-1,-1 0 0,1 0 1,0 0-1,0 0 0,0 0 0,0 1 1,1 0-1,-1-1 0,1 1 1,0 0-1,0 0 0,1 0 0,-1 0 1,1 1-1,-2 7 0,3-9 28,-1-1 0,1 1 0,0 0 0,0 0 0,0-1 0,1 1 0,-1 0 0,1-1 0,-1 1 0,1 0-1,0-1 1,0 1 0,0-1 0,0 1 0,1-1 0,-1 0 0,1 1 0,-1-1 0,1 0 0,0 0 0,0 0 0,0 0-1,0-1 1,0 1 0,0 0 0,0-1 0,1 1 0,2 0 0,5 2-54,0 0 0,0-1 0,0 0 0,0-1 0,1 0 1,-1 0-1,0-1 0,1-1 0,0 0 0,-1 0 0,1-1 0,-1 0 0,0-1 0,1 0 0,11-5 0,-11 4 270,-1-1 1,1 0-1,-1-1 0,-1 0 0,1 0 0,-1-1 0,1 0 0,-2-1 0,1 0 1,-1 0-1,0-1 0,0 0 0,-1-1 0,9-13 938,-15 41-7353,-1 303 6605,-2-238-398,2-62-277,-1 0 1,-1 0-1,-1-1 1,-1 1 0,-8 26-1,9-41 231,1 0-1,-1 0 1,0-1-1,0 1 1,-1-1-1,0 0 1,0 0-1,0 0 1,-1-1-1,0 1 1,0-1-1,0 0 1,-1-1-1,0 1 1,0-1-1,0 0 1,0 0-1,-1-1 1,-11 5-1,5-4 227,0-1 1,0 0-1,-1-1 0,1 0 0,-1-1 1,1-1-1,-1 0 0,1 0 0,-1-2 1,0 1-1,1-2 0,0 0 0,0 0 0,0-2 1,0 1-1,0-2 0,1 1 0,0-2 1,-21-14-1,29 18-50,0-1 0,0 0 0,1 0 0,-1 0 0,1 0 0,0-1 0,0 1 0,1-1 0,-1 0 0,1 0 0,0 0 0,0 0 0,1 0 0,0 0 0,-1-6 0,1 2-170,0 0-1,1 0 1,0 0 0,1 0 0,0 0-1,0 0 1,1 1 0,3-12 0,20-47-1249</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3.334"/>
    </inkml:context>
    <inkml:brush xml:id="br0">
      <inkml:brushProperty name="width" value="0.1" units="cm"/>
      <inkml:brushProperty name="height" value="0.1" units="cm"/>
    </inkml:brush>
  </inkml:definitions>
  <inkml:trace contextRef="#ctx0" brushRef="#br0">118 15 1976,'-117'-2'9634,"123"2"-9465,163 1 803,420-10-2866,-536 5-252</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3.535"/>
    </inkml:context>
    <inkml:brush xml:id="br0">
      <inkml:brushProperty name="width" value="0.1" units="cm"/>
      <inkml:brushProperty name="height" value="0.1" units="cm"/>
    </inkml:brush>
  </inkml:definitions>
  <inkml:trace contextRef="#ctx0" brushRef="#br0">1 11 4345,'1'-4'5750,"12"1"-4782,18-1-1223,-27 4 315,57 5 443,-57-4-521,0-1 0,-1 1-1,1 0 1,-1 0 0,1 0 0,-1 0 0,0 1 0,1-1 0,-1 1 0,0 0-1,0 0 1,0 0 0,5 5 0,-7-6-32,-1 1 1,1-1-1,-1 1 1,1 0-1,-1-1 0,0 1 1,0-1-1,1 1 0,-1 0 1,0-1-1,-1 1 0,1 0 1,0-1-1,0 1 1,-1 0-1,1-1 0,-1 1 1,1-1-1,-1 1 0,0-1 1,0 1-1,1-1 1,-1 0-1,0 1 0,0-1 1,0 0-1,-3 3 0,-11 15-1371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4.053"/>
    </inkml:context>
    <inkml:brush xml:id="br0">
      <inkml:brushProperty name="width" value="0.1" units="cm"/>
      <inkml:brushProperty name="height" value="0.1" units="cm"/>
    </inkml:brush>
  </inkml:definitions>
  <inkml:trace contextRef="#ctx0" brushRef="#br0">0 32 7009,'0'0'7581,"4"0"-7689,61-10-106,2 0-934,89-2 1,-123 12-1816</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4.243"/>
    </inkml:context>
    <inkml:brush xml:id="br0">
      <inkml:brushProperty name="width" value="0.1" units="cm"/>
      <inkml:brushProperty name="height" value="0.1" units="cm"/>
    </inkml:brush>
  </inkml:definitions>
  <inkml:trace contextRef="#ctx0" brushRef="#br0">0 40 4481,'2'0'7001,"34"-6"-6016,-4 0-265,6-2-336,10-1-1304,7-1-1465</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5.034"/>
    </inkml:context>
    <inkml:brush xml:id="br0">
      <inkml:brushProperty name="width" value="0.1" units="cm"/>
      <inkml:brushProperty name="height" value="0.1" units="cm"/>
    </inkml:brush>
  </inkml:definitions>
  <inkml:trace contextRef="#ctx0" brushRef="#br0">45 42 6201,'0'0'2378,"-1"4"-3746,-18 85-835,-3 134 2972,21-211-697,0-3 112,1 1 0,-1 0-1,4 16 7772,0-31-6359,11-18-1344,-2 0 0,0-1-1,-1 0 1,-2-1 0,7-27-1,-8 25-609,1 0 0,2 0 0,0 1 0,27-44 0,-34 64 263,1 0 0,0 1-1,0-1 1,1 1-1,0 0 1,0 1 0,0-1-1,0 1 1,1 0-1,-1 1 1,1 0 0,0 0-1,0 0 1,0 1-1,14-3 1,-17 4 35,1 0 0,-1 1 1,1 0-1,0 0 0,-1 0 0,1 0 0,0 1 0,-1-1 1,1 1-1,-1 0 0,1 1 0,-1-1 0,1 1 0,-1 0 1,0 0-1,0 0 0,0 1 0,0 0 0,0-1 0,-1 1 1,1 0-1,-1 1 0,0-1 0,0 1 0,5 7 0,-1 1-21,-1 1 0,0 0-1,-1 1 1,-1-1-1,0 1 1,-1 0 0,0 0-1,-1 0 1,0 17 0,-1-1 72,-2 0 0,0 0 0,-9 41 2246,11-80-2090,0 0 0,0 0 0,1 0-1,0 0 1,0 0 0,1 0 0,5-9 0,31-57-791,-36 68 623,9-14-466,2 1 1,0 0-1,30-32 0,-36 43 286,1 1 1,0 0-1,1 0 1,-1 1-1,1 0 1,1 1-1,-1 0 1,1 1-1,20-7 1,-29 11 164,1 0 0,0 0 0,0 1 0,0 0 0,0-1 0,0 1 0,-1 0 0,1 0 0,0 1 0,0-1 0,0 1 0,0-1 0,0 1 0,-1 0 0,1 0 0,0 0 0,-1 0 1,1 1-1,0-1 0,-1 1 0,0-1 0,1 1 0,-1 0 0,0 0 0,0 0 0,0 0 0,0 0 0,0 1 0,-1-1 0,1 1 0,-1-1 0,1 1 0,-1-1 0,1 5 0,4 8-206,-1 1-1,0 1 0,-1-1 0,3 27 1,-7-39 272,2 16 208,-1 0 0,-1 0 1,-4 32-1,0-4-406,5-34-1349</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25.878"/>
    </inkml:context>
    <inkml:brush xml:id="br0">
      <inkml:brushProperty name="width" value="0.1" units="cm"/>
      <inkml:brushProperty name="height" value="0.1" units="cm"/>
    </inkml:brush>
  </inkml:definitions>
  <inkml:trace contextRef="#ctx0" brushRef="#br0">661 31 8458,'-1'-1'250,"1"0"0,0-1 0,-1 1 0,1 0 0,-1 0 0,1-1 0,-1 1 0,0 0 0,1 0 0,-1 0 0,0 0 0,0 0 0,-1-1 0,-1 0-362,0 0-1,1 1 1,-1-1 0,0 1 0,0 0 0,0 0 0,0 0-1,0 1 1,0-1 0,0 1 0,-6-1 0,3 0 524,-6 1-431,-1 0 1,0 1-1,0 0 0,1 1 1,-1 0-1,1 1 1,-17 6-1,6-2 64,6-2-79,-1 1 1,1 0-1,0 1 1,0 2-1,1-1 1,0 2 0,0 0-1,-23 21 1,33-26 25,0 0 0,1 1 1,-1 0-1,1 1 0,1-1 0,-1 1 1,1 0-1,0 0 0,0 0 0,1 1 1,0-1-1,1 1 0,0-1 0,0 1 1,0 0-1,1 0 0,0 0 1,1 0-1,-1 0 0,2 0 0,-1 0 1,3 12-1,-2-17 25,0 1 0,0 0 0,0-1 0,0 1 0,1-1 0,-1 1-1,1-1 1,0 0 0,0 1 0,1-1 0,-1 0 0,0 0 0,1-1 0,0 1 0,0 0 0,5 3 0,-2-3-55,-1 0 0,1 0 0,-1-1-1,1 0 1,0 0 0,0-1 0,0 1 0,0-1 0,10 0 0,-1 0-73,0-2-1,-1 0 1,0 0 0,1-1-1,-1-1 1,0-1 0,0 0-1,15-6 1,-21 6 181,-1 0-1,1 0 1,-1-1-1,1 0 1,-1 0-1,-1-1 1,1 0-1,-1 0 1,0 0 0,-1-1-1,6-7 1,2-7 938,-1 0 1,14-35 0,-19 39-278,-6 14-178,1 92-6375,-2 73 6048,-4 129 492,3-49 70,0-226-764,1 0 0,-2 1 1,-1-1-1,0 0 0,0 0 1,-7 16-1,8-27-27,-1 0 1,1 0 0,0 0-1,-1-1 1,0 1-1,0-1 1,-1 0 0,1 1-1,-1-2 1,0 1-1,0 0 1,0-1 0,-1 0-1,1 0 1,-1 0-1,1 0 1,-1-1 0,0 0-1,0 0 1,0 0-1,-1 0 1,-5 0 0,-11 1-115,1-1 1,-1-1 0,0-1 0,0-1-1,1 0 1,-1-2 0,1-1 0,0 0-1,0-2 1,-32-12 0,37 12 235,0-1-1,1-1 1,0 0 0,0-1 0,1-1 0,0 0-1,0-1 1,1 0 0,1-1 0,0-1-1,0 0 1,1 0 0,-15-26 0,22 31-65,-1 0 1,2-1 0,-1 1-1,1-1 1,1 1 0,-1-1-1,1 0 1,1 0 0,0 0-1,0 0 1,1 0 0,0 0-1,1-1 1,-1 1 0,2 0-1,-1 0 1,1 1 0,1-1-1,3-9 1,0 6-160,0 2 0,0-1 0,1 0 0,1 1 1,0 1-1,0-1 0,1 1 0,0 1 0,0 0 0,1 0 0,0 0 1,0 1-1,21-9 0,51-22-552,152-46-1,40-17 163,-173 52-458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2.555"/>
    </inkml:context>
    <inkml:brush xml:id="br0">
      <inkml:brushProperty name="width" value="0.05" units="cm"/>
      <inkml:brushProperty name="height" value="0.05" units="cm"/>
    </inkml:brush>
  </inkml:definitions>
  <inkml:trace contextRef="#ctx0" brushRef="#br0">287 191 5241,'0'-2'6730,"5"-16"-3402,-4 15-3248,2-6 137,0 1 0,-1-1 0,0 0 0,-1 1 0,1-1 0,-2 0 0,1 0 0,-2 0 0,0-9 0,-17-25-572,16 36-182,2 7 403,0-1 0,0 0 0,-1 1 0,1-1 0,0 1 0,0-1 0,0 0 0,-1 1 0,1-1 0,0 1 0,0-1 0,-1 1 0,1-1 0,-1 1 0,1-1 0,0 1 1,-1 0-1,1-1 0,-1 1 0,1 0 0,-1-1 0,1 1 0,-1 0 0,1-1 0,-1 1 0,0 0 0,1 0 0,-1 0 0,1-1 0,-1 1 0,0 0 0,1 0 0,-1 0 0,1 0 0,-1 0 0,-1 0 0,-4 0-342,-30-5-106,36 4 567,-1 1 0,1 0 0,0 0 0,-1-1-1,1 1 1,-1 0 0,1 0 0,0 0 0,-1 0 0,1 0-1,-1 0 1,1 0 0,0 0 0,-1 0 0,1 0-1,-1 0 1,1 0 0,-1 0 0,1 0 0,0 0 0,-1 0-1,1 0 1,-1 1 0,1-1 0,0 0 0,-1 0 0,1 0-1,0 1 1,-1-1 0,-3 5-22,-6 3-6,0 1 1,1 1-1,1-1 0,0 2 0,0-1 0,1 1 0,0 0 1,-10 22-1,6-1-53,1 2 0,1-1 1,-7 67-1,5 102 227,12-154-8,3 0 0,10 48-1,-7-55-18,-2-1 0,-1 1 0,-2 52 0,-3-84-89,0-1-1,0 1 1,-1-1 0,0 0 0,0 0-1,-1 0 1,0 0 0,-1 0 0,0 0-1,0-1 1,0 0 0,-1 0 0,0 0-1,0 0 1,-1-1 0,-11 10 0,-20 12-1673</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3.509"/>
    </inkml:context>
    <inkml:brush xml:id="br0">
      <inkml:brushProperty name="width" value="0.05" units="cm"/>
      <inkml:brushProperty name="height" value="0.05" units="cm"/>
    </inkml:brush>
  </inkml:definitions>
  <inkml:trace contextRef="#ctx0" brushRef="#br0">3 54 2000,'-3'-3'13584,"12"-1"-14475,0 1 806,-1 0-1,1 1 0,1 0 0,-1 0 1,11 0-1,67-1-32,-32 2 72,9-2-62,-12 1 184,0-2-1,76-15 1,-126 18 81,-1 1-1336</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4.425"/>
    </inkml:context>
    <inkml:brush xml:id="br0">
      <inkml:brushProperty name="width" value="0.05" units="cm"/>
      <inkml:brushProperty name="height" value="0.05" units="cm"/>
    </inkml:brush>
  </inkml:definitions>
  <inkml:trace contextRef="#ctx0" brushRef="#br0">0 72 4657,'4'-8'1490,"0"0"1,-1 0-1,0-1 1,-1 1-1,0-1 0,1-12 1,-3 21-1658,3 22-5309,-4 16 5136,-8 59 0,0 3 650,4 50 4763,7-158-3778,6-17-1411,1 1 1,1 0 0,1 0 0,1 1-1,1 1 1,1 0 0,0 0-1,2 2 1,1 0 0,0 1 0,2 0-1,0 2 1,1 0 0,0 1 0,40-22-1,-58 37 34,-4 5-3489,1-3 3469,0 1-1,0-1 1,1 1 0,-1-1-1,0 0 1,0 0 0,-1 1-1,1-1 1,-2 1-1,0 1-49,-32 35 25,21-23-27,0 0 1,1 0 0,0 1-1,2 1 1,-12 20 0,21-33 176,0 0 0,0 1 0,1-1 1,-1 0-1,1 1 0,0 0 1,1-1-1,-1 1 0,1-1 0,0 1 1,0 0-1,0 0 0,0-1 0,1 1 1,0-1-1,0 1 0,0-1 0,1 1 1,-1-1-1,1 1 0,0-1 1,0 0-1,1 0 0,-1 0 0,1 0 1,0-1-1,5 6 0,-2-3-51,1-1 1,-1-1-1,1 1 1,0-1-1,0 0 0,1 0 1,-1-1-1,1 0 0,-1-1 1,1 1-1,0-1 0,0-1 1,0 0-1,0 0 1,0 0-1,1-1 0,14-2 1,1 0-2106</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4.768"/>
    </inkml:context>
    <inkml:brush xml:id="br0">
      <inkml:brushProperty name="width" value="0.05" units="cm"/>
      <inkml:brushProperty name="height" value="0.05" units="cm"/>
    </inkml:brush>
  </inkml:definitions>
  <inkml:trace contextRef="#ctx0" brushRef="#br0">1 39 6625,'0'0'7074,"24"-9"-6610,-1 6 0,7-2-64,4-3-216,4 5-72,0-1-104,-6-1-952,-2 4-904</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4.968"/>
    </inkml:context>
    <inkml:brush xml:id="br0">
      <inkml:brushProperty name="width" value="0.05" units="cm"/>
      <inkml:brushProperty name="height" value="0.05" units="cm"/>
    </inkml:brush>
  </inkml:definitions>
  <inkml:trace contextRef="#ctx0" brushRef="#br0">0 5 4825,'0'0'4537,"2"0"-3673,37 7-160,-8-9-8,14-1-591,10-3-1066</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5.775"/>
    </inkml:context>
    <inkml:brush xml:id="br0">
      <inkml:brushProperty name="width" value="0.05" units="cm"/>
      <inkml:brushProperty name="height" value="0.05" units="cm"/>
    </inkml:brush>
  </inkml:definitions>
  <inkml:trace contextRef="#ctx0" brushRef="#br0">1 433 6257,'1'0'8732,"16"-16"-7470,-12 11-1239,2-2 54,-1 0-1,1-1 1,-1 0-1,-1 0 0,1 0 1,-1-1-1,-1 1 1,1-1-1,3-13 0,4-37-496,-2 0 0,1-72 0,-6 68 451,-5 57-3282,-7 21 21,-5 33 2913,7-13 191,-5 23 37,2-1 1,3 2 0,3 78-1,2-132 159,1 0 0,-1-1-1,1 1 1,0 0 0,0-1-1,0 1 1,1 0 0,-1-1-1,1 0 1,0 1 0,1-1-1,-1 0 1,1 0 0,0 0 0,0 0-1,3 3 1,-2-5-15,-1 0 1,1 0 0,0 0-1,0 0 1,0-1-1,0 1 1,0-1-1,0 0 1,0 0 0,0-1-1,1 1 1,-1-1-1,0 0 1,0 0-1,0 0 1,1-1-1,-1 1 1,8-3 0,11-2-112,-1-1 0,1-1 0,-1-1 1,-1-1-1,1-1 0,27-18 1,-37 21 148,-1-1 1,0 0 0,0-1 0,-1 0 0,-1-1 0,1 0 0,-1 0 0,-1-1 0,0-1 0,-1 1 0,0-1 0,8-19-1,-7 9 125,-1 0 0,-1 0 0,0 0 0,-2 0 0,-1-1 0,-1 0 0,-1 0 0,-1 0 0,-3-28 0,3 50-251,0 0 0,0 0 1,0 0-1,-1-1 0,1 1 1,0 0-1,-1 0 0,1 0 1,0 0-1,-1-1 1,0 1-1,1 0 0,-1 0 1,0 0-1,1 0 0,-1 1 1,-2-3-1,3 3-63,-1 0 0,1 0 0,-1 0-1,1 0 1,-1 0 0,1 0 0,-1 0 0,1 0 0,-1 0 0,1 0-1,-1 0 1,1 1 0,-1-1 0,1 0 0,-1 0 0,1 0 0,-1 1-1,1-1 1,0 0 0,-1 1 0,1-1 0,-1 0 0,1 1 0,0-1 0,-1 0-1,1 1 1,-1 0 0,-2 3-198,0 0-1,1 1 1,-1-1 0,1 1-1,0 0 1,0 0-1,-2 8 1,-29 180-1429,12-65 2363,18-104-765,1-1-469</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6.219"/>
    </inkml:context>
    <inkml:brush xml:id="br0">
      <inkml:brushProperty name="width" value="0.05" units="cm"/>
      <inkml:brushProperty name="height" value="0.05" units="cm"/>
    </inkml:brush>
  </inkml:definitions>
  <inkml:trace contextRef="#ctx0" brushRef="#br0">91 0 9426,'0'0'770,"-1"4"-2776,-16 65-2082,-3 10 3265,1-11 1700,-14 92 6028,35-164-5413,7-16-1830,1 1 1,1 0-1,1 1 0,0 0 0,1 1 0,1 0 0,17-14 0,-21 21-309,1 1 0,-1 0 0,22-12 0,103-61-4109,-102 63 4719</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6.354"/>
    </inkml:context>
    <inkml:brush xml:id="br0">
      <inkml:brushProperty name="width" value="0.05" units="cm"/>
      <inkml:brushProperty name="height" value="0.05" units="cm"/>
    </inkml:brush>
  </inkml:definitions>
  <inkml:trace contextRef="#ctx0" brushRef="#br0">40 1 72,'-17'19'96,"5"1"184,3 0 104,7-3 144,2-1 16,2-2 105,5-3 23,6-2-32,0-2-160,10-4-1192</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6.697"/>
    </inkml:context>
    <inkml:brush xml:id="br0">
      <inkml:brushProperty name="width" value="0.05" units="cm"/>
      <inkml:brushProperty name="height" value="0.05" units="cm"/>
    </inkml:brush>
  </inkml:definitions>
  <inkml:trace contextRef="#ctx0" brushRef="#br0">31 0 1864,'0'12'-64,"-2"11"-272,-1 6-16,0 14 88,-1 2-8,1 5 400,-2-1 144,1-7 240,2-1 88,-1-10-39,3-4 7,-2-4 248,2-3 120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7.147"/>
    </inkml:context>
    <inkml:brush xml:id="br0">
      <inkml:brushProperty name="width" value="0.05" units="cm"/>
      <inkml:brushProperty name="height" value="0.05" units="cm"/>
    </inkml:brush>
  </inkml:definitions>
  <inkml:trace contextRef="#ctx0" brushRef="#br0">0 146 6281,'0'0'2382,"6"3"-2408,6 8-218,-1 0 0,0 1 0,-1 0 0,0 0 0,-1 1 1,12 23-1,11 13 27,-2-7 282,40 42 0,-56-69 151,0-1 0,2-1-1,-1 0 1,2-1 0,32 18 0,-43-27 132,0 0 0,0 0 0,0 0-1,1-1 1,-1 0 0,12 3 0,-16-5-137,0 0 0,1-1 0,-1 1-1,0 0 1,0-1 0,0 1 0,0-1 0,0 0 0,0 1-1,-1-1 1,1 0 0,0 0 0,0 0 0,0 0-1,-1-1 1,1 1 0,-1 0 0,1-1 0,-1 1-1,1-1 1,-1 0 0,0 1 0,0-1 0,2-3-1,2-4 19,-1 1 0,0-1 0,-1 0 0,0 0 0,0-1-1,-1 1 1,3-19 0,-1-70 231,-4 75-371,1-20-321,-2-118 827,-9 56-4357</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7.628"/>
    </inkml:context>
    <inkml:brush xml:id="br0">
      <inkml:brushProperty name="width" value="0.05" units="cm"/>
      <inkml:brushProperty name="height" value="0.05" units="cm"/>
    </inkml:brush>
  </inkml:definitions>
  <inkml:trace contextRef="#ctx0" brushRef="#br0">1 157 6225,'0'-1'5882,"6"-5"-5364,-1 3-522,0 0-1,0 1 0,0 0 0,0 0 1,0 1-1,1 0 0,-1 0 1,0 0-1,1 0 0,5 1 0,66 2-75,-30 1 116,6-1-23,140-2-227,-166-1-359,1-2-1,-1-1 1,0-1 0,50-17 0,-73 20 543,-1 1 0,1-1 0,-1 0 0,1 0 0,-1 0 0,0-1 0,0 1 0,0-1 0,0 0 0,-1 0 0,1 0 0,-1 0 0,1 0 0,-1 0 0,3-6 0,-5 7 70,1 0 1,-1 1-1,1-1 0,-1 0 1,1 1-1,-1-1 0,0 0 0,0 0 1,0 0-1,0 1 0,0-1 1,0 0-1,0 0 0,-1 1 0,1-1 1,-1 0-1,1 1 0,-1-1 1,0 0-1,1 1 0,-1-1 1,0 1-1,0-1 0,0 1 0,0-1 1,0 1-1,-1 0 0,1 0 1,0-1-1,-1 1 0,1 0 0,-1 0 1,1 0-1,-1 1 0,1-1 1,-3-1-1,3 2-55,-1-1-1,1 1 1,0-1 0,0 1-1,0 0 1,-1 0 0,1 0-1,0 0 1,0-1 0,-1 1-1,1 1 1,0-1 0,0 0 0,-1 0-1,1 0 1,0 1 0,0-1-1,-1 1 1,1-1 0,0 1-1,0-1 1,0 1 0,0 0-1,0-1 1,0 1 0,0 0 0,0 0-1,0 0 1,0 0 0,1 0-1,-1 0 1,0 0 0,0 0-1,1 0 1,-1 0 0,1 0-1,-1 0 1,0 3 0,-2 5-112,-1-1-1,2 1 1,-4 17 0,5-24 123,-2 17-94,1 0 0,0 21 0,1 4-313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8.405"/>
    </inkml:context>
    <inkml:brush xml:id="br0">
      <inkml:brushProperty name="width" value="0.05" units="cm"/>
      <inkml:brushProperty name="height" value="0.05" units="cm"/>
    </inkml:brush>
  </inkml:definitions>
  <inkml:trace contextRef="#ctx0" brushRef="#br0">9 34 5649,'0'0'7274,"-6"0"-8681,6 0 1433,0 0 0,0 0 0,0 0 0,0 0-1,0 0 1,0 0 0,0-1 0,0 1 0,0 0 0,0 0 0,0 0 0,0 0-1,-1 0 1,1 0 0,0 0 0,0 0 0,0 0 0,0 0 0,0 0 0,0 0 0,0 0-1,0 0 1,0-1 0,0 1 0,0 0 0,0 0 0,0 0 0,0 0 0,0 0 0,0 0-1,0 0 1,-1 0 0,1 0 0,0 0 0,0 0 0,0 0 0,0 0 0,0 0 0,0 0-1,0 0 1,0 0 0,0 0 0,0 0 0,0 0 0,-1 0 0,10-3 91,0 1 1,1 0 0,-1 0-1,0 1 1,1 0 0,-1 1-1,10 0 1,16-1 116,128-18 1238,-161 18-1611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28.743"/>
    </inkml:context>
    <inkml:brush xml:id="br0">
      <inkml:brushProperty name="width" value="0.05" units="cm"/>
      <inkml:brushProperty name="height" value="0.05" units="cm"/>
    </inkml:brush>
  </inkml:definitions>
  <inkml:trace contextRef="#ctx0" brushRef="#br0">1 29 3865,'0'0'5430,"10"1"-3320,24-1-1260,-1-1 0,0-1 0,62-14 0,-42 7-177,-19 7-977,-28 2-643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2.035"/>
    </inkml:context>
    <inkml:brush xml:id="br0">
      <inkml:brushProperty name="width" value="0.05" units="cm"/>
      <inkml:brushProperty name="height" value="0.05" units="cm"/>
    </inkml:brush>
  </inkml:definitions>
  <inkml:trace contextRef="#ctx0" brushRef="#br0">157 0 2200,'0'0'9508,"-9"5"-13818,-1 2 4183,0 1 0,1-1 1,0 2-1,1 0 1,-1 0-1,2 0 0,-1 1 1,2 0-1,-1 0 1,1 1-1,1 0 0,0 0 1,-5 17-1,-2 14-287,3 1-1,-5 56 1,12-74 441,1 0-1,1 0 1,1-1-1,1 1 0,9 38 1,-9-53 167,0-1 1,1 0-1,1 0 0,-1 0 1,1 0-1,1-1 0,-1 0 1,2 0-1,-1 0 0,1 0 1,0-1-1,1 0 0,-1 0 1,1 0-1,1-1 0,-1 0 1,14 7 2277,-18-13-1443,-2 0-1725</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3.132"/>
    </inkml:context>
    <inkml:brush xml:id="br0">
      <inkml:brushProperty name="width" value="0.05" units="cm"/>
      <inkml:brushProperty name="height" value="0.05" units="cm"/>
    </inkml:brush>
  </inkml:definitions>
  <inkml:trace contextRef="#ctx0" brushRef="#br0">119 22 2208,'0'0'3865,"-13"9"-3867,5-1-153,0-1 0,1 1 1,-1 1-1,2-1 0,-1 1 0,1 0 1,1 1-1,0-1 0,-7 17 1,4-2-25,1 0 1,1 1-1,1 0 0,2 0 1,-2 46-1,5-60 330,1 0 1,0 0-1,1 0 0,0 0 0,1 0 0,8 20 0,-8-25 48,0 0-1,0 0 1,1 0-1,0 0 1,0-1-1,1 0 1,-1 0-1,1 0 1,0 0-1,0 0 1,1-1-1,6 4 1,-9-6 28,1 0 1,0 0-1,0-1 0,-1 1 1,1-1-1,0 0 1,0 0-1,1 0 0,-1 0 1,0-1-1,0 0 1,0 0-1,0 0 0,1 0 1,-1 0-1,0-1 1,0 0-1,0 0 0,0 0 1,0 0-1,0-1 1,0 0-1,-1 0 0,1 0 1,-1 0-1,1 0 1,-1-1-1,1 1 0,4-6 1,-1 1 27,0 0 0,-1-1 0,0 0 0,0 0 0,-1 0 0,0-1 0,0 0 0,-1 0 0,0 0 0,0 0 0,2-13 0,-1-2-148,-2 1 0,0-1-1,-2 1 1,-3-44 0,1 52-146,-1 1 0,0-1 0,-1 1 0,-1 0 0,0 0 0,-1 1 0,-1-1 0,0 1 0,-9-14 0,13 23-148,-1 0 0,0 0 0,0 0 0,0 1 0,-1-1 1,1 1-1,-1 0 0,0 0 0,0 0 0,0 1 0,0-1 0,-1 1 0,1 0 0,0 0 0,-1 1 1,0-1-1,1 1 0,-1 0 0,0 0 0,0 0 0,1 1 0,-1 0 0,0 0 0,0 0 0,0 0 0,-7 2 1,-11 5-2123</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3.491"/>
    </inkml:context>
    <inkml:brush xml:id="br0">
      <inkml:brushProperty name="width" value="0.05" units="cm"/>
      <inkml:brushProperty name="height" value="0.05" units="cm"/>
    </inkml:brush>
  </inkml:definitions>
  <inkml:trace contextRef="#ctx0" brushRef="#br0">8 0 5905,'-8'6'8127</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4.147"/>
    </inkml:context>
    <inkml:brush xml:id="br0">
      <inkml:brushProperty name="width" value="0.05" units="cm"/>
      <inkml:brushProperty name="height" value="0.05" units="cm"/>
    </inkml:brush>
  </inkml:definitions>
  <inkml:trace contextRef="#ctx0" brushRef="#br0">1 39 2128,'260'-38'11124,"-258"38"-10780,-2 5-792,-1-1 1,0 1-1,0 0 0,-1 0 0,0-1 0,1 1 0,-1-1 1,-1 1-1,1-1 0,-1 0 0,0 0 0,-5 6 0,-49 52 1285,30-35-1077,-39 42 412,65-68-265,7-1 633,25 0-58,-1 1 1,45 8-1,-67-8-539,1 1 0,0 0 0,-1 1 0,1 0 0,-1 0 0,0 1 0,0 0 0,0 0 0,0 1 0,-1 0 0,0 0 0,0 1 0,11 12 0,-16-16 3,0 0-1,0 1 1,0-1-1,-1 1 1,1-1-1,-1 1 1,0 0-1,1-1 1,-1 1-1,-1 0 1,1 0-1,0 0 1,-1 0-1,1 0 1,-1 0-1,0 0 1,0 0-1,-1 6 1,0-5 0,0 0 1,-1-1 0,1 1-1,-1 0 1,0-1-1,0 1 1,0-1-1,0 0 1,-1 0 0,0 0-1,1 0 1,-6 4-1,-6 4 29,-1-1-1,0 0 1,-1-1-1,0-1 1,-20 7-1,-32 9-411,38-16-521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4.338"/>
    </inkml:context>
    <inkml:brush xml:id="br0">
      <inkml:brushProperty name="width" value="0.05" units="cm"/>
      <inkml:brushProperty name="height" value="0.05" units="cm"/>
    </inkml:brush>
  </inkml:definitions>
  <inkml:trace contextRef="#ctx0" brushRef="#br0">0 1 248</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4.568"/>
    </inkml:context>
    <inkml:brush xml:id="br0">
      <inkml:brushProperty name="width" value="0.05" units="cm"/>
      <inkml:brushProperty name="height" value="0.05" units="cm"/>
    </inkml:brush>
  </inkml:definitions>
  <inkml:trace contextRef="#ctx0" brushRef="#br0">1 246 328,'0'9'223,"0"0"0,1 0 0,0 0-1,0 0 1,1 0 0,0 0 0,1 0 0,7 16 0,-8-21-32,0-1-1,0 0 1,0 0 0,0 0 0,1 0 0,0 0-1,-1-1 1,1 1 0,0-1 0,0 1 0,0-1 0,0 0-1,1 0 1,-1-1 0,1 1 0,-1-1 0,1 1-1,-1-1 1,1 0 0,0 0 0,0-1 0,-1 1 0,1-1-1,5 0 1,-2 0-43,-1-1 0,1 1 0,-1-1 0,1-1 0,-1 1-1,1-1 1,-1 0 0,0-1 0,0 1 0,0-1 0,0 0 0,-1-1 0,1 1-1,6-7 1,-5 4 63,0-1 0,0-1 1,-1 1-1,0-1 0,0 0 0,-1-1 0,0 1 0,0-1 0,3-10 0,-3 8-118,-1 0-1,-1 0 1,0-1 0,0 1-1,-1-1 1,-1 0 0,0 1-1,-1-1 1,0 0 0,0 0-1,-1 0 1,-1 1-1,0-1 1,-1 0 0,0 1-1,-8-19 1,9 27-235,0 0 0,0-1 0,0 1 1,-1 0-1,1 0 0,-1 0 0,0 0 0,0 0 0,0 1 0,0-1 0,0 1 0,0 0 1,-1 0-1,1 0 0,-1 1 0,0-1 0,1 1 0,-1-1 0,0 1 0,0 1 1,0-1-1,-4 0 0,-30 2-1985</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4.977"/>
    </inkml:context>
    <inkml:brush xml:id="br0">
      <inkml:brushProperty name="width" value="0.05" units="cm"/>
      <inkml:brushProperty name="height" value="0.05" units="cm"/>
    </inkml:brush>
  </inkml:definitions>
  <inkml:trace contextRef="#ctx0" brushRef="#br0">6 9 6937,'3'-1'389,"0"0"-1,0-1 1,0 1-1,0 0 1,0 0-1,0 1 1,0-1-1,0 1 1,0 0-1,0-1 1,1 1-1,3 1 1,-5-1-369,1 1-1,0 0 1,0 0 0,0 0-1,-1 0 1,1 0 0,0 1-1,-1-1 1,1 1-1,-1 0 1,3 2 0,1 2-267,1 1-1,-1 1 1,-1-1 0,1 1 0,-2 0 0,1 1-1,4 9 1,-2 1 190,0-1 0,-1 2-1,-1-1 1,-1 1 0,-1-1-1,2 26 1,-4 121 206,-2-136-59,-2 1 0,0 0 0,-2-1 0,-13 46 0,12-61-94,1 0 1,-2 0-1,0-1 0,-1 0 0,0 0 0,-1-1 0,-1 0 1,0-1-1,-1 0 0,-17 16 0,-3-2-1740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5.928"/>
    </inkml:context>
    <inkml:brush xml:id="br0">
      <inkml:brushProperty name="width" value="0.05" units="cm"/>
      <inkml:brushProperty name="height" value="0.05" units="cm"/>
    </inkml:brush>
  </inkml:definitions>
  <inkml:trace contextRef="#ctx0" brushRef="#br0">160 20 3225,'0'0'3335,"1"-12"6061,-1 5-9757,-11 13-5606,2 2 5712,0 1 0,1 0 1,0 1-1,1-1 1,-8 14-1,2 0 244,0 1 0,-9 24 0,12-22 63,2 1 1,0 1-1,2-1 0,0 1 0,2 0 1,2 1-1,0-1 0,3 39 1,1-45 98,1 0 0,1 0 0,1 0 0,1 0 0,1-1 0,1 0 0,0 0 0,2-1 0,0 0 0,1 0 0,15 18 0,10 6 4291,-33-44-2505,-1 0-2423</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8.077"/>
    </inkml:context>
    <inkml:brush xml:id="br0">
      <inkml:brushProperty name="width" value="0.05" units="cm"/>
      <inkml:brushProperty name="height" value="0.05" units="cm"/>
    </inkml:brush>
  </inkml:definitions>
  <inkml:trace contextRef="#ctx0" brushRef="#br0">141 1 7218,'0'0'2992,"-5"0"-5178,-1 1 2084,1 1 0,-1-1-1,0 1 1,1 1 0,0-1-1,-1 1 1,1 0 0,0 0-1,1 0 1,-1 1 0,0 0-1,1 0 1,0 0 0,-5 6-1,0 0 280,1 0-1,0 1 1,1-1-1,0 1 1,-9 22-1,15-32 402,9 3 854,3 0-1179,1 0 0,0-1 0,0 0 0,0-1-1,0 0 1,20 0 0,83-6 172,-44 1-331,0 2 48,-68 1-80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8.328"/>
    </inkml:context>
    <inkml:brush xml:id="br0">
      <inkml:brushProperty name="width" value="0.05" units="cm"/>
      <inkml:brushProperty name="height" value="0.05" units="cm"/>
    </inkml:brush>
  </inkml:definitions>
  <inkml:trace contextRef="#ctx0" brushRef="#br0">73 2 3961,'-1'-1'8136,"-7"6"-11310,2 3 2909,1 0 0,0 0 0,0 1-1,1-1 1,0 1 0,0 0 0,1 0-1,-3 11 1,-1 8 286,-5 47-1,9 9 1353,3-70-1233</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8.577"/>
    </inkml:context>
    <inkml:brush xml:id="br0">
      <inkml:brushProperty name="width" value="0.05" units="cm"/>
      <inkml:brushProperty name="height" value="0.05" units="cm"/>
    </inkml:brush>
  </inkml:definitions>
  <inkml:trace contextRef="#ctx0" brushRef="#br0">0 55 8762,'0'0'4249,"2"0"-3929,27-15-232,-7 9-168,6 1 32,4 1 192,4-1 16,4 0-16,-1 1-24,-1-1-184,-8 2-408,-5 0-1425</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8.982"/>
    </inkml:context>
    <inkml:brush xml:id="br0">
      <inkml:brushProperty name="width" value="0.05" units="cm"/>
      <inkml:brushProperty name="height" value="0.05" units="cm"/>
    </inkml:brush>
  </inkml:definitions>
  <inkml:trace contextRef="#ctx0" brushRef="#br0">30 1 1488,'-3'3'163,"0"1"0,0 0 0,1 0 0,-1 0 0,1 0 0,0 0 0,0 1 1,0-1-1,0 1 0,1 0 0,-2 8 0,3-12-16,-1 1 1,1 0 0,0 0 0,0-1 0,0 1 0,0 0 0,0-1-1,0 1 1,1 0 0,-1-1 0,0 1 0,1 0 0,-1-1 0,1 1-1,0 0 1,-1-1 0,1 1 0,0-1 0,0 0 0,0 1-1,0-1 1,0 0 0,1 1 0,-1-1 0,0 0 0,0 0 0,1 0-1,-1 0 1,1 0 0,-1 0 0,1-1 0,-1 1 0,1 0 0,0-1-1,2 1 1,73 10 3025,-49-8-3130,48 11-1,-69-12-147,1 0 0,-1 1 0,0 0 0,0 0 1,0 0-1,-1 1 0,1 0 0,-1 1 0,0-1 0,0 1 0,6 7 0,-11-10 27,1-1 1,-1 1-1,0 0 0,0 0 0,0 0 0,0 0 1,0 0-1,-1 0 0,1 0 0,-1 0 0,1 0 1,-1 0-1,0 0 0,0 1 0,0-1 0,0 0 1,0 0-1,0 0 0,0 0 0,-1 0 0,1 0 1,-1 1-1,0-1 0,1 0 0,-1 0 0,0-1 1,0 1-1,0 0 0,-1 0 0,1 0 0,0-1 0,-3 3 1,-2 4 2,-1-1 1,0 0 0,0-1-1,-1 1 1,-14 7-1,-8 3-44,0-2-1,-53 19 1,48-20-962</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9.336"/>
    </inkml:context>
    <inkml:brush xml:id="br0">
      <inkml:brushProperty name="width" value="0.05" units="cm"/>
      <inkml:brushProperty name="height" value="0.05" units="cm"/>
    </inkml:brush>
  </inkml:definitions>
  <inkml:trace contextRef="#ctx0" brushRef="#br0">115 1 4457,'0'0'2399,"2"7"-5149,10 27 2294,-2 0 0,-2 1 0,0 0 0,2 41-1,-8-41 745,-1 0-1,-1-1 1,-2 1-1,-1-1 1,-2 1-1,-2-1 0,-19 61 1,22-84-87,0 1 1,-1-1 0,-1 0-1,0-1 1,0 1-1,-1-1 1,0 0 0,-1-1-1,0 0 1,0 0-1,-1-1 1,-16 12-1,4-7-225</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39.911"/>
    </inkml:context>
    <inkml:brush xml:id="br0">
      <inkml:brushProperty name="width" value="0.05" units="cm"/>
      <inkml:brushProperty name="height" value="0.05" units="cm"/>
    </inkml:brush>
  </inkml:definitions>
  <inkml:trace contextRef="#ctx0" brushRef="#br0">141 20 5921,'0'-1'149,"0"0"0,0 0-1,0 0 1,0 0 0,0 1 0,0-1-1,0 0 1,-1 0 0,1 0-1,0 0 1,0 0 0,-1 1-1,1-1 1,-1 0 0,1 0 0,-1 1-1,1-1 1,-1 0 0,1 1-1,-1-1 1,0 0 0,1 1 0,-1-1-1,-1 0 1,1 2-193,-1-1-1,1 1 1,0 0 0,-1-1-1,1 1 1,0 0 0,0 0-1,-1 0 1,1-1 0,0 1-1,0 1 1,0-1 0,0 0-1,-1 1 1,-5 7-209,1-1 0,0 1 0,0 0 0,0 1 1,1-1-1,-4 12 0,-20 66-477,18-52 536,4-13 234,2 0 0,0 0-1,-3 39 1,7-49 109,1 1 0,0-1 0,1 1 0,0-1 0,1 1 0,1-1 0,0 0 0,6 16 0,6 5 225</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0.474"/>
    </inkml:context>
    <inkml:brush xml:id="br0">
      <inkml:brushProperty name="width" value="0.05" units="cm"/>
      <inkml:brushProperty name="height" value="0.05" units="cm"/>
    </inkml:brush>
  </inkml:definitions>
  <inkml:trace contextRef="#ctx0" brushRef="#br0">279 37 9682,'-4'-4'2,"-1"0"0,1 1 0,-1 0 0,0-1 0,0 2 0,0-1 0,0 1 0,0-1 0,-1 1 0,1 1 0,-1-1 0,1 1 0,-1 0 0,1 0 0,-1 1 0,0-1 0,1 1 0,-1 1 0,0-1 0,0 1 0,1 0-1,-1 0 1,1 0 0,-9 4 0,4-1-38,-1 0 0,1 1 0,0 1 0,0 0 0,1 0 0,-1 0 0,1 1 0,-12 13 0,17-17 46,1 0 0,0 0 0,0 1 0,0-1 0,1 1 0,-1-1 0,1 1-1,0 0 1,0 0 0,0 0 0,0 0 0,1 0 0,-1 0 0,1 1 0,0-1 0,1 0 0,-1 1 0,1-1-1,0 0 1,0 1 0,0-1 0,0 1 0,1-1 0,0 0 0,1 5 0,-1-6 6,0 0 0,0-1-1,1 1 1,-1-1 0,0 1 0,1-1 0,0 1 0,0-1 0,0 0 0,0 0 0,0 0 0,0 0 0,0 0 0,0 0-1,1 0 1,-1-1 0,1 0 0,0 1 0,-1-1 0,1 0 0,0 0 0,0 0 0,-1 0 0,1-1 0,0 1 0,0-1 0,0 0-1,0 0 1,0 0 0,0 0 0,0 0 0,-1-1 0,1 1 0,0-1 0,3-1 0,2-1 294,-1 1 1,1-2 0,-1 1-1,0-1 1,0 0 0,0-1-1,-1 0 1,1 0 0,-1 0-1,0 0 1,8-11 0,-8 7 219,0-1 1,-1 0 0,6-12 0,-7 13-181,0 1 1,1-1-1,10-14 0,-14 22-263,-4 133-8873,1 57 9382,3-50 465,-1-138-1299</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0.644"/>
    </inkml:context>
    <inkml:brush xml:id="br0">
      <inkml:brushProperty name="width" value="0.05" units="cm"/>
      <inkml:brushProperty name="height" value="0.05" units="cm"/>
    </inkml:brush>
  </inkml:definitions>
  <inkml:trace contextRef="#ctx0" brushRef="#br0">1 2 11370,'0'0'6298,"0"-1"-7282</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1.190"/>
    </inkml:context>
    <inkml:brush xml:id="br0">
      <inkml:brushProperty name="width" value="0.05" units="cm"/>
      <inkml:brushProperty name="height" value="0.05" units="cm"/>
    </inkml:brush>
  </inkml:definitions>
  <inkml:trace contextRef="#ctx0" brushRef="#br0">92 34 9394,'0'0'1216,"0"0"-1269,-1 0 26,1 0 0,0 0-1,0 0 1,0 0-1,-1-1 1,1 1-1,0 0 1,0 0-1,-1 0 1,1 0-1,0 0 1,0 0 0,0 0-1,-1 0 1,1 0-1,0 0 1,0 0-1,-1 0 1,1 1-1,0-1 1,0 0-1,0 0 1,-1 0-1,1 0 1,0 0 0,0 0-1,0 0 1,-1 1-1,1-1 1,0 0-1,0 0 1,0 0-1,0 0 1,-1 1-1,1-1 1,0 0 0,0 0-1,0 0 1,0 1-1,0-1 1,0 0-1,0 0 1,0 1-1,0-1 1,0 0-1,0 0 1,0 0-1,0 1 1,0-1 0,0 0-1,0 0 1,0 1-1,0-1 1,0 0-1,-2 6 19,1-1-1,0 0 1,0 0 0,0 1-1,1-1 1,-1 0-1,1 1 1,0-1-1,1 1 1,0-1 0,0 0-1,0 1 1,0-1-1,1 0 1,-1 0-1,1 0 1,3 5 0,9 16 156,0-1 1,20 26-1,7 12 156,-38-59-338,-1 1 0,1 0 0,-1 0 0,0 0 0,0 0 0,-1 0 0,0 1 0,0-1 0,0 0 1,0 1-1,-1-1 0,0 1 0,-1 7 0,0-9 5,0 0 0,0 0 0,0-1 0,-1 1 1,0 0-1,0-1 0,0 0 0,0 1 0,0-1 1,-1 0-1,0 0 0,1 0 0,-1 0 1,0-1-1,0 1 0,-1-1 0,1 0 0,0 0 1,-6 2-1,6-1 35,-1-1 1,0-1-1,0 1 1,1 0-1,-1-1 1,0 0-1,0 0 1,0 0-1,0 0 1,-1-1-1,1 0 1,0 0-1,0 0 1,0 0-1,0-1 1,0 1-1,0-1 1,0 0-1,0 0 1,0 0-1,0-1 1,0 0-1,0 1 1,1-1-1,-1-1 1,-4-3-1,3 2 124,0-1 0,1 0-1,0 0 1,0 0 0,0 0 0,1-1-1,-1 0 1,2 0 0,-1 0-1,0 0 1,1 0 0,0 0-1,1 0 1,-1-1 0,1 1 0,0-10-1,1 5-204,0-1-1,1 1 0,0-1 0,1 1 1,0 0-1,0 0 0,2 0 0,-1 0 1,1 0-1,1 0 0,0 1 0,1 0 0,0 0 1,0 1-1,13-16 0,9-5 434,1 1 0,1 2 0,35-25 0,-61 49-201,5-4-344</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1.594"/>
    </inkml:context>
    <inkml:brush xml:id="br0">
      <inkml:brushProperty name="width" value="0.05" units="cm"/>
      <inkml:brushProperty name="height" value="0.05" units="cm"/>
    </inkml:brush>
  </inkml:definitions>
  <inkml:trace contextRef="#ctx0" brushRef="#br0">178 0 6065,'0'0'76,"-4"6"-900,-33 42-1056,-30 54-1,56-84 2011,0 2 0,2-1-1,0 2 1,2-1-1,0 1 1,-7 33-1,13-45 110,1-1 0,0 0 1,0 0-1,0 1 0,1-1 0,1 0 0,-1 0 0,1 0 0,0 0 1,1 0-1,0 0 0,0 0 0,8 12 0,-9-17-114,1 1-1,-1-1 1,1 0 0,-1 0-1,1 0 1,0 0 0,0 0-1,0-1 1,0 1 0,1-1-1,-1 0 1,1 0 0,-1 0 0,1 0-1,0-1 1,0 1 0,0-1-1,0 0 1,0 0 0,0-1-1,0 1 1,0-1 0,0 0-1,0 0 1,0 0 0,0-1-1,0 1 1,0-1 0,7-2-1,-1-1 50,-1 0 0,1-1 1,-1 0-1,0 0 0,0-1 0,0-1 0,-1 1 0,0-1 0,-1-1 0,1 1 0,-1-1 0,7-11 0,-6 7 301,0 1 0,-1-1 1,-1 0-1,0-1 0,0 1 0,-1-1 1,-1 0-1,0 0 0,2-16 0,-5 23-536,-1 0 0,0 0-1,0-1 1,0 1-1,-1 0 1,1 0 0,-2 0-1,1 0 1,-1 0 0,1 1-1,-2-1 1,1 0 0,-1 1-1,1-1 1,-2 1 0,1 0-1,0 0 1,-1 0 0,0 0-1,-6-4 1,-36-25-2742</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3.963"/>
    </inkml:context>
    <inkml:brush xml:id="br0">
      <inkml:brushProperty name="width" value="0.05" units="cm"/>
      <inkml:brushProperty name="height" value="0.05" units="cm"/>
    </inkml:brush>
  </inkml:definitions>
  <inkml:trace contextRef="#ctx0" brushRef="#br0">304 58 8650,'-5'-56'7460,"-5"54"-9707,2 2 2070,0 0 1,0 1-1,0-1 0,0 1 1,0 1-1,0 0 0,0 0 1,0 0-1,1 1 0,-1 0 1,1 1-1,0-1 0,0 2 1,-9 5-1,1 1 105,-1-1 0,2 2 0,-1 0 0,2 1 0,-1 0 0,-18 26 0,26-30 1,0 0 0,1 1-1,0 0 1,1 0-1,0 0 1,0 1-1,1-1 1,0 1 0,1 0-1,0-1 1,1 1-1,0 20 1,4 13 72,13 64 0,-9-69 167,5 80 0,-12-112-168,-1-1-1,1 0 0,-1 1 1,0-1-1,-1 0 0,0 0 1,1 1-1,-2-1 1,-3 8-1,-6 6-734</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4.197"/>
    </inkml:context>
    <inkml:brush xml:id="br0">
      <inkml:brushProperty name="width" value="0.05" units="cm"/>
      <inkml:brushProperty name="height" value="0.05" units="cm"/>
    </inkml:brush>
  </inkml:definitions>
  <inkml:trace contextRef="#ctx0" brushRef="#br0">0 119 8010,'0'-6'3616,"0"4"-3263,15-19-25,11 9-24,9 0-80,12 0 64,3-2 8,9 5-296,-2 0 0,0 1-400,1 4-312,-6-1-1209,-2 0-1319</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4.680"/>
    </inkml:context>
    <inkml:brush xml:id="br0">
      <inkml:brushProperty name="width" value="0.05" units="cm"/>
      <inkml:brushProperty name="height" value="0.05" units="cm"/>
    </inkml:brush>
  </inkml:definitions>
  <inkml:trace contextRef="#ctx0" brushRef="#br0">90 0 5681,'0'0'2182,"-2"8"-2345,-81 326-1226,79-315 1551,10-25 2566,21-25-4597,18-24-643,84-96-918,-121 141 4786,-11 12 254,-17 20-366,16-18-1660,-15 17 613,1 0 0,-20 30-1,34-45-138,0-1 0,1 0 0,0 1 0,0 0 0,1-1 0,0 1 0,0 0 0,0 0 0,1 0-1,-1 1 1,1-1 0,1 0 0,-1 1 0,1-1 0,0 0 0,2 11 0,-1-14 59,0 0 0,1 0 1,-1-1-1,0 1 1,1-1-1,0 1 0,-1-1 1,1 1-1,0-1 0,0 0 1,0 0-1,0 0 0,1 0 1,-1-1-1,1 1 0,-1-1 1,1 1-1,3 1 0,2 0 66,0 0 0,1-1 0,-1 1 0,17 1 0,18-1-604</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2.730"/>
    </inkml:context>
    <inkml:brush xml:id="br0">
      <inkml:brushProperty name="width" value="0.05" units="cm"/>
      <inkml:brushProperty name="height" value="0.05" units="cm"/>
    </inkml:brush>
  </inkml:definitions>
  <inkml:trace contextRef="#ctx0" brushRef="#br0">0 25 4385,'0'0'3602,"16"1"2771,62-1-5684,-35-1-542,-1-3 0,81-17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3.059"/>
    </inkml:context>
    <inkml:brush xml:id="br0">
      <inkml:brushProperty name="width" value="0.05" units="cm"/>
      <inkml:brushProperty name="height" value="0.05" units="cm"/>
    </inkml:brush>
  </inkml:definitions>
  <inkml:trace contextRef="#ctx0" brushRef="#br0">1 21 4673,'0'0'9043,"9"0"-8475,299-19 897,-296 17-2563</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5.244"/>
    </inkml:context>
    <inkml:brush xml:id="br0">
      <inkml:brushProperty name="width" value="0.05" units="cm"/>
      <inkml:brushProperty name="height" value="0.05" units="cm"/>
    </inkml:brush>
  </inkml:definitions>
  <inkml:trace contextRef="#ctx0" brushRef="#br0">27 0 5553,'0'0'8967,"-1"5"-12163,-6 38 1510,0 57 1,1-25 1724,3-34 377,1 0 1,5 66-1,1-89-836,3-4-1271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5.834"/>
    </inkml:context>
    <inkml:brush xml:id="br0">
      <inkml:brushProperty name="width" value="0.05" units="cm"/>
      <inkml:brushProperty name="height" value="0.05" units="cm"/>
    </inkml:brush>
  </inkml:definitions>
  <inkml:trace contextRef="#ctx0" brushRef="#br0">1 79 9202,'0'0'1148,"3"-8"1809,4 2-2927,-1 0 0,1 0 0,0 0 1,0 1-1,1 0 0,-1 0 0,1 1 0,0 0 0,1 1 1,-1 0-1,1 0 0,-1 0 0,16-1 0,-11 1-105,0 1 1,0 0-1,0 1 0,0 1 0,1 0 1,-1 1-1,0 0 0,0 1 0,16 5 0,-25-6-63,0 0-1,0 1 0,-1 0 0,1 0 1,0 0-1,0 0 0,-1 1 0,0 0 1,1-1-1,-1 1 0,0 0 0,0 1 1,4 5-1,-6-7 94,0 0-1,0 0 1,0 0 0,-1 0 0,1 0 0,-1 0 0,1 0 0,-1 0 0,0 0-1,0 0 1,1 0 0,-1 0 0,-1 0 0,1 0 0,0 0 0,0 0-1,-1 0 1,0 0 0,1 0 0,-1 0 0,0 0 0,0 0 0,0 0-1,0 0 1,0-1 0,0 1 0,0 0 0,-1-1 0,1 1 0,-2 1-1,-9 7 45,0 1 0,0-2 0,-1 1 0,-25 13 0,-61 24 112,79-39-213,18-7 62,7 0-1492,24 0 1551,0 2 0,32 7 1,-53-9-121,0 1 1,-1 0 0,1 1-1,-1 0 1,0 0 0,1 0-1,-1 1 1,-1 0 0,1 0-1,-1 1 1,0 0 0,0 0-1,10 11 1,-15-14 30,1 0-1,-1 0 1,0 0 0,0 0-1,0 0 1,0 0 0,0 1-1,0-1 1,-1 0 0,1 1-1,-1-1 1,1 0 0,-1 1-1,0-1 1,0 1 0,0-1-1,0 0 1,0 1 0,-2 3-1,1-2 58,-1 1-1,0-1 0,0 0 0,0 1 1,-1-1-1,1-1 0,-1 1 0,0 0 1,-5 5-1,-4 2 149,-1 0 1,0-1-1,-1 0 1,-24 12-1,6-5 45,-1-2-1,-43 15 1,51-23-775</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6.316"/>
    </inkml:context>
    <inkml:brush xml:id="br0">
      <inkml:brushProperty name="width" value="0.05" units="cm"/>
      <inkml:brushProperty name="height" value="0.05" units="cm"/>
    </inkml:brush>
  </inkml:definitions>
  <inkml:trace contextRef="#ctx0" brushRef="#br0">55 26 7730,'37'-9'774,"-22"5"-339,1 0 0,0 1 0,0 0 0,0 2 0,1 0 0,-1 0 0,30 4 0,-44-2-506,-1-1 0,1 1 1,-1-1-1,1 1 0,-1 0 1,1-1-1,-1 1 0,0 0 0,1 0 1,-1 0-1,0 0 0,0 0 1,0 0-1,1 1 0,-1-1 0,0 0 1,-1 0-1,1 1 0,0-1 1,0 1-1,-1-1 0,1 1 1,0-1-1,-1 1 0,0-1 0,1 1 1,-1 0-1,0-1 0,0 1 1,0-1-1,0 1 0,0 0 0,0-1 1,0 1-1,0-1 0,-1 1 1,1 0-1,-1-1 0,1 1 0,-2 1 1,-1 5-19,0 1 1,-1-1-1,0 0 1,0-1-1,-10 14 1,-13 11 80,-52 46 0,57-59-169,1 1 1,1 1 0,1 1 0,1 0-1,-17 29 1,33-49 604,10 1 1681,1-1-1769,-1 0 0,1-1 1,0 0-1,0-1 0,-1 0 0,1 0 1,11-3-1,70-15-204,-44 8-1507,19-2-1619</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6.536"/>
    </inkml:context>
    <inkml:brush xml:id="br0">
      <inkml:brushProperty name="width" value="0.05" units="cm"/>
      <inkml:brushProperty name="height" value="0.05" units="cm"/>
    </inkml:brush>
  </inkml:definitions>
  <inkml:trace contextRef="#ctx0" brushRef="#br0">73 0 9306,'0'0'2521,"-3"32"-8387,0-12 4930,-3 9 632,-2 1 136,-1 10 256,-1 2 136,-2 7 288,1-4 96,0-2-1016</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6.954"/>
    </inkml:context>
    <inkml:brush xml:id="br0">
      <inkml:brushProperty name="width" value="0.05" units="cm"/>
      <inkml:brushProperty name="height" value="0.05" units="cm"/>
    </inkml:brush>
  </inkml:definitions>
  <inkml:trace contextRef="#ctx0" brushRef="#br0">0 66 5329,'0'0'-3,"6"3"-373,7 5 214,-1 2 0,0-1 0,-1 2 0,0 0 0,14 17-1,44 69 636,-49-66 110,1-1 0,39 42 0,-59-70-355,1 0-1,-1-1 1,1 1 0,-1 0 0,1-1 0,0 1 0,0-1 0,0 0 0,0 0-1,0 0 1,0 0 0,0 0 0,0 0 0,1 0 0,2 0 0,-3-1 21,0-1 1,0 0-1,-1 0 1,1 1-1,0-1 1,-1 0-1,1-1 1,-1 1-1,1 0 1,-1 0 0,1-1-1,-1 1 1,0 0-1,0-1 1,1 0-1,-1 1 1,0-1-1,1-3 1,24-32 1085,-16 22-960,0 0-1,0 0 0,-1-1 1,12-31-1,-4-4-210,2 0-1,30-55 1,-40 88-1718</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7.972"/>
    </inkml:context>
    <inkml:brush xml:id="br0">
      <inkml:brushProperty name="width" value="0.05" units="cm"/>
      <inkml:brushProperty name="height" value="0.05" units="cm"/>
    </inkml:brush>
  </inkml:definitions>
  <inkml:trace contextRef="#ctx0" brushRef="#br0">22 118 2833,'-4'-12'1436,"0"0"1,0 0-1,1 0 1,1-1-1,0 1 0,1-1 1,0-18 2211,1 36-7319,13 268-1718,4 51 5724,35 261 1829</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8.777"/>
    </inkml:context>
    <inkml:brush xml:id="br0">
      <inkml:brushProperty name="width" value="0.05" units="cm"/>
      <inkml:brushProperty name="height" value="0.05" units="cm"/>
    </inkml:brush>
  </inkml:definitions>
  <inkml:trace contextRef="#ctx0" brushRef="#br0">1 148 2032,'-1'0'7267,"7"2"-7101,11 1 354,0 0 0,0-1 0,1-1 0,-1-1 0,1 0 1,32-5-1,13 0-44,425-12 1229,-213 4-1354,48 0-243,192 13-38,162-2 133,-266-17-97,-137 4-302,270-12-435,231-9 238,-621 29-8</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49.336"/>
    </inkml:context>
    <inkml:brush xml:id="br0">
      <inkml:brushProperty name="width" value="0.05" units="cm"/>
      <inkml:brushProperty name="height" value="0.05" units="cm"/>
    </inkml:brush>
  </inkml:definitions>
  <inkml:trace contextRef="#ctx0" brushRef="#br0">52 149 3257,'5'-66'5317,"-2"46"-4697,-1 1 0,-1-24 0,-13 130-4940,2-22 3451,-14 433 232,19-296 858,-7-1 4179,12-199-4691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50.863"/>
    </inkml:context>
    <inkml:brush xml:id="br0">
      <inkml:brushProperty name="width" value="0.05" units="cm"/>
      <inkml:brushProperty name="height" value="0.05" units="cm"/>
    </inkml:brush>
  </inkml:definitions>
  <inkml:trace contextRef="#ctx0" brushRef="#br0">228 224 2272,'-58'-40'2754,"44"29"-1889,0 0 0,-28-14 1,38 23-912,0 0 1,-1 0 0,1 1 0,0 0-1,0 0 1,-1 0 0,1 0-1,-1 1 1,1-1 0,-1 1 0,1 1-1,-1-1 1,1 0 0,0 1-1,-1 0 1,1 0 0,0 0 0,-1 1-1,1-1 1,-6 4 0,9-4 73,0 0 557,8 5 1,2-2-326,0-1 1,0 1-1,0-1 1,0-1 0,1 0-1,-1 0 1,19 0 0,79-3 585,-44-1-533,207 9 422,159-4 1015,-56-38 1099,-41-5-2103,-189 19-464,309-13 142,237 23-40,-16-7-59,-405 11-339,-138 5 22,281 3 16,-6 1 640,-308-11-684</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6.217"/>
    </inkml:context>
    <inkml:brush xml:id="br0">
      <inkml:brushProperty name="width" value="0.05" units="cm"/>
      <inkml:brushProperty name="height" value="0.05" units="cm"/>
      <inkml:brushProperty name="color" value="#004F8B"/>
    </inkml:brush>
  </inkml:definitions>
  <inkml:trace contextRef="#ctx0" brushRef="#br0">346 244 3217,'9'-26'849,"-1"6"1267,-2 1 0,4-21 0,-9 33-1722,0 1 0,-1-1 0,0 1 0,0 0 0,0-1 0,0 1 0,-1-1-1,0 1 1,-1 0 0,-3-11 0,3 13-503,0 0-1,0 0 1,0 1 0,-1-1-1,1 1 1,-1 0-1,0 0 1,0 0 0,0 0-1,0 0 1,-1 1 0,1-1-1,-1 1 1,1 0-1,-1 0 1,0 0 0,0 1-1,0-1 1,0 1 0,0 0-1,0 0 1,0 0-1,-1 1 1,1 0 0,0-1-1,-6 2 1,-2-1-243,1 1 0,0 0 1,0 1-1,0 0 0,0 1 1,0 0-1,1 1 0,-20 9 1,22-9 274,0 1 0,1 0 1,-1 0-1,1 0 0,0 1 1,1 0-1,-1 0 1,1 1-1,0-1 0,1 2 1,-1-1-1,2 0 1,-1 1-1,1 0 0,0 0 1,0 0-1,-4 18 1,-5 27 5,3 1 1,-7 99-1,13-113 20,2 21 188,2 0-1,16 114 1,-10-129-107,8 129 366,-13-143-183,-1 1 0,-2-1 0,-9 46 0,-5-28-61,8-37-753</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6.734"/>
    </inkml:context>
    <inkml:brush xml:id="br0">
      <inkml:brushProperty name="width" value="0.05" units="cm"/>
      <inkml:brushProperty name="height" value="0.05" units="cm"/>
      <inkml:brushProperty name="color" value="#004F8B"/>
    </inkml:brush>
  </inkml:definitions>
  <inkml:trace contextRef="#ctx0" brushRef="#br0">0 51 2361,'0'0'7534,"8"-2"-7428,34-8-37,0 2-1,53-3 1,95 4-188,40-5 760,-228 12 830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7.417"/>
    </inkml:context>
    <inkml:brush xml:id="br0">
      <inkml:brushProperty name="width" value="0.05" units="cm"/>
      <inkml:brushProperty name="height" value="0.05" units="cm"/>
      <inkml:brushProperty name="color" value="#004F8B"/>
    </inkml:brush>
  </inkml:definitions>
  <inkml:trace contextRef="#ctx0" brushRef="#br0">240 19 8090,'0'0'5196,"-13"-6"-6565,0 3 1164,0 0-1,0 0 0,-1 2 0,1 0 1,-1 0-1,0 1 0,1 1 1,-1 0-1,1 0 0,0 2 0,-22 6 1,28-7 26,-17 9-202,23-11 371,0 1 1,0 0 0,1 0 0,-1-1 0,1 1 0,-1 0 0,0 0 0,1 0 0,0 0 0,-1 0 0,1 0 0,0 0 0,-1-1 0,1 1 0,0 0 0,0 0 0,0 0-1,0 1 1,0-1 0,0 0 0,0 0 0,0 0 0,0 0 0,0 0 0,0 0 0,1-1 0,-1 1 0,1 2 0,12 30 256,-6-23 56,-6-10-289,16 7 293,0 0 1,1-1-1,0-1 0,22 3 1,-24-5-339,-1 0 1,1 1 0,-1 1-1,0 0 1,0 1-1,0 0 1,16 11 0,-28-15-37,0 1 0,0-1 0,-1 1 0,1 0 0,-1 0 0,1 0 1,-1 1-1,0-1 0,0 0 0,-1 1 0,1 0 0,-1-1 0,1 1 1,-1 0-1,0 0 0,-1-1 0,1 1 0,-1 0 0,1 0 0,-1 0 1,0 0-1,-1 0 0,1 0 0,-1 0 0,1-1 0,-1 1 0,0 0 0,-3 6 1,1-1 69,-1 0 1,0 0 0,-1-1 0,1 1-1,-2-1 1,1 0 0,-1 0 0,0-1-1,-1 0 1,-10 10 0,10-12 91,-1 0 1,1-1 0,-1 1-1,0-1 1,0-1-1,-1 0 1,1 0 0,-1 0-1,1-1 1,-1-1-1,0 1 1,-10-1 0,14-1-52,0 1 0,0-1 0,-1-1 0,1 1 1,0-1-1,0 0 0,0 0 0,0-1 0,0 1 1,0-1-1,0 0 0,1-1 0,-1 1 0,1-1 1,-1 0-1,1 0 0,0 0 0,0 0 0,0-1 1,1 0-1,-6-7 0,-3-8-899</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7.855"/>
    </inkml:context>
    <inkml:brush xml:id="br0">
      <inkml:brushProperty name="width" value="0.05" units="cm"/>
      <inkml:brushProperty name="height" value="0.05" units="cm"/>
      <inkml:brushProperty name="color" value="#004F8B"/>
    </inkml:brush>
  </inkml:definitions>
  <inkml:trace contextRef="#ctx0" brushRef="#br0">1 51 2833,'0'0'6397,"9"-1"-5139,82-20 1282,-1 0-1263,-31 14-3427,-41 7-659</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8.060"/>
    </inkml:context>
    <inkml:brush xml:id="br0">
      <inkml:brushProperty name="width" value="0.05" units="cm"/>
      <inkml:brushProperty name="height" value="0.05" units="cm"/>
      <inkml:brushProperty name="color" value="#004F8B"/>
    </inkml:brush>
  </inkml:definitions>
  <inkml:trace contextRef="#ctx0" brushRef="#br0">1 2 1160,'0'0'7130,"27"9"-5698,-7-9-104,13-1-615,4-4-489,14 1-1689</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8.961"/>
    </inkml:context>
    <inkml:brush xml:id="br0">
      <inkml:brushProperty name="width" value="0.05" units="cm"/>
      <inkml:brushProperty name="height" value="0.05" units="cm"/>
      <inkml:brushProperty name="color" value="#004F8B"/>
    </inkml:brush>
  </inkml:definitions>
  <inkml:trace contextRef="#ctx0" brushRef="#br0">1 497 7282,'0'0'7776,"17"-15"-6932,-5 4-780,-1 1 1,-1-1-1,0-1 0,-1 0 1,0-1-1,-1 1 0,8-16 1,-2-10-357,-1-1 0,-2 0 0,-2-1 0,-2 1 0,5-66-1,-14 85 485,1-2-3351,-7 40 938,7-16 2149,-1 1 0,1-1 0,0 0 0,0 1 0,0-1 0,0 1 0,0-1 0,1 1 0,-1 3 1,-6 56-6,3 0 1,3 1-1,9 94 1,-7-148 204,1 0 0,0 0 0,0 0 0,1 0 1,6 13-1,-8-20-34,0 0 0,0 0-1,1 0 1,-1 0 0,0 0 0,1 0 0,-1 0 0,1 0 0,0-1 0,0 1 0,0-1 0,0 1 0,0-1 0,0 0 0,0 0 0,0 0 0,0 0-1,0 0 1,0 0 0,1-1 0,-1 1 0,0-1 0,1 1 0,-1-1 0,0 0 0,5 0 0,7-2 21,0-1-1,0 0 1,-1-1-1,1-1 1,-1 0 0,0-1-1,0 0 1,0-1 0,20-15-1,-14 9-82,-2-1-1,0-1 1,-1-1-1,0 0 0,21-28 1,-28 29-49,0 0 0,-1 0 1,-1 0-1,0-1 0,-1 0 0,-1 0 1,-1-1-1,0 0 0,-1 0 0,-1 0 1,0 0-1,-1 0 0,-1 0 0,-1 0 1,0 0-1,-1 0 0,-6-19 0,8 35-84,0 0-1,0-1 1,0 1-1,-1 0 1,1 0 0,-1 0-1,1-1 1,-1 1-1,1 0 1,-1 0-1,0 0 1,1 0-1,-1 0 1,0 0-1,0 0 1,0 0-1,0 1 1,0-1-1,0 0 1,0 0-1,0 1 1,0-1-1,0 1 1,0-1-1,0 1 1,-1-1-1,1 1 1,-2-1 0,2 2-9,-1-1 1,0 1 0,1-1 0,-1 1 0,0-1 0,1 1 0,-1 0 0,1 0 0,-1 0 0,1 0 0,-1 0 0,1 0 0,0 0 0,-1 0 0,1 1 0,0-1 0,-1 2 0,-1 3-29,0 0-1,1 0 0,0 0 1,0 0-1,1 0 0,-1 0 1,1 1-1,1-1 0,-1 13 1,-1 4-17,-17 196-485,-1 12 1966,18-222-2050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39.549"/>
    </inkml:context>
    <inkml:brush xml:id="br0">
      <inkml:brushProperty name="width" value="0.05" units="cm"/>
      <inkml:brushProperty name="height" value="0.05" units="cm"/>
      <inkml:brushProperty name="color" value="#004F8B"/>
    </inkml:brush>
  </inkml:definitions>
  <inkml:trace contextRef="#ctx0" brushRef="#br0">269 0 4465,'-15'3'272,"-1"4"-208,0 1 0,0 1 1,1 0-1,0 1 0,1 0 0,-23 22 0,30-26-19,-35 37 327,40-40-346,0 0-1,-1 0 0,1 0 1,0 1-1,1-1 1,-1 0-1,0 1 0,1-1 1,0 1-1,0 0 0,0-1 1,0 1-1,0 4 1,1-7 168,13 6 1960,4-2-1768,1-1 0,1 0-1,24 1 1,46 8 11,-81-12-553,1 2 0,-1-1 0,0 1 0,0 0 0,-1 1 0,1 0 0,13 10 0,-19-13 100,0 0-1,0 0 1,-1 1 0,1-1-1,-1 0 1,1 1-1,-1 0 1,1-1 0,-1 1-1,0 0 1,0 0-1,0 0 1,0-1 0,0 1-1,0 0 1,-1 0-1,1 0 1,-1 1 0,1-1-1,-1 0 1,0 0-1,1 3 1,-2-2 56,0-1-1,0 1 1,0-1 0,0 1-1,0-1 1,0 1 0,-1-1 0,1 0-1,-1 1 1,0-1 0,1 0-1,-1 0 1,0 0 0,-5 3-1,-6 4 40,0-1-1,-1 1 0,0-2 0,-23 9 0,21-10-232,-1 0-1,0-1 0,0-1 0,-26 3 1,35-6 218,0 0 1,-1-1 0,1 0 0,0-1-1,0 0 1,0 0 0,0 0 0,1-1-1,-1-1 1,0 1 0,1-1-1,-9-4 1,15 6-11,0 1 0,0-1 0,0 0 0,0 0 0,0 1 0,0-1 0,0 0 0,0 0 0,0 0 0,0 0 0,1 0 0,-1 0 0,0 0 0,1-1 0,-1 1 0,0 0 0,1 0 0,0 0 0,-1-1 0,1 1 0,0 0 0,-1 0 0,1-1 0,0 1 0,0 0 0,0-1 0,0 1 0,0 0 0,1 0 0,-1-1 0,0 1 0,1 0 0,-1 0 0,1-1 0,-1 1 0,1 0 0,-1 0 0,1 0 0,0 0 0,-1 0 0,1 0 0,0 0 0,0 0 0,0 0 0,0 0 0,0 0 0,0 0 0,0 1 0,0-1 0,3-1 0,18-10-1435</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0.002"/>
    </inkml:context>
    <inkml:brush xml:id="br0">
      <inkml:brushProperty name="width" value="0.05" units="cm"/>
      <inkml:brushProperty name="height" value="0.05" units="cm"/>
      <inkml:brushProperty name="color" value="#004F8B"/>
    </inkml:brush>
  </inkml:definitions>
  <inkml:trace contextRef="#ctx0" brushRef="#br0">1 0 4489,'0'0'3107,"0"7"-5427,5 152 661,-1-66 2864,-7 97 0,1-173-1319</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0.548"/>
    </inkml:context>
    <inkml:brush xml:id="br0">
      <inkml:brushProperty name="width" value="0.05" units="cm"/>
      <inkml:brushProperty name="height" value="0.05" units="cm"/>
      <inkml:brushProperty name="color" value="#004F8B"/>
    </inkml:brush>
  </inkml:definitions>
  <inkml:trace contextRef="#ctx0" brushRef="#br0">0 95 7354,'2'-2'5799,"14"0"-6239,-12 2 362,0 1 0,0-1 0,0 1 0,0 0 0,0 0 0,0 0 0,0 1 0,-1-1 0,1 1 0,0 0-1,-1 0 1,1 0 0,-1 1 0,0-1 0,0 1 0,0 0 0,0 0 0,0 0 0,4 6 0,12 21-105,-1 1 1,-2 1-1,21 57 1,19 36 688,-47-109-407,0-1 0,1 0-1,0 0 1,1-1 0,22 21 0,-9-18 3819,-20-23-2060,2-6-1612,-1 1-1,0-1 1,-1-1 0,-1 1 0,0 0-1,0-1 1,1-21 0,-2-99 419,-3 80-446,-2-76 325,0 3-3794</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1.252"/>
    </inkml:context>
    <inkml:brush xml:id="br0">
      <inkml:brushProperty name="width" value="0.05" units="cm"/>
      <inkml:brushProperty name="height" value="0.05" units="cm"/>
      <inkml:brushProperty name="color" value="#004F8B"/>
    </inkml:brush>
  </inkml:definitions>
  <inkml:trace contextRef="#ctx0" brushRef="#br0">0 1 1856,'0'0'7669,"8"0"-7300,271 17 1334,134 4-2051,-390-22-537</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1.999"/>
    </inkml:context>
    <inkml:brush xml:id="br0">
      <inkml:brushProperty name="width" value="0.05" units="cm"/>
      <inkml:brushProperty name="height" value="0.05" units="cm"/>
      <inkml:brushProperty name="color" value="#004F8B"/>
    </inkml:brush>
  </inkml:definitions>
  <inkml:trace contextRef="#ctx0" brushRef="#br0">79 0 3953,'0'0'5905,"-16"0"-6841,-47 0 2847,63 0-2082,7 7 262,9 1 28,-1-1-1,21 7 1,-19-8-113,0 1 0,0 1 0,27 16 0,-41-22-69,-1 0 0,0 0 0,0 0 0,0 0 0,0 1-1,0-1 1,0 0 0,-1 1 0,1-1 0,-1 1 0,0 0 0,0-1 0,0 1 0,0 0 0,0 0 0,0 0-1,-1 0 1,1 0 0,-1 0 0,0-1 0,0 1 0,0 0 0,0 0 0,-1 0 0,1 0 0,-1 0 0,0 0-1,0 0 1,-2 5 0,0 0-77,-1-1 0,0 1 0,0-1 0,-1 0 0,0 0 0,0 0 0,-1-1 0,0 1 0,-7 5 0,-57 36 74,64-45 19,-19 14-999</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3.601"/>
    </inkml:context>
    <inkml:brush xml:id="br0">
      <inkml:brushProperty name="width" value="0.05" units="cm"/>
      <inkml:brushProperty name="height" value="0.05" units="cm"/>
      <inkml:brushProperty name="color" value="#004F8B"/>
    </inkml:brush>
  </inkml:definitions>
  <inkml:trace contextRef="#ctx0" brushRef="#br0">12 7 1200,'0'0'618,"-11"1"7351,21 3-7887,1-1-1,0-1 1,0 0 0,0 0-1,1-1 1,-1 0-1,0-1 1,15-2-1,9 2 143,72 0 944,143-17 0,-243 17-1102,10-3-470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3.805"/>
    </inkml:context>
    <inkml:brush xml:id="br0">
      <inkml:brushProperty name="width" value="0.05" units="cm"/>
      <inkml:brushProperty name="height" value="0.05" units="cm"/>
      <inkml:brushProperty name="color" value="#004F8B"/>
    </inkml:brush>
  </inkml:definitions>
  <inkml:trace contextRef="#ctx0" brushRef="#br0">0 1 2216,'0'0'385,"2"0"519,-1 0-16,2 0 136,47 15-152,-35-9-392,1 2-167,-4 1-289,-2-1-121,-3-1-71,-3 1 24,-4 1 112,0 1 32,-4 6 136,-9 3-232</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4.565"/>
    </inkml:context>
    <inkml:brush xml:id="br0">
      <inkml:brushProperty name="width" value="0.05" units="cm"/>
      <inkml:brushProperty name="height" value="0.05" units="cm"/>
      <inkml:brushProperty name="color" value="#004F8B"/>
    </inkml:brush>
  </inkml:definitions>
  <inkml:trace contextRef="#ctx0" brushRef="#br0">63 140 152,'-7'-10'1002,"0"-1"1,-1 1-1,-1 1 1,0 0-1,-13-17 7673,21 25-8518,22-10-353,1 1-1,0 1 0,1 1 0,0 1 0,0 1 1,40-5-1,-34 10-1964</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4.754"/>
    </inkml:context>
    <inkml:brush xml:id="br0">
      <inkml:brushProperty name="width" value="0.05" units="cm"/>
      <inkml:brushProperty name="height" value="0.05" units="cm"/>
      <inkml:brushProperty name="color" value="#004F8B"/>
    </inkml:brush>
  </inkml:definitions>
  <inkml:trace contextRef="#ctx0" brushRef="#br0">0 18 3953,'2'0'5937,"-1"0"-5025,28 3-192,-5-6-151,5 1-169,9-2-576,2-1-593,4-1-2111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5.673"/>
    </inkml:context>
    <inkml:brush xml:id="br0">
      <inkml:brushProperty name="width" value="0.05" units="cm"/>
      <inkml:brushProperty name="height" value="0.05" units="cm"/>
      <inkml:brushProperty name="color" value="#004F8B"/>
    </inkml:brush>
  </inkml:definitions>
  <inkml:trace contextRef="#ctx0" brushRef="#br0">0 521 5433,'0'0'6584,"6"-5"-3216,16-19-2730,-2-1 0,0 0 0,-1-2 0,-2 0 0,23-47 0,-18 26-1048,-3-1 0,23-91 1,-39 130-299,4-19 947,-8 14-7360,-12 38 4705,9-16 2153,-1 0 1,2 1-1,-1 0 1,-2 8-1,-1 12-23,0 1-1,3-1 0,0 1 0,0 44 0,4-55 408,1 0 0,1 0 0,0 0 0,1-1-1,1 1 1,1-1 0,1 0 0,11 25 0,-16-38-24,1-1 0,0 0 0,0 0-1,0 0 1,0-1 0,1 1 0,-1 0 0,1-1 0,-1 1 0,1-1 0,0 0 0,0 0 0,0 0 0,0-1 0,0 1 0,1-1 0,-1 1 0,0-1 0,1 0 0,-1 0 0,1-1 0,-1 1 0,1-1-1,0 1 1,-1-1 0,1 0 0,-1-1 0,1 1 0,-1-1 0,1 1 0,-1-1 0,7-2 0,4-2-62,0-1 0,0-1 0,0 0-1,-1 0 1,0-1 0,17-15 0,-10 7 88,0-2 0,-2 0 0,0-1 0,-1-1 0,-1-1 0,-1 0 0,-1-1 0,-1-1 0,-1 0 0,-1-1 0,-1 0 0,-1 0 0,-1-1 0,8-42-1,-15 63-39,0-1 0,0 0 0,-1 0 0,0 0-1,0 1 1,0-1 0,-1 0 0,1 0-1,-1 1 1,0-1 0,0 0 0,-1 1 0,-3-9-1,4 11-306,-7 6-4369,3 2 4424,0-1 0,0 1 0,0 0-1,1 0 1,0 0 0,0 0-1,1 1 1,0 0 0,0 0 0,0 0-1,1 0 1,0 0 0,-2 14 0,-8 73 396,0 118 0,11-183 21,-2-3-240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6.232"/>
    </inkml:context>
    <inkml:brush xml:id="br0">
      <inkml:brushProperty name="width" value="0.05" units="cm"/>
      <inkml:brushProperty name="height" value="0.05" units="cm"/>
      <inkml:brushProperty name="color" value="#004F8B"/>
    </inkml:brush>
  </inkml:definitions>
  <inkml:trace contextRef="#ctx0" brushRef="#br0">234 11 8082,'0'-1'61,"-1"0"-1,1 1 1,-1-1 0,1 0 0,-1 1 0,0-1-1,1 0 1,-1 1 0,0-1 0,0 1 0,1-1-1,-1 1 1,0 0 0,0-1 0,0 1 0,0 0-1,0-1 1,1 1 0,-1 0 0,0 0 0,0 0-1,0 0 1,0 0 0,0 0 0,0 0-1,0 0 1,0 0 0,1 1 0,-2-1 0,-25 9-1298,24-7 1447,-6 3-314,0 1-1,1 0 0,0 1 1,0 0-1,0 0 1,1 0-1,0 1 0,0 0 1,1 1-1,-8 13 1,3-7 75,4-5 82,-1 1 0,1 0 0,1 0 1,0 1-1,-5 14 0,10-24-43,1 1 1,-1-1 0,0 1-1,1-1 1,-1 1-1,1-1 1,0 1 0,0 0-1,0-1 1,0 1 0,1 0-1,-1-1 1,1 1 0,-1-1-1,1 1 1,0-1 0,0 1-1,0-1 1,0 0-1,0 1 1,1-1 0,-1 0-1,1 0 1,0 0 0,-1 0-1,1 0 1,0 0 0,0 0-1,0-1 1,0 1-1,5 2 1,61 29-134,-48-24-463,-1 0-1,28 19 1,-46-28 510,0 0-1,0 1 1,0-1-1,0 1 0,-1 0 1,1-1-1,0 1 1,0 0-1,0-1 0,-1 1 1,1 0-1,0 0 1,-1 0-1,1 0 0,-1 0 1,1 0-1,-1 0 1,1 0-1,-1 0 0,0 0 1,1 0-1,-1 0 1,0 0-1,0 0 0,0 0 1,0 0-1,0 0 1,0 0-1,0 1 0,-1 0 24,0 0-1,0-1 0,-1 1 0,1-1 0,0 1 1,0-1-1,-1 1 0,1-1 0,-1 0 0,0 0 1,1 0-1,-1 0 0,0 0 0,-2 1 0,-7 3 113,0-1 0,0-1 0,-1 0 0,-15 2 0,17-3 374,-1-1 0,1 0 0,-1 0-1,1-2 1,-1 1 0,1-1-1,-1-1 1,1 1 0,0-2-1,-19-6 1,28 8 771,1-1-1076,0 0-1,0 0 1,0 0-1,1 0 1,-1 0-1,1 0 1,-1 1-1,1-1 1,0 0-1,0 0 1,-1 0-1,1 1 1,1-1-1,-1 0 1,0 1-1,0-1 1,1 1-1,-1-1 0,1 1 1,1-1-1,37-19-1755,-38 20 1626,34-13-1362</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6.435"/>
    </inkml:context>
    <inkml:brush xml:id="br0">
      <inkml:brushProperty name="width" value="0.05" units="cm"/>
      <inkml:brushProperty name="height" value="0.05" units="cm"/>
      <inkml:brushProperty name="color" value="#004F8B"/>
    </inkml:brush>
  </inkml:definitions>
  <inkml:trace contextRef="#ctx0" brushRef="#br0">1 1 3433,'0'0'-312</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7.045"/>
    </inkml:context>
    <inkml:brush xml:id="br0">
      <inkml:brushProperty name="width" value="0.05" units="cm"/>
      <inkml:brushProperty name="height" value="0.05" units="cm"/>
      <inkml:brushProperty name="color" value="#004F8B"/>
    </inkml:brush>
  </inkml:definitions>
  <inkml:trace contextRef="#ctx0" brushRef="#br0">1 393 5025,'-1'0'6083,"4"-6"-4647,33-114 1063,-30 91-2548,2 1 1,1 0 0,1 0-1,1 1 1,18-31-1,-25 51-13,1 0 0,0 1 0,0 0 0,1 0-1,0 0 1,0 0 0,0 1 0,8-6 0,-12 10 6,0 0 0,0 0 0,0 0 0,0 0 1,0 0-1,0 1 0,1-1 0,-1 1 0,0-1 0,0 1 1,0 0-1,1 0 0,-1 0 0,0 0 0,0 0 0,1 0 1,-1 1-1,0-1 0,0 1 0,0-1 0,0 1 0,0 0 1,0 0-1,0 0 0,0 0 0,0 0 0,0 0 0,0 1 1,0-1-1,-1 1 0,1-1 0,-1 1 0,1 0 0,1 2 1,4 6-86,-1 0 0,0 1 1,0-1-1,-1 2 1,0-1-1,-1 0 0,0 1 1,-1 0-1,-1 0 1,2 15-1,0 13 35,-2 72 0,-9-51 2289,5-66-1371,1-1-765,0 0 0,0-1 1,0 1-1,1 0 0,0 0 1,0-1-1,0 1 0,1 0 1,0-1-1,0 1 0,1 0 1,0 0-1,5-11 0,4-10-306,26-42 0,-29 56 173,0 0 0,2 1 0,-1 0-1,1 0 1,1 1 0,0 1 0,1 0 0,0 0 0,14-8 0,-16 12 62,0 1 0,1-1 0,-1 2 0,1-1 0,0 2 0,0-1 0,0 2 0,0-1-1,1 2 1,-1-1 0,1 1 0,20 2 0,-29-1-56,0 1-1,-1-1 0,1 1 0,0 0 0,0-1 1,-1 1-1,1 0 0,-1 1 0,1-1 1,-1 0-1,0 1 0,1 0 0,-1-1 1,0 1-1,0 0 0,0 0 0,0 0 1,2 3-1,-1 0-72,0 1 0,0-1 1,-1 1-1,1-1 0,-1 1 1,-1 0-1,1-1 0,0 8 1,0 7-160,0 0 1,-2-1-1,0 1 1,-4 23-1,1-24 416,-1 0 1,-1-1-1,-1 1 1,-1-1-1,-12 23 0,17-36 52,1-4-208,1-1 1,0 1 0,0-1 0,-1 1-1,1-1 1,0 1 0,0-1 0,0 1-1,-1 0 1,1-1 0,0 1 0,0-1-1,0 1 1,0 0 0,0-1 0,0 1-1,0 0 1,0-1 0,1 1 0,-1-1-1,0 1 1,0-1 0,0 1 0,1 0 0,-1 0-1,10 8-1447</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7.777"/>
    </inkml:context>
    <inkml:brush xml:id="br0">
      <inkml:brushProperty name="width" value="0.05" units="cm"/>
      <inkml:brushProperty name="height" value="0.05" units="cm"/>
      <inkml:brushProperty name="color" value="#004F8B"/>
    </inkml:brush>
  </inkml:definitions>
  <inkml:trace contextRef="#ctx0" brushRef="#br0">593 48 6225,'-7'-5'109,"0"-1"0,0 2 0,0-1 0,0 1 0,-1 0 0,1 1 0,-1-1 0,0 2 0,0-1 0,0 1 0,-1 0 0,1 1 0,0 0 0,-1 0-1,-8 1 1,-16 0-273,0 2-1,-46 8 1,62-7 167,-1 1 0,1 0 0,-1 1-1,1 1 1,1 1 0,-1 0 0,1 1 0,0 1 0,-15 11 0,24-14-8,-1 0-1,1 0 1,1 1 0,-1 0 0,1 0 0,0 0 0,1 1-1,0 0 1,0 0 0,1 0 0,0 0 0,0 1-1,1 0 1,0 0 0,1 0 0,-1 0 0,2 0 0,0 0-1,-1 12 1,2-18 79,0 1 0,0 0-1,0 0 1,1-1 0,-1 1-1,1 0 1,0-1 0,0 1-1,0-1 1,1 1 0,-1-1-1,1 0 1,0 1 0,0-1-1,0 0 1,0 0 0,3 3-1,-1-2-23,1-1-1,-1 0 1,0 0-1,1 0 1,-1-1-1,1 1 1,0-1-1,0 0 0,0 0 1,0-1-1,5 1 1,6 1-146,-1-1-1,1-1 1,0-1 0,0 0 0,-1-1-1,1-1 1,19-4 0,-24 3 353,-1-1-1,0 1 1,0-1 0,0-1 0,-1 0-1,0 0 1,0-1 0,0 0 0,0-1-1,-1 0 1,0 0 0,-1-1 0,1 0-1,-1 0 1,-1-1 0,0 0 0,0 0-1,-1 0 1,0-1 0,7-17 0,-10 64-7692,-7 2 7187,2 0 0,2 0 0,1 0 0,2 1-1,7 37 1,-2-27 595,-1-1 0,-2 75 0,-4-103-182,-2 0 0,0 0 0,-1-1-1,-1 1 1,-1-1 0,-1 0 0,-1-1 0,-15 33 0,16-43-142,0 0 0,-1-1 1,0 1-1,0-1 0,-1-1 0,0 1 0,-1-1 1,1-1-1,-1 1 0,0-2 0,-1 1 0,1-1 1,-1 0-1,0-1 0,-1-1 0,1 1 0,-1-2 1,1 1-1,-17 0 0,20-1 198,-1-2-1,0 1 1,0-1-1,0-1 1,0 1-1,0-1 1,0-1 0,1 1-1,-1-1 1,0-1-1,1 0 1,0 0-1,0 0 1,-1 0 0,2-1-1,-1-1 1,0 1-1,1-1 1,0 0-1,0 0 1,1-1 0,-1 0-1,1 0 1,0 0-1,1-1 1,-1 1-1,-3-10 1,1 1 135,2-1-1,0 1 1,1-1-1,0 0 1,1 0-1,1 0 1,0-1-1,2 1 1,-1 0 0,2-1-1,0 1 1,2 0-1,5-24 1,-4 24-462,1 0-1,0 1 1,1-1 0,1 1-1,1 1 1,0-1 0,0 2 0,2-1-1,-1 1 1,2 0 0,0 1 0,0 0-1,20-15 1,0 7-1201,1 0 1,0 2-1,51-20 1,30-9-2667</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49.504"/>
    </inkml:context>
    <inkml:brush xml:id="br0">
      <inkml:brushProperty name="width" value="0.05" units="cm"/>
      <inkml:brushProperty name="height" value="0.05" units="cm"/>
      <inkml:brushProperty name="color" value="#004F8B"/>
    </inkml:brush>
  </inkml:definitions>
  <inkml:trace contextRef="#ctx0" brushRef="#br0">13 25 656,'0'0'5241,"-12"-2"470,35-4-5243,1 1 0,0 0-1,0 2 1,0 1 0,36 1 0,-58 1-327,4 0-3797</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0.067"/>
    </inkml:context>
    <inkml:brush xml:id="br0">
      <inkml:brushProperty name="width" value="0.05" units="cm"/>
      <inkml:brushProperty name="height" value="0.05" units="cm"/>
      <inkml:brushProperty name="color" value="#004F8B"/>
    </inkml:brush>
  </inkml:definitions>
  <inkml:trace contextRef="#ctx0" brushRef="#br0">0 18 1880,'0'0'7307,"14"0"-5154,86-3-924,-3-5-1085,-56 5-429,-28 1-798,1 1-1,-1 0 1,26 3 0,-30 0-547</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2.127"/>
    </inkml:context>
    <inkml:brush xml:id="br0">
      <inkml:brushProperty name="width" value="0.05" units="cm"/>
      <inkml:brushProperty name="height" value="0.05" units="cm"/>
      <inkml:brushProperty name="color" value="#004F8B"/>
    </inkml:brush>
  </inkml:definitions>
  <inkml:trace contextRef="#ctx0" brushRef="#br0">135 21 3937,'0'0'821,"0"-12"6624,1 11-7542,-1 1 0,0 0 1,0 0-1,0 0 1,0-1-1,0 1 1,0 0-1,0 0 0,0-1 1,0 1-1,0 0 1,0 0-1,0-1 1,0 1-1,0 0 0,0 0 1,0-1-1,0 1 1,0 0-1,0 0 1,0 0-1,0-1 0,-1 1 1,1 0-1,0 0 1,0 0-1,0-1 1,0 1-1,0 0 0,-1 0 1,1 0-1,0 0 1,0-1-1,0 1 1,-1 0-1,1 0 1,0 0-1,0 0 0,0 0 1,-1 0-1,1 0 1,0-1-1,0 1 1,-1 0-1,1 0 0,0 0 1,0 0-1,-1 0 1,1 0-1,0 0 1,-8 6-48,1 0 0,0 0 0,1 1 0,0 0 0,0 0 0,0 0 0,1 1 0,0-1 1,0 1-1,-6 16 0,0 2-190,1 1 1,-10 39-1,14-40 227,2 1-1,0-1 0,2 1 1,2 39-1,0-50 497,2 0-1,0 0 1,1-1 0,0 1-1,1-1 1,1 1-1,0-1 1,14 24 0,-14-29 2194,-4-8-2970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2.795"/>
    </inkml:context>
    <inkml:brush xml:id="br0">
      <inkml:brushProperty name="width" value="0.05" units="cm"/>
      <inkml:brushProperty name="height" value="0.05" units="cm"/>
      <inkml:brushProperty name="color" value="#004F8B"/>
    </inkml:brush>
  </inkml:definitions>
  <inkml:trace contextRef="#ctx0" brushRef="#br0">99 98 4601,'0'0'808,"-8"6"-2215,4-2 1250,0 0-1,0 0 1,0 0-1,0 1 1,1-1-1,0 1 1,0 0 0,0 0-1,1 0 1,0 0-1,-1 1 1,2-1-1,-1 1 1,1-1-1,-1 7 1,0 7 375,0 0 0,2 0 0,0 0 1,1 0-1,1 0 0,8 33 0,-8-44 34,1 0 0,-1 0 0,1-1 0,1 1 0,-1-1 0,1 0 0,1 0 0,-1 0 0,1 0 0,0-1 0,1 0 0,0 0 0,0 0 0,0-1 0,0 1 0,1-2 0,0 1 0,9 4 0,-9-6-39,-1-1 1,1-1 0,0 1-1,0-1 1,0 0-1,0-1 1,0 1 0,0-1-1,0-1 1,0 1 0,-1-1-1,1 0 1,0-1-1,0 0 1,0 0 0,-1 0-1,0-1 1,9-5 0,-1 1 7,-1 0 0,-1-1 0,1-1 1,-1 0-1,-1-1 0,1 0 1,13-17-1,-17 16-46,0 0 0,-1 0 0,0-1 0,0 1 1,-1-2-1,-1 1 0,0 0 0,-1-1 0,0 0 0,-1 0 0,-1 0 0,2-25 1,-4 29-273,0-1 1,0 1 0,-1 0 0,0 0 0,-1 0 0,0 0-1,-1 0 1,0 0 0,0 0 0,-1 1 0,0 0 0,0 0-1,-1 0 1,0 0 0,0 0 0,-1 1 0,0 0 0,0 0-1,-12-8 1,13 11-29,0 1 1,0 1-1,0-1 0,-1 1 0,1-1 0,-1 2 0,1-1 0,-1 1 1,0 0-1,0 0 0,0 0 0,1 1 0,-1 0 0,0 0 1,0 0-1,-10 3 0,-7 1-330,1 1 1,-39 15-1,45-15 181,0 2-1,0 0 0,1 1 0,0 0 1,0 2-1,1-1 0,0 2 0,1 0 1,-17 17-1,9-2-1879</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3.136"/>
    </inkml:context>
    <inkml:brush xml:id="br0">
      <inkml:brushProperty name="width" value="0.05" units="cm"/>
      <inkml:brushProperty name="height" value="0.05" units="cm"/>
      <inkml:brushProperty name="color" value="#004F8B"/>
    </inkml:brush>
  </inkml:definitions>
  <inkml:trace contextRef="#ctx0" brushRef="#br0">1 1 2569,'0'0'-351,"14"16"13246,-7-20-13746</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3.788"/>
    </inkml:context>
    <inkml:brush xml:id="br0">
      <inkml:brushProperty name="width" value="0.05" units="cm"/>
      <inkml:brushProperty name="height" value="0.05" units="cm"/>
      <inkml:brushProperty name="color" value="#004F8B"/>
    </inkml:brush>
  </inkml:definitions>
  <inkml:trace contextRef="#ctx0" brushRef="#br0">1 69 5377,'-1'-2'5740,"9"-9"-5328,-1 5-269,1 0 0,0 0-1,0 1 1,1 0 0,-1 1-1,1-1 1,0 2 0,0-1-1,1 1 1,-1 1 0,0 0 0,16-2-1,-22 4-206,-1 0-1,1-1 0,0 1 1,-1 0-1,1 1 1,0-1-1,-1 0 1,1 1-1,-1-1 1,1 1-1,-1 0 0,1 0 1,-1 0-1,1 0 1,-1 0-1,0 1 1,0-1-1,1 1 0,-1-1 1,0 1-1,0 0 1,-1 0-1,1 0 1,2 3-1,-3-2-29,0-1 0,0 1 0,0-1 0,-1 1 0,1 0 0,-1-1 1,1 1-1,-1 0 0,0-1 0,0 1 0,-1 0 0,1-1 0,0 1 0,-1 0 0,0-1 0,1 1 0,-1-1 0,0 1 1,0-1-1,-1 1 0,1-1 0,0 0 0,-1 1 0,-2 2 0,-3 3 77,0 1 0,-1-1 1,0 0-1,0-1 0,0 0 0,-1 0 0,-11 6 0,-5 1-45,-39 16 0,62-29 588,20-10-536,-4 4 92,1 0-1,-1 1 0,1 0 1,0 1-1,0 1 0,20-1 1,-29 3-88,1 0 0,0 0 1,0 0-1,-1 1 0,1 0 0,0 1 1,-1-1-1,1 1 0,-1 0 1,1 1-1,-1 0 0,0 0 0,0 0 1,-1 1-1,1-1 0,6 7 1,-10-8-57,-1-1 0,1 1 0,-1-1 0,0 1 0,1 0 1,-1 0-1,0 0 0,0 0 0,0-1 0,0 1 0,-1 0 1,1 1-1,-1-1 0,1 0 0,-1 0 0,1 0 0,-1 0 1,0 0-1,-1 4 0,1-2 23,-1 0 0,0 0 0,-1-1 1,1 1-1,-1 0 0,1-1 0,-1 0 0,0 1 0,0-1 0,-4 4 1,-6 6 106,0-1 1,0-1 0,-28 20 0,38-30-53,-13 10-78,-1-2 0,1 0 1,-1-1-1,-34 12 0,10-7-910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4.392"/>
    </inkml:context>
    <inkml:brush xml:id="br0">
      <inkml:brushProperty name="width" value="0.05" units="cm"/>
      <inkml:brushProperty name="height" value="0.05" units="cm"/>
      <inkml:brushProperty name="color" value="#004F8B"/>
    </inkml:brush>
  </inkml:definitions>
  <inkml:trace contextRef="#ctx0" brushRef="#br0">1 26 3657,'38'-9'1533,"-19"4"-658,1 1-1,-1 1 0,1 0 0,0 1 0,39 3 1,-57-1-921,-1 0 1,1 0 0,0 0 0,0 0 0,-1 1 0,1-1 0,0 1-1,-1-1 1,1 1 0,0 0 0,-1 0 0,1 0 0,-1 0 0,1 0 0,-1 0-1,0 0 1,1 0 0,-1 0 0,0 1 0,0-1 0,0 0 0,0 1-1,0-1 1,0 1 0,0 0 0,0-1 0,-1 1 0,1-1 0,-1 1-1,1 0 1,-1 0 0,0-1 0,1 1 0,-1 2 0,0 0-32,-1 0 1,0-1 0,1 1 0,-1 0-1,-1 0 1,1-1 0,0 1-1,-1 0 1,0-1 0,0 0-1,0 1 1,0-1 0,0 0-1,-6 5 1,-3 2 203,0-1-1,-1 0 1,0 0-1,-1-2 1,0 1-1,0-2 1,-1 0-1,0 0 1,-27 7 0,39-13 1213,9-1-1212,13-4-83,0 2-1,0 0 1,0 1 0,36 2 0,-47 0-96,-1 1 1,1 1-1,0-1 1,-1 1 0,1 1-1,-1-1 1,0 1 0,0 1-1,0 0 1,0 0-1,-1 0 1,0 1 0,1 0-1,8 9 1,-15-13 3,0 0 1,1 0 0,-1 1-1,0-1 1,0 1 0,0-1-1,0 1 1,0 0 0,0-1-1,0 1 1,0 0 0,-1 0-1,1 0 1,-1-1 0,1 1-1,-1 0 1,0 0 0,0 0-1,0 0 1,0 0 0,0 2-1,-1-1 44,0-1 0,0 1-1,0 0 1,0 0 0,-1-1 0,1 1-1,-1-1 1,1 1 0,-1-1-1,0 0 1,0 0 0,-3 3-1,-6 4 136,-1-1-1,1 0 1,-1 0-1,-18 7 0,17-8-402,-1-2 0,0 0 0,-17 4 0,-7-1-1583</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4.716"/>
    </inkml:context>
    <inkml:brush xml:id="br0">
      <inkml:brushProperty name="width" value="0.05" units="cm"/>
      <inkml:brushProperty name="height" value="0.05" units="cm"/>
      <inkml:brushProperty name="color" value="#004F8B"/>
    </inkml:brush>
  </inkml:definitions>
  <inkml:trace contextRef="#ctx0" brushRef="#br0">5 0 9954,'0'0'592,"1"5"-922,17 42-14,-3 0 0,-2 1 0,13 95 0,-24-121 498,-1 0 0,-1-1 0,0 1 0,-2 0 0,-1-1 0,0 1 0,-2-1 1,0 0-1,-1 0 0,-2-1 0,-16 35 0,-1-14-441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5.667"/>
    </inkml:context>
    <inkml:brush xml:id="br0">
      <inkml:brushProperty name="width" value="0.05" units="cm"/>
      <inkml:brushProperty name="height" value="0.05" units="cm"/>
      <inkml:brushProperty name="color" value="#004F8B"/>
    </inkml:brush>
  </inkml:definitions>
  <inkml:trace contextRef="#ctx0" brushRef="#br0">89 107 3121,'5'-13'890,"7"-16"2430,9-33 1,-21 60-2799,-26 36-7915,5 8 6747,1 1 1,-25 82 0,41-109 827,0-1 0,1 1 0,1 0 0,1 0 0,0 0 0,1 1 0,1-1 0,1 0 0,0 0 0,0 0 0,2-1 0,5 18 1,1-9 1344,0 0 1,1 0 0,22 33-1,-32-56-548,2-1-1428</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6.726"/>
    </inkml:context>
    <inkml:brush xml:id="br0">
      <inkml:brushProperty name="width" value="0.05" units="cm"/>
      <inkml:brushProperty name="height" value="0.05" units="cm"/>
      <inkml:brushProperty name="color" value="#004F8B"/>
    </inkml:brush>
  </inkml:definitions>
  <inkml:trace contextRef="#ctx0" brushRef="#br0">131 23 4521,'0'-1'144,"0"0"-1,0 0 1,1 0-1,-1 0 1,0 0 0,0 0-1,0 0 1,0 0-1,0 0 1,-1 0 0,1 0-1,0 0 1,0 0-1,-1 0 1,1 0 0,-1 0-1,1 0 1,0 1 0,-1-1-1,0 0 1,1 0-1,-2-1 1,1 2-288,-1 1 0,1-1 0,-1 1 0,1-1 0,-1 1 0,1 0 0,-1-1 0,1 1 0,0 0 0,0 0 1,-1 0-1,0 2 0,-3 0 318,-8 7-607,2 0 0,-1 0 1,-15 20-1,23-25 396,-1 0-1,1 1 1,0 0 0,1 0-1,0 0 1,0 0-1,0 1 1,0-1 0,1 1-1,-1 6 1,3-10 88,0-1 0,1-1 0,-1 1 0,1 0 1,-1 0-1,1 0 0,0 0 0,0 0 0,0 0 0,0-1 0,0 1 0,0 0 1,0-1-1,1 1 0,-1-1 0,0 1 0,1-1 0,0 0 0,-1 1 1,1-1-1,0 0 0,-1 0 0,1 0 0,3 1 0,47 18 1094,-27-13-1040,0-1 0,50 4 0,-44-8-763</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7.023"/>
    </inkml:context>
    <inkml:brush xml:id="br0">
      <inkml:brushProperty name="width" value="0.05" units="cm"/>
      <inkml:brushProperty name="height" value="0.05" units="cm"/>
      <inkml:brushProperty name="color" value="#004F8B"/>
    </inkml:brush>
  </inkml:definitions>
  <inkml:trace contextRef="#ctx0" brushRef="#br0">59 1 7410,'0'0'3546,"-1"8"-7303,-17 76 722,-21 141 5740,38-216-2134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7.273"/>
    </inkml:context>
    <inkml:brush xml:id="br0">
      <inkml:brushProperty name="width" value="0.05" units="cm"/>
      <inkml:brushProperty name="height" value="0.05" units="cm"/>
      <inkml:brushProperty name="color" value="#004F8B"/>
    </inkml:brush>
  </inkml:definitions>
  <inkml:trace contextRef="#ctx0" brushRef="#br0">1 80 6825,'0'0'721,"16"-20"775,9 11-640,6 1-48,3 1-16,1 2-47,-3-2-73,-2 4-64,0-2-112,-4-1-104,-3 4-360,-5-2-264,-4 1-1288,-2 3-1313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7.679"/>
    </inkml:context>
    <inkml:brush xml:id="br0">
      <inkml:brushProperty name="width" value="0.05" units="cm"/>
      <inkml:brushProperty name="height" value="0.05" units="cm"/>
      <inkml:brushProperty name="color" value="#004F8B"/>
    </inkml:brush>
  </inkml:definitions>
  <inkml:trace contextRef="#ctx0" brushRef="#br0">68 0 1136,'-8'10'-8,"0"1"0,1-1 0,0 1 0,1 1 0,0-1 0,0 1 0,2 0 0,-1 0 0,1 1 0,-3 18 0,7-30 227,1 1-1,-1-1 0,0 0 0,1 0 1,-1 1-1,0-1 0,1 0 1,-1 0-1,1 0 0,0 0 0,-1 0 1,1 0-1,0 0 0,0 0 1,0 0-1,0 0 0,0 0 1,0 0-1,0 0 0,0-1 0,0 1 1,0 0-1,0-1 0,0 1 1,0-1-1,1 1 0,-1-1 1,0 0-1,0 0 0,1 1 0,-1-1 1,1 0-1,50 4 2241,-43-3-2260,30 0 329,84 8 70,-110-7-638,0 0-1,-1 1 1,0 1 0,1 0-1,-1 1 1,-1 0 0,17 10-1,-26-15 9,-1 1 0,1 0-1,-1 0 1,1 0 0,-1 0-1,0 0 1,1 0 0,-1 0 0,0 0-1,0 0 1,0 0 0,0 1-1,0-1 1,0 1 0,0-1 0,0 1-1,-1-1 1,1 1 0,0-1-1,-1 1 1,1-1 0,-1 1 0,0 0-1,0-1 1,1 1 0,-1 0-1,0-1 1,0 1 0,-1 0 0,1-1-1,0 1 1,0 0 0,-1-1-1,1 1 1,-1 0 0,0-1 0,1 1-1,-1-1 1,0 1 0,0-1-1,0 0 1,0 1 0,0-1 0,-2 2-1,-4 4-6,0 0-1,0-1 0,0-1 0,-1 1 1,0-1-1,-14 7 0,5-4-123,-1-1-1,-23 6 0,-2-3-741</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8.037"/>
    </inkml:context>
    <inkml:brush xml:id="br0">
      <inkml:brushProperty name="width" value="0.05" units="cm"/>
      <inkml:brushProperty name="height" value="0.05" units="cm"/>
      <inkml:brushProperty name="color" value="#004F8B"/>
    </inkml:brush>
  </inkml:definitions>
  <inkml:trace contextRef="#ctx0" brushRef="#br0">60 1 6849,'0'0'2845,"1"6"-5152,20 132-1921,-11-89 4375,-2 1 0,2 100 0,-10-136 78,-1 0-1,0 0 0,-1 0 0,-1 0 1,0-1-1,-1 1 0,-1-1 0,0 0 0,0 0 1,-1 0-1,-1-1 0,0 1 0,-1-2 1,0 1-1,-14 13 0,0-2-314</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8.240"/>
    </inkml:context>
    <inkml:brush xml:id="br0">
      <inkml:brushProperty name="width" value="0.05" units="cm"/>
      <inkml:brushProperty name="height" value="0.05" units="cm"/>
      <inkml:brushProperty name="color" value="#004F8B"/>
    </inkml:brush>
  </inkml:definitions>
  <inkml:trace contextRef="#ctx0" brushRef="#br0">1 1 3473,'0'0'568</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8.379"/>
    </inkml:context>
    <inkml:brush xml:id="br0">
      <inkml:brushProperty name="width" value="0.05" units="cm"/>
      <inkml:brushProperty name="height" value="0.05" units="cm"/>
      <inkml:brushProperty name="color" value="#004F8B"/>
    </inkml:brush>
  </inkml:definitions>
  <inkml:trace contextRef="#ctx0" brushRef="#br0">32 0 1168,'-9'38'200,"-2"-1"24,5-1 200,0 1 81,6-3 119,0-3 136,6-5 80,3-2-464</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9.015"/>
    </inkml:context>
    <inkml:brush xml:id="br0">
      <inkml:brushProperty name="width" value="0.05" units="cm"/>
      <inkml:brushProperty name="height" value="0.05" units="cm"/>
      <inkml:brushProperty name="color" value="#004F8B"/>
    </inkml:brush>
  </inkml:definitions>
  <inkml:trace contextRef="#ctx0" brushRef="#br0">440 65 6265,'-6'-7'86,"0"1"-1,-1 0 0,0 1 0,0 0 0,-1 0 1,1 0-1,-1 1 0,0 0 0,0 1 0,0 0 1,-1 0-1,1 1 0,-1 0 0,0 0 1,1 1-1,-1 0 0,0 1 0,-16 0 0,-8 3-314,0 1 0,1 2 0,-54 16 0,80-21 137,0 1-1,1 1 1,-1-1-1,1 1 1,-1 0-1,1 0 1,0 0-1,0 1 1,0 0 0,1 0-1,-1 0 1,1 0-1,-7 10 1,10-12 117,-1 1 0,1 0 0,-1-1 0,1 1 0,0 0 0,0 0 0,0 0 0,1-1 1,-1 1-1,1 0 0,-1 0 0,1 0 0,0 0 0,0 0 0,1 0 0,-1 0 0,0 0 0,1 0 1,0 0-1,0 0 0,0 0 0,0-1 0,0 1 0,0 0 0,1-1 0,-1 1 0,1-1 1,0 1-1,3 2 0,0 0 173,1 0 1,0 0 0,0-1-1,0 0 1,0 0 0,0-1 0,1 0-1,0 0 1,0 0 0,-1-1-1,2 0 1,-1 0 0,0-1-1,0 0 1,0 0 0,1 0-1,-1-1 1,12-2 0,-7 2 41,0-1 0,0-1 0,-1 0 1,1-1-1,0 0 0,-1-1 0,0 0 0,0-1 1,0 0-1,16-11 0,-19 8 36,0 0-1,0 0 1,-1-1 0,0 0 0,-1 0-1,0-1 1,-1 0 0,0 0-1,0 0 1,-1-1 0,0 1 0,-1-1-1,0 0 1,2-19 0,-5 27-128,-3 19-6158,-22 314 4545,17-169 2484,8-151-2497</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9.302"/>
    </inkml:context>
    <inkml:brush xml:id="br0">
      <inkml:brushProperty name="width" value="0.05" units="cm"/>
      <inkml:brushProperty name="height" value="0.05" units="cm"/>
      <inkml:brushProperty name="color" value="#004F8B"/>
    </inkml:brush>
  </inkml:definitions>
  <inkml:trace contextRef="#ctx0" brushRef="#br0">0 34 2617,'0'0'3664,"2"0"-2471,-1 0 95,2 0-72,49 1-176,-40-8-215,0-1-41,-6 2-136,-4-2-184,-1 2-528</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4:59.879"/>
    </inkml:context>
    <inkml:brush xml:id="br0">
      <inkml:brushProperty name="width" value="0.05" units="cm"/>
      <inkml:brushProperty name="height" value="0.05" units="cm"/>
      <inkml:brushProperty name="color" value="#004F8B"/>
    </inkml:brush>
  </inkml:definitions>
  <inkml:trace contextRef="#ctx0" brushRef="#br0">243 38 4265,'-8'-3'198,"0"1"1,0 0 0,-1 0-1,1 1 1,-1 0-1,1 1 1,-1 0-1,-14 1 1,18 0-201,0 0-1,-1 0 1,1 0 0,0 0 0,0 1-1,0 0 1,0 0 0,0 0 0,0 1 0,1 0-1,-1 0 1,1 0 0,0 0 0,-8 8 0,11-10 34,0 1 0,0-1 0,0 1 0,1 0 1,-1 0-1,0 0 0,1-1 0,-1 1 1,1 0-1,-1 0 0,1 0 0,0 0 0,0 0 1,0 0-1,0 0 0,0 0 0,0 0 1,1-1-1,-1 1 0,1 0 0,-1 0 0,1 0 1,0 0-1,-1-1 0,1 1 0,0 0 1,0-1-1,0 1 0,1 0 0,-1-1 0,2 2 1,6 7 260,0 0 1,0-1 0,16 12 0,-14-12-144,2 2-67,0 0 0,-1 1 0,0 1 0,-1 0-1,0 1 1,15 26 0,-24-37-94,0 1-1,0-1 1,-1 1-1,0-1 1,1 1-1,-1-1 1,-1 1-1,1 0 1,0-1-1,-1 1 1,0 0-1,0 0 1,0 0 0,0-1-1,-1 1 1,1 0-1,-1 0 1,0-1-1,0 1 1,0-1-1,-1 1 1,1-1-1,-1 1 1,0-1-1,0 0 1,0 0-1,0 0 1,-1 0-1,1 0 1,-1 0-1,1-1 1,-1 1 0,0-1-1,0 0 1,-1 1-1,1-2 1,-4 3-1,-1 0 65,1 0 0,-1 0-1,0-1 1,-1 0 0,1-1 0,0 0-1,-1 0 1,1-1 0,-1 0 0,1 0-1,-15-2 1,19 1 45,0 0-1,0 0 1,1-1 0,-1 0 0,0 0-1,1 0 1,-1 0 0,0-1-1,1 1 1,-1-1 0,1 0-1,0 0 1,0 0 0,0 0 0,0-1-1,0 1 1,0-1 0,0 0-1,1 0 1,0 0 0,-1 0-1,1 0 1,0 0 0,1-1-1,-1 1 1,0-1 0,1 1 0,-1-5-1,0 0-126,1 1 0,0 0-1,1-1 1,-1 1-1,2 0 1,-1-1 0,1 1-1,0 0 1,0-1 0,1 1-1,0 0 1,0 0 0,1 0-1,0 0 1,0 1 0,1-1-1,0 1 1,0 0 0,0 0-1,7-8 1,11-8-426,0 0 1,1 1-1,42-28 0,-22 16 715,-26 20-220,-9 8 68,0-1 0,-1 0 0,1 0 0,-1-1 0,-1 0 0,1-1 0,-1 1 0,5-10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0.311"/>
    </inkml:context>
    <inkml:brush xml:id="br0">
      <inkml:brushProperty name="width" value="0.05" units="cm"/>
      <inkml:brushProperty name="height" value="0.05" units="cm"/>
      <inkml:brushProperty name="color" value="#004F8B"/>
    </inkml:brush>
  </inkml:definitions>
  <inkml:trace contextRef="#ctx0" brushRef="#br0">163 32 5185,'0'0'730,"-12"4"-261,0 2-709,0 1 0,0 1 0,1 0 0,0 0 0,1 1 0,0 0-1,0 1 1,1 0 0,-9 14 0,13-17 252,0-1-1,1 1 0,1 1 1,-1-1-1,1 0 1,0 1-1,1 0 1,-3 8-1,5-11 109,-1-1 0,1 1 0,0-1 1,0 1-1,0 0 0,0-1 0,1 1 0,0-1 0,0 1 0,0-1 0,1 1 0,-1-1 1,1 0-1,0 0 0,3 5 0,-2-5 40,0 0 0,0 0 0,0 0 0,1-1 0,-1 1 1,1-1-1,0 0 0,0 0 0,0 0 0,1-1 0,-1 1 0,1-1 0,-1 0 0,1 0 1,0-1-1,-1 0 0,1 1 0,0-1 0,0-1 0,0 1 0,0-1 0,0 0 0,0 0 1,0-1-1,0 1 0,0-1 0,7-2 0,-2 1 14,0-1 0,0-1 0,0 0 0,0 0 0,-1-1 0,1 0-1,-1 0 1,-1-1 0,1-1 0,-1 1 0,0-1 0,7-8 0,-9 8 53,-1 0 0,0 0-1,0-1 1,-1 1 0,1-1-1,-2 0 1,1 0 0,-1 0 0,-1-1-1,1 1 1,-1-1 0,-1 1 0,1-14-1,-2 16-369,0 0 1,0 1-1,-1-1 0,0 0 0,0 1 0,0-1 0,-1 1 0,0-1 0,0 1 0,0 0 1,-1-1-1,0 1 0,0 1 0,0-1 0,0 0 0,-1 1 0,0 0 0,0-1 0,0 1 1,0 1-1,-9-7 0,-19-8-2270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0.576"/>
    </inkml:context>
    <inkml:brush xml:id="br0">
      <inkml:brushProperty name="width" value="0.05" units="cm"/>
      <inkml:brushProperty name="height" value="0.05" units="cm"/>
      <inkml:brushProperty name="color" value="#004F8B"/>
    </inkml:brush>
  </inkml:definitions>
  <inkml:trace contextRef="#ctx0" brushRef="#br0">26 1 10082,'0'0'-464,"3"20"456,3 15-952,0 7-32,2 17 1032,-4 4 96,-1 0 64,-3 1 104,-4 6 136,-7 6 64,-7 9 112,-5 0-696</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1.607"/>
    </inkml:context>
    <inkml:brush xml:id="br0">
      <inkml:brushProperty name="width" value="0.05" units="cm"/>
      <inkml:brushProperty name="height" value="0.05" units="cm"/>
      <inkml:brushProperty name="color" value="#004F8B"/>
    </inkml:brush>
  </inkml:definitions>
  <inkml:trace contextRef="#ctx0" brushRef="#br0">18 35 4281,'0'0'3919,"-17"0"2235,120-8-5139,102-12 62,-168 13-3429,-31 7-644</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1.825"/>
    </inkml:context>
    <inkml:brush xml:id="br0">
      <inkml:brushProperty name="width" value="0.05" units="cm"/>
      <inkml:brushProperty name="height" value="0.05" units="cm"/>
      <inkml:brushProperty name="color" value="#004F8B"/>
    </inkml:brush>
  </inkml:definitions>
  <inkml:trace contextRef="#ctx0" brushRef="#br0">0 30 6769,'0'0'4865,"2"0"-4232,-1 0-153,43-9-176,-15 4-24,5 2-104,1 0-48,3 0-160,-2 1-288,7-1-1000,-1 2-977</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2.251"/>
    </inkml:context>
    <inkml:brush xml:id="br0">
      <inkml:brushProperty name="width" value="0.05" units="cm"/>
      <inkml:brushProperty name="height" value="0.05" units="cm"/>
      <inkml:brushProperty name="color" value="#004F8B"/>
    </inkml:brush>
  </inkml:definitions>
  <inkml:trace contextRef="#ctx0" brushRef="#br0">17 0 5257,'0'0'6798,"-2"5"-10457,-2 12 3077,1 1 0,1-1 0,0 0 0,2 1-1,1 24 1,-2 27 703,-1-34 528,0-1 0,3 1 0,0 0 1,2-1-1,10 40 0,-11-68-143</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2.825"/>
    </inkml:context>
    <inkml:brush xml:id="br0">
      <inkml:brushProperty name="width" value="0.05" units="cm"/>
      <inkml:brushProperty name="height" value="0.05" units="cm"/>
      <inkml:brushProperty name="color" value="#004F8B"/>
    </inkml:brush>
  </inkml:definitions>
  <inkml:trace contextRef="#ctx0" brushRef="#br0">107 1 8290,'-24'73'-1957,"-57"145"2308,79-215 2003,10 3-1095,5-2-894,0-1 0,0 0-1,1-1 1,0 0 0,-1-1 0,24-1 0,91-9 186,-114 8-450,2-1-779</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3.108"/>
    </inkml:context>
    <inkml:brush xml:id="br0">
      <inkml:brushProperty name="width" value="0.05" units="cm"/>
      <inkml:brushProperty name="height" value="0.05" units="cm"/>
      <inkml:brushProperty name="color" value="#004F8B"/>
    </inkml:brush>
  </inkml:definitions>
  <inkml:trace contextRef="#ctx0" brushRef="#br0">59 0 5313,'0'0'5536,"-2"9"-9728,-20 99 335,2 70 5957,10-74-1312,5-62 2574</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3.444"/>
    </inkml:context>
    <inkml:brush xml:id="br0">
      <inkml:brushProperty name="width" value="0.05" units="cm"/>
      <inkml:brushProperty name="height" value="0.05" units="cm"/>
      <inkml:brushProperty name="color" value="#004F8B"/>
    </inkml:brush>
  </inkml:definitions>
  <inkml:trace contextRef="#ctx0" brushRef="#br0">0 46 8218,'0'0'6025,"2"0"-5409,34-3-104,-14 0-80,2-2-120,2 1-56,1-1-127,0-1-33,2 0-176,0 1-273,-2 1-887,-2-1-880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4.008"/>
    </inkml:context>
    <inkml:brush xml:id="br0">
      <inkml:brushProperty name="width" value="0.05" units="cm"/>
      <inkml:brushProperty name="height" value="0.05" units="cm"/>
      <inkml:brushProperty name="color" value="#004F8B"/>
    </inkml:brush>
  </inkml:definitions>
  <inkml:trace contextRef="#ctx0" brushRef="#br0">101 0 5241,'0'0'1511,"-5"9"-2228,-5 6 626,1 1 1,1 1 0,0-1 0,2 1 0,0 0 0,1 1 0,0-1-1,1 1 1,-2 29 0,7-46 218,-1 1 0,0-1 1,0 0-1,0 0 0,0 0 0,1 0 0,-1 0 0,1 0 0,-1 0 0,1 0 1,-1 0-1,1 0 0,-1 0 0,1 0 0,0 0 0,0 0 0,-1 0 1,1-1-1,0 1 0,0 0 0,0-1 0,0 1 0,0 0 0,0-1 1,0 1-1,0-1 0,0 0 0,0 1 0,0-1 0,0 0 0,0 0 1,2 1-1,34 0 2788,-31-1-3564,10-1 947,0-1-1,29-7 0,-35 7-242,1 0-1,-1 0 0,1 0 0,-1 2 1,1-1-1,20 3 0,-24-1-116,0 1 0,1 0 1,-1 1-1,0 0 0,0 0 0,0 0 0,-1 1 1,1 0-1,-1 0 0,0 1 0,0-1 0,0 1 1,-1 1-1,7 8 0,-10-12 49,0 0 0,0 1 1,0-1-1,-1 1 0,1 0 0,-1 0 1,0-1-1,1 1 0,-1 0 0,0 0 0,-1 0 1,1 0-1,-1 0 0,1 1 0,-1-1 0,0 0 1,0 0-1,0 0 0,-1 0 0,1 0 0,-1 0 1,1 0-1,-1 0 0,0 0 0,0 0 1,-1 0-1,1 0 0,0-1 0,-1 1 0,0 0 1,0-1-1,0 1 0,0-1 0,0 0 0,0 0 1,-5 4-1,-4 2 72,0-1 0,-1 0 0,0 0 0,0-1 0,0-1 0,-1 0 0,0-1 0,0 0 0,0-1 1,0 0-1,-15 0 0,-20 1 3,-80-3 1,107-2-1146</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4.321"/>
    </inkml:context>
    <inkml:brush xml:id="br0">
      <inkml:brushProperty name="width" value="0.05" units="cm"/>
      <inkml:brushProperty name="height" value="0.05" units="cm"/>
      <inkml:brushProperty name="color" value="#004F8B"/>
    </inkml:brush>
  </inkml:definitions>
  <inkml:trace contextRef="#ctx0" brushRef="#br0">65 1 4721,'0'0'1024,"0"2"-1488,-16 29-160,9-3 248,-1 8 240,-1 8 408,3 2 176,0-5-72,0-3-8,3-6 88,0-4 48,3-3 169,0-1-521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4.835"/>
    </inkml:context>
    <inkml:brush xml:id="br0">
      <inkml:brushProperty name="width" value="0.05" units="cm"/>
      <inkml:brushProperty name="height" value="0.05" units="cm"/>
      <inkml:brushProperty name="color" value="#004F8B"/>
    </inkml:brush>
  </inkml:definitions>
  <inkml:trace contextRef="#ctx0" brushRef="#br0">0 185 7874,'0'0'2396,"10"3"59,3 3-2448,0 0-1,0 1 1,-1 1-1,0 0 1,-1 0 0,0 1-1,0 1 1,17 20-1,32 48 28,24 26 179,-74-93-221,0-1 0,1-1 0,0 0 0,1 0 1,0-2-1,0 1 0,17 7 0,-25-14 161,-1 0-1,1 0 1,0 0-1,-1-1 1,1 1 0,0-1-1,5 0 1,-7 0 1605,2-11 775,2-6-2221,-1-1 1,-1 0 0,-1 0-1,0 0 1,0-27-1,-8-101 241,2 105-621,1-1-1,2 1 0,10-68 1,-6 88-714</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5.967"/>
    </inkml:context>
    <inkml:brush xml:id="br0">
      <inkml:brushProperty name="width" value="0.05" units="cm"/>
      <inkml:brushProperty name="height" value="0.05" units="cm"/>
      <inkml:brushProperty name="color" value="#004F8B"/>
    </inkml:brush>
  </inkml:definitions>
  <inkml:trace contextRef="#ctx0" brushRef="#br0">143 335 8498,'18'-35'3777,"-3"9"-2377,-2-2 1,-1 0-1,9-30 0,-19 51-1481,0-1 0,0 1 0,-1-1 0,0 0 0,0 1 0,-1-1 0,0 0 0,-1 0 0,1 0 0,-2 1 0,1-1 0,-1 0 0,0 1 0,0-1 0,-1 1 0,-7-13 1,9 18-78,0 1 1,0-1 0,-1 1 0,1 0 0,0 0 0,-1-1 0,1 1 0,-1 0 0,0 0-1,1 1 1,-1-1 0,0 0 0,1 0 0,-1 1 0,0-1 0,0 1 0,0 0 0,1-1 0,-1 1-1,0 0 1,0 0 0,0 0 0,0 0 0,1 1 0,-1-1 0,0 0 0,0 1 0,0 0-1,1-1 1,-1 1 0,0 0 0,-3 1 0,-1 2-88,-1-1-1,0 1 1,1 0 0,0 0 0,0 1-1,0 0 1,-5 5 0,1 2 90,1 0 1,1 1-1,1 0 1,-1 0-1,2 1 1,0-1 0,1 2-1,0-1 1,-4 22-1,1 4-151,2 0 1,-1 53-1,7-40 491,14 91 0,-8-97 353,-2-1-1,-3 85 1,-2-113-1834</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6.466"/>
    </inkml:context>
    <inkml:brush xml:id="br0">
      <inkml:brushProperty name="width" value="0.05" units="cm"/>
      <inkml:brushProperty name="height" value="0.05" units="cm"/>
      <inkml:brushProperty name="color" value="#004F8B"/>
    </inkml:brush>
  </inkml:definitions>
  <inkml:trace contextRef="#ctx0" brushRef="#br0">0 125 8866,'4'-5'236,"-1"1"1,1 0-1,0-1 1,0 1-1,1 1 1,-1-1-1,1 1 1,0-1-1,0 1 1,0 1-1,1-1 1,-1 1-1,11-3 1,9-3 11,42-6 0,-61 13-112,85-11 99,152-1-1,30-2-2718,-220 4 2091,-52 11 356,-5 0-605,-7 1 644,0 0 1,0 1-1,0 0 1,0 1-1,0 0 0,1 0 1,-1 1-1,1 1 1,0 0-1,0 0 0,1 1 1,-1 0-1,-16 15 0,25-19-11,-1 0 0,1 0 0,0 0 0,0 0 0,-1 0 0,1 1 0,0-1 0,1 0 0,-1 1 0,0-1 0,1 0 0,-1 1 0,1-1 0,0 1 0,0-1 0,0 1 0,0-1 0,0 1 0,1-1 0,-1 0 0,1 1 0,-1-1 0,1 1 0,0-1 0,0 0 0,0 0 0,0 1 0,0-1 0,3 3 0,5 9 120,1 0 0,0-1 0,17 16 0,-14-15-6,-6-7-55,-1 0-15,0-1 0,0 1-1,0 0 1,-1 1 0,0-1 0,0 1 0,-1 0 0,0 0 0,0 0-1,-1 1 1,3 9 0,-6-15 3,0-1 0,-1 1-1,1 0 1,-1-1-1,1 1 1,-1-1 0,0 1-1,0-1 1,0 1 0,0-1-1,0 0 1,-1 1 0,1-1-1,-1 0 1,-2 4 0,-32 29-514,30-30 196,-32 26-1867</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8.027"/>
    </inkml:context>
    <inkml:brush xml:id="br0">
      <inkml:brushProperty name="width" value="0.05" units="cm"/>
      <inkml:brushProperty name="height" value="0.05" units="cm"/>
      <inkml:brushProperty name="color" value="#004F8B"/>
    </inkml:brush>
  </inkml:definitions>
  <inkml:trace contextRef="#ctx0" brushRef="#br0">1 0 7098,'6'93'-1918,"32"569"3385,-8-223 695,-45-336-978,15-102-1053,7 5 787,-2-2-684,0 0-129,-2-2-68,-1 0-1,0-1 1,1 1-1,-1-1 1,1 1-1,-1-1 1,1 0-1,0 0 1,-1 0-1,1 0 1,0 0-1,0-1 1,0 1-1,0-1 1,-1 0-1,1 0 1,0 0-1,3 0 1,558-67 1763,485 3-486,-623 34-909,-231 14-266,707-55 706,41 21-1033,-778 48 518,117-5 966,-197 2-895,106-22-1,-151 13-3183,-32 10 1164,7-4-2058</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08.592"/>
    </inkml:context>
    <inkml:brush xml:id="br0">
      <inkml:brushProperty name="width" value="0.05" units="cm"/>
      <inkml:brushProperty name="height" value="0.05" units="cm"/>
      <inkml:brushProperty name="color" value="#004F8B"/>
    </inkml:brush>
  </inkml:definitions>
  <inkml:trace contextRef="#ctx0" brushRef="#br0">52 8 3761,'1'-5'6998,"-2"3"-6574,-1 5-2756,-3 12 1928,0 0-1,1 1 1,0-1 0,-2 25-1,-2 75 634,5-67-335,-9 437 376,10-217 1629,2-238-1335,0-7-127</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5:10.704"/>
    </inkml:context>
    <inkml:brush xml:id="br0">
      <inkml:brushProperty name="width" value="0.05" units="cm"/>
      <inkml:brushProperty name="height" value="0.05" units="cm"/>
      <inkml:brushProperty name="color" value="#004F8B"/>
    </inkml:brush>
  </inkml:definitions>
  <inkml:trace contextRef="#ctx0" brushRef="#br0">1 96 3441,'0'0'4271,"6"0"-2400,330-6 957,-117-3-2766,52 10-60,142-4 819,-17-7-654,116-7 590,164-3-448,-62 4-90,-196 4-78,-272 9-68,313 8-19,139-6 379,-481 1-1406,-95 2-732,80 13-770,-94-15 1141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10.867"/>
    </inkml:context>
    <inkml:brush xml:id="br0">
      <inkml:brushProperty name="width" value="0.05" units="cm"/>
      <inkml:brushProperty name="height" value="0.05" units="cm"/>
      <inkml:brushProperty name="color" value="#004F8B"/>
    </inkml:brush>
  </inkml:definitions>
  <inkml:trace contextRef="#ctx0" brushRef="#br0">4111 242 3449,'0'-34'2274,"2"-1"-1,1 1 1,10-48 0,-9 44 2797,-5 29-5974,1 0-3482,-12 23 1945,7 0 2338,0 1 0,1 0 0,1 1-1,0-1 1,1 0 0,0 17 0,0-15 71,-11 264 76,-1 0 71,-1 56-226,2-36 73,-21 220 153,-4-76-169,-18-93 117,38-255-30,-39 173 268,28-171 97,27-94-356,0 0 0,-1 0 1,1 0-1,-1 0 0,-5 6 1,6-7-24,-1 0-1,0 0 1,1 1 0,0-1 0,-3 9 0,4-11 62,1-1 1,-1 1-1,0 0 0,0-1 1,0 1-1,0-1 1,0 1-1,0-1 1,-1 0-1,1 1 1,0-1-1,-1 0 1,1 0-1,-1 0 1,1 0-1,-1 0 1,0 0-1,-2 1 1,-28 8 121,27-9-188,-1 1 21,0 0 0,-1-1 1,1 1-1,0-1 1,-1-1-1,-11 1 1,-14 0-8,-114 10 61,-1044 63 170,-532 13-237,1693-86-24,-143 8 1684,171-8-2375,0-1 661,1 1 0,-1-1 0,0 1 0,1 0 0,-1-1 0,0 1 0,1 0 0,-1 0 0,0-1 0,1 1 0,-1 0 0,1 0 0,0 0 0,-1 0 0,1 0 0,0 0 0,-1 0 0,1 0 0,0 1 0,-20 94-139,3 35 102,10-68-51,-17 65 0,-2-8 80,6 2 0,-5 138 1,13 15 101,-13 156-80,-9-217 63,3-25-16,23-126-20,-1 2-3,0 68 0,8-115-7,-1-1 1,-1 1-1,-7 23 1,0 3-1,-13 91 73,6 0 1,1 187 0,24-125 177,-8-157 16,0-23-1033,0 0 1,6 31-1,-2-25-2110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16.859"/>
    </inkml:context>
    <inkml:brush xml:id="br0">
      <inkml:brushProperty name="width" value="0.05" units="cm"/>
      <inkml:brushProperty name="height" value="0.05" units="cm"/>
      <inkml:brushProperty name="color" value="#004F8B"/>
    </inkml:brush>
  </inkml:definitions>
  <inkml:trace contextRef="#ctx0" brushRef="#br0">32 43 1136,'0'0'432,"-26"7"3740,24-5-4017,-1 0 1524,12 2 85,16 1-1192,1-2-1,-1-1 1,0-1-1,46-3 1,-26 0-220,219-18 130,-64 3-352,1265-11 294,-1183 39-427,67 1 249,-340-13 237,1 2-2339,-6 18 251,-3 1035 765,-14-460 887,0-241-46,-10 413-56,18-486 122,-3 197 185,14-134 336,3-29-237,-7-72-119,-3-162-356,-2 30 3388,1-57-4093</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19.688"/>
    </inkml:context>
    <inkml:brush xml:id="br0">
      <inkml:brushProperty name="width" value="0.05" units="cm"/>
      <inkml:brushProperty name="height" value="0.05" units="cm"/>
      <inkml:brushProperty name="color" value="#004F8B"/>
    </inkml:brush>
  </inkml:definitions>
  <inkml:trace contextRef="#ctx0" brushRef="#br0">12 200 1992,'0'-3'6336,"1"-16"-2423,1 1-2154,0 8-7254,-7 38 1223,-1 17 4303,1 51-1,4-34 8955,1-87-8912,2-1-1,0 1 1,1 0 0,2 0-1,1 0 1,0 1 0,12-27 0,-14 41-266,1 0 0,0 0 0,0 0 1,1 1-1,0-1 0,1 1 0,0 1 1,1-1-1,-1 1 0,2 1 0,-1 0 1,1 0-1,0 0 0,0 1 0,1 0 0,0 1 1,0 0-1,14-4 0,-21 8 38,-1 1 0,1-1 0,0 1 0,0 0 0,0 0 0,0 0 0,-1 0-1,1 1 1,0-1 0,0 1 0,0-1 0,-1 1 0,1 0 0,0 0 0,-1 1 0,1-1 0,-1 0-1,1 1 1,-1-1 0,0 1 0,0 0 0,1 0 0,-1 0 0,-1 0 0,4 4 0,4 6-515,0 1 1,-1-1-1,11 22 0,-18-31 662,5 13 104,-1-1-1,0 1 1,-1 0-1,-1 0 1,-1 0 0,0 0-1,-1 26 1,-2-26 230,-2 0-991</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19.987"/>
    </inkml:context>
    <inkml:brush xml:id="br0">
      <inkml:brushProperty name="width" value="0.05" units="cm"/>
      <inkml:brushProperty name="height" value="0.05" units="cm"/>
      <inkml:brushProperty name="color" value="#004F8B"/>
    </inkml:brush>
  </inkml:definitions>
  <inkml:trace contextRef="#ctx0" brushRef="#br0">1 42 6689,'0'0'593,"1"0"711,1-2-512,37-18-64,-21 16 64,-2 1-112,0-2-271,1 4-113,-2-2-176,3 1-80,4 2-472,0-1-393,7 1-1519</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0.341"/>
    </inkml:context>
    <inkml:brush xml:id="br0">
      <inkml:brushProperty name="width" value="0.05" units="cm"/>
      <inkml:brushProperty name="height" value="0.05" units="cm"/>
      <inkml:brushProperty name="color" value="#004F8B"/>
    </inkml:brush>
  </inkml:definitions>
  <inkml:trace contextRef="#ctx0" brushRef="#br0">0 1 6945,'0'0'4017,"1"8"-8518,15 284 2739,-4-37 3776,-11-232-1383,1-3-205</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0.635"/>
    </inkml:context>
    <inkml:brush xml:id="br0">
      <inkml:brushProperty name="width" value="0.05" units="cm"/>
      <inkml:brushProperty name="height" value="0.05" units="cm"/>
      <inkml:brushProperty name="color" value="#004F8B"/>
    </inkml:brush>
  </inkml:definitions>
  <inkml:trace contextRef="#ctx0" brushRef="#br0">0 54 6969,'11'-7'288,"0"0"0,0 1 0,0 1-1,1-1 1,0 2 0,0 0 0,0 0-1,1 1 1,-1 0 0,1 1 0,21 0-1,-15 2-319,-1 0-1,0 1 0,0 1 0,1 1 0,-2 1 0,1 0 0,26 11 1,-39-13-108,0 0 0,-1 0 0,1 1 0,-1-1 0,0 1 0,8 6 0,-12-8 83,1 0 0,0-1 0,0 1 0,0 0 0,0 1 1,-1-1-1,1 0 0,-1 0 0,1 0 0,-1 0 0,1 0 1,-1 1-1,1-1 0,-1 0 0,0 0 0,0 1 0,0-1 0,0 0 1,0 0-1,0 1 0,0-1 0,0 0 0,0 0 0,-1 1 1,1-1-1,0 0 0,-1 0 0,1 0 0,-1 1 0,1-1 0,-1 0 1,0 0-1,-1 2 0,-4 4 3,0 0 1,0-1 0,-1 0-1,1 0 1,-2 0-1,1-1 1,-8 5 0,-64 32-430,53-29 58,-31 15-1142</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0.979"/>
    </inkml:context>
    <inkml:brush xml:id="br0">
      <inkml:brushProperty name="width" value="0.05" units="cm"/>
      <inkml:brushProperty name="height" value="0.05" units="cm"/>
      <inkml:brushProperty name="color" value="#004F8B"/>
    </inkml:brush>
  </inkml:definitions>
  <inkml:trace contextRef="#ctx0" brushRef="#br0">79 0 10378,'0'0'2045,"-5"12"-4993,2-3 2267,0 1 1,0 0-1,1 0 0,1 1 1,-2 15-1,-1 11 84,-49 427 324,52-371 1489,2-60-1008</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1.278"/>
    </inkml:context>
    <inkml:brush xml:id="br0">
      <inkml:brushProperty name="width" value="0.05" units="cm"/>
      <inkml:brushProperty name="height" value="0.05" units="cm"/>
      <inkml:brushProperty name="color" value="#004F8B"/>
    </inkml:brush>
  </inkml:definitions>
  <inkml:trace contextRef="#ctx0" brushRef="#br0">0 11 7562,'6'-2'1908,"1"0"-1860,0 0-1,0 0 1,0 1 0,0 0 0,0 0-1,0 1 1,1 0 0,-1 0-1,0 1 1,0 0 0,0 0 0,0 1-1,0 0 1,0 0 0,10 4-1,-8-2-146,1 1 0,-2-1 0,1 1 0,0 1 0,-1-1 0,0 2 0,-1-1 0,1 1 0,-1 0 0,0 0 0,6 11 0,-11-16 22,0 1 0,-1-1 0,0 1 0,1-1 1,-1 1-1,0 0 0,0 0 0,-1 0 0,1-1 0,-1 1 1,1 0-1,-1 0 0,0 0 0,0 0 0,0 0 1,0 0-1,-1 0 0,0 4 0,-1-2 54,0 0 1,-1 0-1,1 0 0,-1 0 1,0 0-1,0-1 1,0 0-1,-1 1 0,-5 4 1,-7 6 166,-1-2 0,-1 1 1,-35 18-1,51-31-146,-34 19-169,-1-2-526</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1.780"/>
    </inkml:context>
    <inkml:brush xml:id="br0">
      <inkml:brushProperty name="width" value="0.05" units="cm"/>
      <inkml:brushProperty name="height" value="0.05" units="cm"/>
      <inkml:brushProperty name="color" value="#004F8B"/>
    </inkml:brush>
  </inkml:definitions>
  <inkml:trace contextRef="#ctx0" brushRef="#br0">145 0 9682,'0'0'1086,"-6"3"-2301,-3 3 881,0 0 1,0 1 0,0 0-1,1 1 1,0 0 0,1 0-1,0 1 1,0 0-1,1 0 1,-10 19 0,9-14 307,0 0-1,1 0 1,1 0 0,0 1 0,1-1-1,1 1 1,-3 28 0,6-36 141,0 1 0,0 0 0,1 0 0,0-1-1,1 1 1,0 0 0,0-1 0,0 0 0,1 1 0,0-1 0,1 0 0,-1-1 0,1 1 0,1 0 0,-1-1-1,1 0 1,0 0 0,1-1 0,-1 1 0,11 7 0,-10-9-14,-1-1-1,1 1 1,0-1 0,0 0-1,0-1 1,1 1 0,-1-1 0,0-1-1,1 1 1,0-1 0,-1 0-1,1 0 1,0-1 0,-1 0-1,1 0 1,0-1 0,-1 0-1,1 0 1,-1 0 0,1-1 0,-1 0-1,1 0 1,-1 0 0,7-5-1,2-1 125,-2-1-1,1-1 1,-1 0 0,-1 0-1,0-1 1,0-1-1,-1 0 1,0-1 0,-1 0-1,-1 0 1,11-20 0,-20 32 55,-2 88-7699,0 6 8628,2-79-1179</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1.921"/>
    </inkml:context>
    <inkml:brush xml:id="br0">
      <inkml:brushProperty name="width" value="0.05" units="cm"/>
      <inkml:brushProperty name="height" value="0.05" units="cm"/>
      <inkml:brushProperty name="color" value="#004F8B"/>
    </inkml:brush>
  </inkml:definitions>
  <inkml:trace contextRef="#ctx0" brushRef="#br0">2 1 12403,'0'0'632,"-2"0"-856</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2.374"/>
    </inkml:context>
    <inkml:brush xml:id="br0">
      <inkml:brushProperty name="width" value="0.05" units="cm"/>
      <inkml:brushProperty name="height" value="0.05" units="cm"/>
      <inkml:brushProperty name="color" value="#004F8B"/>
    </inkml:brush>
  </inkml:definitions>
  <inkml:trace contextRef="#ctx0" brushRef="#br0">42 87 7186,'0'0'4206,"7"0"-4344,17 1 211,0-2-1,0-2 1,-1 0-1,1-1 0,-1-1 1,0-1-1,0-1 1,0-1-1,28-15 1,-51 23-85,15-10 55,-14 10-49,-1 0 1,0 0-1,1-1 0,-1 1 0,0 0 0,0 0 0,1 0 1,-1 0-1,0 0 0,0 0 0,1-1 0,-1 1 0,0 0 1,0 0-1,0 0 0,1-1 0,-1 1 0,0 0 0,0 0 1,0-1-1,0 1 0,1 0 0,-1 0 0,0-1 0,0 1 1,0 0-1,0 0 0,0-1 0,0 1 0,0 0 0,0-1 1,0 1-1,0 0 0,0 0 0,0-1 0,0 1 0,0 0 1,0-1-1,0 1 0,0 0 0,0 0 0,0-1 0,0 1 1,-1 0-1,1 0 0,0-1 0,0 1 0,0 0 0,0 0 1,-1-1-1,1 1 0,0 0 0,0 0 0,-1 0 0,1-1 1,0 1-1,0 0 0,-1 0 0,1 0 0,0 0 0,-8-2-86,1 1-1,-1 0 0,1 0 0,-1 1 0,1 0 0,-1 0 0,1 1 0,0 0 0,-1 1 0,1-1 0,-14 6 0,-12 5-152,-37 20 1,67-31 219,-10 5-64,0 1-1,1 1 1,0 0 0,0 1 0,-18 17 0,27-23 80,0 0 0,1 0 1,0 0-1,-1 0 0,1 0 1,0 1-1,0-1 1,1 1-1,-1-1 0,1 1 1,-2 6-1,3-7 5,0-1 0,0 1 0,0 0 0,0-1 0,1 1 0,-1-1-1,1 0 1,-1 1 0,1-1 0,0 1 0,0-1 0,0 0 0,0 1 0,0-1 0,1 0 0,-1 0 0,1 0 0,-1 0 0,1 0 0,2 2 0,25 15-1070,13-2-680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2.887"/>
    </inkml:context>
    <inkml:brush xml:id="br0">
      <inkml:brushProperty name="width" value="0.05" units="cm"/>
      <inkml:brushProperty name="height" value="0.05" units="cm"/>
      <inkml:brushProperty name="color" value="#004F8B"/>
    </inkml:brush>
  </inkml:definitions>
  <inkml:trace contextRef="#ctx0" brushRef="#br0">549 464 5833,'1'-3'219,"0"1"0,0-1 1,-1 0-1,1 1 0,-1-1 0,1 0 0,-1 1 0,0-1 0,0 0 0,0 0 0,0 1 1,-1-1-1,1 0 0,-1 1 0,1-1 0,-1 0 0,0 1 0,0-1 0,0 1 1,0-1-1,-2-2 0,-1 2-101,1 0 0,0 1 0,-1-1 0,1 0 0,-1 1 0,0 0 0,1 0-1,-1 0 1,0 1 0,0-1 0,0 1 0,-1 0 0,-3-1 0,-20-3-205,0 1 0,0 1 0,-1 1 0,-42 4-1,18 2-275,-76 18-1,119-20 283,0 0 0,0 1 0,1 0 0,-1 0 0,1 1 0,-1 1-1,-11 7 1,18-10 74,1 0-1,-1 0 0,1 0 1,0 1-1,-1-1 0,1 1 1,1 0-1,-1-1 0,0 1 1,0 0-1,1 0 0,0 0 1,0 0-1,-1 1 0,2-1 1,-1 0-1,0 0 0,1 1 1,-1-1-1,1 0 0,0 1 1,0-1-1,1 0 0,-1 0 1,1 1-1,0 3 0,0-3 54,0-1 1,0 1-1,0 0 0,1 0 1,-1 0-1,1-1 0,0 1 1,0-1-1,0 1 0,0-1 0,1 0 1,-1 0-1,1 0 0,0 0 1,0 0-1,4 2 0,-2-2 26,0 0-1,0-1 0,1 1 1,-1-1-1,1 0 0,0 0 1,0-1-1,0 0 0,10 1 1,3-1-1,-1-1 1,1-1-1,0-1 1,-1-1-1,35-9 1,-26 4-67,0-1 0,-1-1 0,-1-1 0,0-1 0,0-1 0,-1-1 0,23-19 0,-35 24 101,0-1 0,-1-1 1,0 0-1,-1 0 0,0-1 0,-1-1 1,-1 1-1,0-1 0,0-1 0,-1 0 1,-1 0-1,0 0 0,-1 0 0,5-22 1,-6 9 79,0 0 0,-2 1 0,0-1 0,-2 0 0,-1 0 0,-10-53 1,11 80-240,1 0 0,-1-1-1,0 1 1,0 0 0,0-1 0,0 1 0,0 0 0,0-1 0,0 1 0,0 0 0,0-1 0,0 1 0,0 0 0,-1-1 0,1 1 0,0 0 0,0 0 0,0-1 0,0 1 0,0 0 0,-1-1 0,1 1 0,0 0 0,0 0 0,0-1 0,-1 1 0,1 0 0,0 0 0,0 0 0,-1-1 0,1 1 0,0 0 0,-1 0 0,1 0 0,0 0 0,0 0 0,-1-1 0,1 1 0,0 0 0,-1 0 0,1 0 0,0 0 0,-1 0-1,1 0 1,0 0 0,-1 0 0,1 0 0,0 0 0,-1 0 0,1 1 0,0-1 0,-1 0 0,1 0 0,0 0 0,0 0 0,-1 0 0,1 1 0,0-1 0,-1 0 0,1 0 0,0 1 0,-14 17-735,12-15 585,-9 18-171,2-1 0,0 1 0,1 1 0,1 0-1,1 0 1,-4 28 0,0 16 293,3-1-1,3 109 1,4-165 149,0 27-433</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3.322"/>
    </inkml:context>
    <inkml:brush xml:id="br0">
      <inkml:brushProperty name="width" value="0.05" units="cm"/>
      <inkml:brushProperty name="height" value="0.05" units="cm"/>
      <inkml:brushProperty name="color" value="#004F8B"/>
    </inkml:brush>
  </inkml:definitions>
  <inkml:trace contextRef="#ctx0" brushRef="#br0">227 6 7786,'0'-2'-363,"0"-1"2388,-9 3-2279,3 2 131,1 0-1,-1 0 1,1 1 0,0 0-1,-1 0 1,1 0 0,1 1-1,-1-1 1,0 1-1,1 0 1,0 1 0,0-1-1,0 1 1,1 0 0,-1 0-1,1 0 1,-4 10 0,-9 16-37,-21 61 1,30-73 31,-11 38 287,3 1 0,2 1 0,2 0 0,4 0 0,1 1 0,4 0 0,2 0-1,3 0 1,10 62 0,-10-102-393</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3.804"/>
    </inkml:context>
    <inkml:brush xml:id="br0">
      <inkml:brushProperty name="width" value="0.05" units="cm"/>
      <inkml:brushProperty name="height" value="0.05" units="cm"/>
      <inkml:brushProperty name="color" value="#004F8B"/>
    </inkml:brush>
  </inkml:definitions>
  <inkml:trace contextRef="#ctx0" brushRef="#br0">0 116 5321,'28'-9'469,"0"0"1,0 2-1,0 1 0,1 2 1,0 0-1,0 2 0,0 2 0,30 2 1,-58-2-607,1 0 0,-1 1-1,1-1 1,-1 1 0,0-1 0,1 1 0,-1 0 0,0-1 0,0 1 0,1 0 0,-1 0-1,0 0 1,0 0 0,0 0 0,0 0 0,0 0 0,0 0 0,-1 1 0,1-1 0,0 0 0,0 0-1,-1 1 1,1-1 0,-1 1 0,1-1 0,-1 0 0,0 1 0,0-1 0,1 1 0,-1-1 0,0 1-1,0-1 1,0 0 0,-1 4 0,0 7-411,0 1-1,-1-1 1,-5 16-1,2-7 854,4-18-158,1 1 1,-1 0 0,1 0 0,-1 0-1,1-1 1,1 1 0,-1 0 0,0 0-1,1 0 1,0-1 0,0 1 0,0 0-1,0 0 1,0-1 0,1 1 0,0-1-1,0 0 1,2 5 0,-1-5 62,0-1 0,0 1 1,1 0-1,-1-1 0,1 0 0,-1 0 1,1 0-1,-1 0 0,1 0 0,0-1 1,0 1-1,0-1 0,0 0 0,0-1 0,0 1 1,8 0-1,0-1-91,-1-1 0,1 0 0,0 0 0,-1-1-1,1-1 1,-1 0 0,0 0 0,0-1 0,0-1 0,-1 0 0,15-8 0,-19 9-20,0 1-1,1-2 1,-1 1 0,-1-1 0,1 0-1,-1 0 1,0 0 0,0-1 0,0 0-1,-1 1 1,0-2 0,0 1 0,0-1 0,-1 1-1,0-1 1,-1 0 0,1 0 0,2-14-1,-5 16-72,0 0 0,0 0 0,0 0-1,-1 0 1,0 1 0,0-1 0,0 0-1,0 0 1,-1 1 0,0-1 0,0 1-1,0 0 1,0-1 0,-1 1 0,0 0-1,0 0 1,0 1 0,0-1 0,0 1-1,-1-1 1,0 1 0,1 0 0,-1 0-1,0 1 1,-1-1 0,1 1 0,-5-3-1,-4 0-242,0-1-1,-1 2 0,1 0 0,-1 0 1,0 1-1,0 1 0,0 0 0,-17 1 0,11 1-318,0 1-1,0 2 0,-30 6 0,5 6-1240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4.457"/>
    </inkml:context>
    <inkml:brush xml:id="br0">
      <inkml:brushProperty name="width" value="0.05" units="cm"/>
      <inkml:brushProperty name="height" value="0.05" units="cm"/>
      <inkml:brushProperty name="color" value="#004F8B"/>
    </inkml:brush>
  </inkml:definitions>
  <inkml:trace contextRef="#ctx0" brushRef="#br0">26 1 11234,'0'0'166,"-8"55"-7890,-4 33 6968,6 1 12618,7-93-8956,0-10-1870,1 1-1008,0 1 1,1 0-1,1 0 1,-1 1-1,2-1 0,0 1 1,0-1-1,13-17 1,-14 23-415,1 0 0,0 1 0,0 0 0,1 0 0,-1 0 0,1 0 1,0 1-1,0 0 0,1 0 0,-1 1 0,1 0 0,0 0 0,0 1 1,0-1-1,0 1 0,8-1 0,-8 2 32,40-4-2492,46 11-482,109 15-1128,-145-19 12458,-76-4-3473,6 1-6979,5 2 2258,0-1 0,0 1 1,0 1-1,0 0 0,0 0 0,0 1 0,0 0 0,1 0 0,-13 7 1,0 2-86,1 0 0,-19 18 1,30-23 201,0 0 0,0 0 1,0 1-1,-10 16 0,16-21 120,0 0 0,0 0-1,0 0 1,0 0 0,1 1-1,0-1 1,0 1 0,0-1-1,0 1 1,0-1 0,1 1-1,-1 0 1,1-1 0,0 1-1,0-1 1,1 1 0,0 6-1,0-8-43,0 0 0,0 0 0,0-1 0,0 1 0,0 0 0,0-1 0,1 1 0,-1-1-1,1 1 1,-1-1 0,1 0 0,-1 1 0,1-1 0,0 0 0,-1 0 0,1 0 0,0 0 0,0-1 0,0 1-1,0 0 1,0-1 0,0 1 0,0-1 0,2 0 0,38 8-1421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4.873"/>
    </inkml:context>
    <inkml:brush xml:id="br0">
      <inkml:brushProperty name="width" value="0.05" units="cm"/>
      <inkml:brushProperty name="height" value="0.05" units="cm"/>
      <inkml:brushProperty name="color" value="#004F8B"/>
    </inkml:brush>
  </inkml:definitions>
  <inkml:trace contextRef="#ctx0" brushRef="#br0">194 1 2128,'-16'2'322,"-42"8"1051,55-10-1381,-1 2 0,0-1 1,0 0-1,0 1 0,1 0 0,-1-1 1,1 2-1,-1-1 0,1 0 1,0 1-1,-4 3 0,6-5 29,0 0 0,1 0-1,-1 0 1,0 0 0,1 0 0,0 0-1,-1 0 1,1 0 0,-1 0 0,1 0-1,0 0 1,0 0 0,-1 0 0,1 0-1,0 0 1,0 1 0,0-1 0,0 0-1,1 0 1,-1 0 0,0 0 0,0 0-1,1 0 1,-1 0 0,0 0 0,1 0-1,-1 0 1,1 0 0,0 0-1,-1 0 1,1 0 0,0 0 0,-1 0-1,1 0 1,0-1 0,0 1 0,0 0-1,0-1 1,0 1 0,1 0 0,4 3 364,-1-1 0,1 0 0,0 0 0,-1 0 0,1-1 0,7 2 0,17 2-24,-1-2-1,1-1 1,1-1-1,-1-1 1,0-2-1,0-1 1,0-2-1,53-12 1,-78 14-347,1 0 1,-1 0 0,0 0-1,0 0 1,-1-1-1,1 0 1,0 0-1,-1 0 1,7-7-1,-11 10-27,1-1 0,-1 1 0,1-1 0,-1 0 0,1 1 0,-1-1 0,1 0 0,-1 1 0,1-1 0,-1 0 0,0 0 0,0 1 0,1-1 0,-1 0 0,0 0 0,0 0 0,0 0 0,0 1 0,0-1 0,0 0 0,0 0 0,0 0 0,0 1 0,0-1 0,-1-1 0,0 1-57,0-1-1,0 1 1,0 0-1,0 0 0,-1 0 1,1 0-1,-1 0 1,1 0-1,-1 0 1,1 0-1,-1 0 0,1 1 1,-1-1-1,1 1 1,-1-1-1,0 1 1,-2-1-1,-16-2-276,1 1 0,0 0 1,-1 1-1,1 1 0,-29 4 0,-94 22 566,125-23-126,-7 2-10,0 2 0,-29 10 0,48-15-86,0 0 1,0 0-1,0 1 0,1 0 1,-1 0-1,0 0 0,1 0 1,0 1-1,0-1 0,0 1 0,0 0 1,1 0-1,0 1 0,-1-1 1,2 1-1,-4 6 0,4-8 55,1 0 1,0 0-1,0 1 0,1-1 0,-1 0 0,1 1 0,0-1 1,0 1-1,0-1 0,0 1 0,0-1 0,1 0 0,0 1 0,-1-1 1,1 1-1,0-1 0,2 4 0,0-2 139,1 1 0,-1-1 0,1 0-1,0 0 1,0 0 0,0-1 0,1 0 0,9 8 0,0-3 154,0 0 0,1-1 0,0 0 1,0-1-1,1-1 0,17 5 0,51 6-434,10-9-2457</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6.171"/>
    </inkml:context>
    <inkml:brush xml:id="br0">
      <inkml:brushProperty name="width" value="0.05" units="cm"/>
      <inkml:brushProperty name="height" value="0.05" units="cm"/>
      <inkml:brushProperty name="color" value="#004F8B"/>
    </inkml:brush>
  </inkml:definitions>
  <inkml:trace contextRef="#ctx0" brushRef="#br0">0 0 4129,'3'17'2395,"8"96"-3925,-11-100 1572,0 19 690,9 56 0,-4-70-287</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6.889"/>
    </inkml:context>
    <inkml:brush xml:id="br0">
      <inkml:brushProperty name="width" value="0.05" units="cm"/>
      <inkml:brushProperty name="height" value="0.05" units="cm"/>
      <inkml:brushProperty name="color" value="#004F8B"/>
    </inkml:brush>
  </inkml:definitions>
  <inkml:trace contextRef="#ctx0" brushRef="#br0">1 194 5817,'0'0'5113,"5"0"-5201,27 4 112,-1-2 0,0-2 0,1 0 0,-1-2 0,0-2 0,0 0 0,0-3 0,0 0 0,42-17 0,-66 21 35,-1-1 0,0 1 0,0-1 0,0 0 0,-1-1 0,1 0 0,-1 1 0,0-2 0,-1 1 0,1 0 0,-1-1 0,0 0 0,-1 0 0,1 0 0,-1-1 0,0 1 0,-1-1 0,1 0 0,-1 1 0,-1-1 0,1 0 0,0-11 0,-2 18-102,0 0 1,0-1 0,0 1 0,0-1-1,0 1 1,1-1 0,-1 1-1,0 0 1,0-1 0,0 1 0,0-1-1,0 1 1,0-1 0,-1 1-1,1 0 1,0-1 0,0 1 0,0-1-1,0 1 1,0 0 0,-1-1 0,1 1-1,0-1 1,0 1 0,-1 0-1,1-1 1,0 1 0,0 0 0,-1-1-1,1 1 1,0 0 0,-1 0-1,1-1 1,-1 1 0,1 0 0,0 0-1,-1 0 1,1-1 0,-1 1 0,1 0-1,0 0 1,-1 0 0,1 0-1,-1 0 1,1 0 0,-1 0 0,1 0-1,0 0 1,-1 0 0,1 0-1,-1 0 1,1 0 0,-1 0 0,1 1-1,0-1 1,-1 0 0,1 0 0,-1 0-1,1 1 1,0-1 0,-1 0-1,1 0 1,0 1 0,-1-1 0,1 0-1,-1 1 1,-21 21-2752,21-21 3222,-11 13-518,1 1 0,0 0 0,1 1 0,1 0-1,0 0 1,1 1 0,1 0 0,1 1 0,0 0 0,2 0 0,0 0-1,0 0 1,2 1 0,0 22 0,2-37 278,0 1 0,1-1 0,0 1 0,0-1 0,0 0 0,3 7 4965,-2-15-4028,2-10-1105,1 1 1,0 0 0,1 0 0,1 0 0,0 1-1,1 0 1,0 1 0,1 0 0,0 0 0,17-16-1,-20 22-115,1 0 0,-1 0-1,1 0 1,0 1-1,0 0 1,0 0-1,0 1 1,1 0 0,0 0-1,-1 1 1,1 0-1,0 0 1,0 1-1,0 0 1,0 0 0,0 1-1,1 0 1,-1 0-1,0 1 1,13 3-1,-12-1-127,0 0-1,0 1 1,0 0-1,-1 0 1,0 1-1,0 0 1,0 1-1,-1 0 0,1 0 1,-1 0-1,-1 1 1,1 0-1,6 10 1,-8-11 213,-1 1 1,0-1 0,0 1 0,0 0 0,0 0 0,-1 1 0,-1-1 0,1 1 0,-1 0-1,0-1 1,-1 1 0,0 0 0,0 0 0,-1 0 0,0 0 0,-1 8 0,-1-2 209</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7.400"/>
    </inkml:context>
    <inkml:brush xml:id="br0">
      <inkml:brushProperty name="width" value="0.05" units="cm"/>
      <inkml:brushProperty name="height" value="0.05" units="cm"/>
      <inkml:brushProperty name="color" value="#004F8B"/>
    </inkml:brush>
  </inkml:definitions>
  <inkml:trace contextRef="#ctx0" brushRef="#br0">38 68 6873,'0'2'2242,"16"6"100,-8-6-2055,0 1 1,1-1-1,0 0 0,-1-1 1,1 0-1,0 0 1,0-1-1,-1 0 0,1 0 1,0-1-1,0 0 0,15-5 1,-21 5-233,49-20 640,-50 20-661,0 0 0,0 0-1,0 0 1,0-1 0,0 1-1,0-1 1,0 1-1,0-1 1,0 0 0,-1 1-1,1-1 1,-1 0-1,1 0 1,-1 0 0,0 0-1,0-1 1,0 1-1,0 0 1,1-4 0,-2 5-110,0 0 1,0 0 0,0 1-1,0-1 1,0 0 0,-1 1-1,1-1 1,0 0 0,0 1-1,-1-1 1,1 0 0,0 1-1,-1-1 1,1 0 0,-1 1-1,1-1 1,-1 1 0,1-1-1,-1 1 1,1-1 0,-1 1-1,1-1 1,-1 1 0,0 0 0,1-1-1,-1 1 1,0 0 0,1 0-1,-1-1 1,-1 1 0,-22-4-2144,21 4 2573,-4-1-603,0 2-1,0-1 1,0 1-1,1 0 1,-1 0-1,0 1 1,1-1-1,-1 2 1,-10 4-1,2 0-154,0 1 0,-22 17 0,29-19 379,0 1 0,0 0 0,1 0 1,0 1-1,1 0 0,0 1 1,0-1-1,-8 18 0,12-23 109,0 1 0,0 0-1,1-1 1,-1 1 0,1 0 0,0-1-1,0 1 1,0 0 0,1 0 0,0 0-1,-1 0 1,1 0 0,1 0 0,-1 0-1,0 0 1,1 0 0,0-1 0,0 1 0,0 0-1,0 0 1,1-1 0,0 1 0,-1-1-1,1 1 1,1-1 0,1 4 0,-2-6 81,0 1 0,0-1-1,0 1 1,0-1 0,0 0 0,0 0 0,1 0 0,-1 0 0,0 0 0,0-1 0,1 1 0,-1-1 0,0 1 0,1-1 0,-1 0 0,4 0 0,44-5 1061,-48 4-1210,52-10-711,8-7-777</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7.957"/>
    </inkml:context>
    <inkml:brush xml:id="br0">
      <inkml:brushProperty name="width" value="0.05" units="cm"/>
      <inkml:brushProperty name="height" value="0.05" units="cm"/>
      <inkml:brushProperty name="color" value="#004F8B"/>
    </inkml:brush>
  </inkml:definitions>
  <inkml:trace contextRef="#ctx0" brushRef="#br0">108 36 6249,'0'0'1398,"-8"4"-2594,0 2 1170,-1 0-1,1 1 1,0-1 0,0 2 0,1-1 0,0 1-1,0 1 1,1-1 0,0 1 0,-6 13 0,10-18 96,0 0 0,0 0 1,0 0-1,1 0 0,0 0 1,0 0-1,0 0 0,1 0 1,-1 0-1,1 1 0,0-1 0,0 0 1,0 0-1,1 1 0,-1-1 1,1 0-1,0 0 0,1 0 1,-1 0-1,1 0 0,-1 0 1,1 0-1,0 0 0,0-1 1,1 1-1,-1-1 0,1 0 1,0 1-1,6 4 0,-2-3 271,0 0 0,1-1 0,0 0-1,0 0 1,0-1 0,0 1-1,0-2 1,1 0 0,-1 0 0,1 0-1,-1-1 1,1 0 0,0-1-1,-1 0 1,1 0 0,16-3 0,-7 0-111,0 0 1,0-1-1,0-1 1,0-1-1,-1 0 1,0-2-1,16-8 1,-28 12-178,0 1 1,0-1-1,0 0 1,0-1-1,0 1 1,-1-1-1,0 0 1,0 0-1,0 0 1,-1-1-1,0 1 1,0-1-1,0 0 1,-1 0 0,1 0-1,-1 0 1,-1 0-1,2-11 1,-2 12-114,-1 0 0,1-1 1,-1 1-1,0 0 0,-1-1 1,0 1-1,0 0 1,0 0-1,0 0 0,-1-1 1,1 1-1,-1 0 0,-1 1 1,1-1-1,-1 0 0,0 1 1,0-1-1,0 1 1,0 0-1,-1 0 0,0 0 1,-6-4-1,6 5-87,-1 0 0,0 1 0,0-1 0,0 2 0,0-1 0,0 0 0,-1 1 0,1 0 0,0 0 0,-1 0 0,1 1 0,0 0 0,-1 0 0,1 0 0,-1 1 0,-5 1 0,-10 2-245,0 1 0,-30 12 1,4 2-1041,5 0-630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8.539"/>
    </inkml:context>
    <inkml:brush xml:id="br0">
      <inkml:brushProperty name="width" value="0.05" units="cm"/>
      <inkml:brushProperty name="height" value="0.05" units="cm"/>
      <inkml:brushProperty name="color" value="#004F8B"/>
    </inkml:brush>
  </inkml:definitions>
  <inkml:trace contextRef="#ctx0" brushRef="#br0">53 1 8538,'0'0'2946,"0"2"-3978,-9 37-1676,-4 56 1,2-12 2262,7-57 424,-2-1 508,2 1 1,1-1-1,1 1 1,2 0 0,2 35 1692,3-65 380,38-47-847,-35 40-1672,-1 0 1,2 1-1,-1 1 1,1 0-1,1 0 1,0 0-1,0 1 0,0 1 1,19-11-1,-18 14-149,-1 1 0,1 0 0,0 0 0,0 1 0,1 0 0,-1 1 0,0 0 0,1 1 0,-1 0 0,0 1 0,21 4 0,-26-3-32,1-1 0,-1 1 0,0 1 0,0-1 1,1 1-1,-2 0 0,1 0 0,0 1 0,7 6 0,-10-7 62,1 0 0,-2 0 0,1 0 0,0 1-1,-1-1 1,1 1 0,-1 0 0,0 0 0,0 0-1,-1 0 1,1 0 0,-1 0 0,0 0 0,0 0-1,1 8 1,-2-10 38,0 0-1,-1 0 1,1 0-1,-1 1 1,1-1-1,-1 0 1,0 0 0,1 0-1,-1 0 1,0 0-1,0 0 1,-1 0-1,1 0 1,0 0-1,-1 0 1,1-1 0,-1 1-1,1-1 1,-1 1-1,0-1 1,0 0-1,0 1 1,1-1-1,-1 0 1,-5 2 0,-4 2 84,-1 0 0,0-1 1,-14 3-1,23-6-39,-58 13 311,-73 6 1,111-17-465</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8.916"/>
    </inkml:context>
    <inkml:brush xml:id="br0">
      <inkml:brushProperty name="width" value="0.05" units="cm"/>
      <inkml:brushProperty name="height" value="0.05" units="cm"/>
      <inkml:brushProperty name="color" value="#004F8B"/>
    </inkml:brush>
  </inkml:definitions>
  <inkml:trace contextRef="#ctx0" brushRef="#br0">344 0 6345,'0'0'242,"-10"7"-1000,2 0 571,0 1 0,0 0-1,0 1 1,1 0 0,0 0-1,1 0 1,0 1 0,1 0-1,-1 0 1,2 1 0,0-1-1,-4 16 1,3 6 642,1 0 1,2 0-1,1 0 0,2 0 0,1 0 1,7 33-1,2 83 1661,-11-145-2045,0 0 0,0 0 0,0-1 0,-1 1 0,1 0 0,-1-1 0,1 1 0,-1-1 0,0 1 0,0-1 0,-1 1 0,1-1 0,0 0 0,-1 1 0,1-1 0,-1 0 0,0 0 0,0 0 0,0 0 0,-3 2 0,1-1 40,-1 0-1,0-1 0,1 0 0,-1 0 0,0 0 0,0-1 0,0 1 0,0-1 0,0 0 1,-7 0-1,-3 0-168,-1-1 0,1-1 1,-1 0-1,1-1 0,0-1 0,-22-6 1,-8-7-1401</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9.071"/>
    </inkml:context>
    <inkml:brush xml:id="br0">
      <inkml:brushProperty name="width" value="0.05" units="cm"/>
      <inkml:brushProperty name="height" value="0.05" units="cm"/>
      <inkml:brushProperty name="color" value="#004F8B"/>
    </inkml:brush>
  </inkml:definitions>
  <inkml:trace contextRef="#ctx0" brushRef="#br0">0 5 11787,'0'-4'2176</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9.585"/>
    </inkml:context>
    <inkml:brush xml:id="br0">
      <inkml:brushProperty name="width" value="0.05" units="cm"/>
      <inkml:brushProperty name="height" value="0.05" units="cm"/>
      <inkml:brushProperty name="color" value="#004F8B"/>
    </inkml:brush>
  </inkml:definitions>
  <inkml:trace contextRef="#ctx0" brushRef="#br0">76 86 7994,'0'0'1984,"10"3"305,5 0-2126,0-1 0,0 0 0,1-2 0,-1 1 1,0-2-1,0 0 0,1-1 0,-1 0 0,0-1 0,0-1 1,-1-1-1,1 0 0,15-8 0,-29 13-170,1 0 0,-1-1-1,1 1 1,-1-1 0,1 0-1,-1 1 1,0-1 0,1 0-1,-1 0 1,0 0 0,0 0 0,0 0-1,0 0 1,0 0 0,0 0-1,0 0 1,0-1 0,0 1 0,0 0-1,-1-1 1,1 1 0,0 0-1,-1-1 1,1 1 0,-1-1-1,0 1 1,1-1 0,-1 1 0,0-1-1,0-1 1,-1 1-77,0 0-1,0 1 1,0-1 0,-1 1 0,1-1-1,0 1 1,-1-1 0,1 1 0,-1 0-1,1-1 1,-1 1 0,0 0-1,0 0 1,1 0 0,-1 1 0,0-1-1,0 0 1,0 1 0,0-1-1,0 1 1,0 0 0,-3-1 0,-5 0-154,-1 1 1,0 0-1,1 1 1,-1 0-1,1 0 1,0 1-1,-1 1 0,1 0 1,0 0-1,0 1 1,0 0-1,1 0 1,0 1-1,-10 7 1,5-3 206,1 0 1,1 1 0,-1 0 0,2 1-1,-1 0 1,2 1 0,-1 0-1,-14 24 1,22-32 101,1 0-1,0 1 1,0-1 0,0 0-1,1 0 1,-1 1-1,1-1 1,0 1 0,1-1-1,-2 8 1,3-10-45,-1-1 1,0 1 0,1 0-1,-1-1 1,1 1 0,-1-1-1,1 1 1,0-1-1,-1 1 1,1-1 0,0 0-1,0 1 1,0-1-1,0 0 1,0 0 0,0 1-1,1-1 1,-1 0 0,0 0-1,1 0 1,-1-1-1,1 1 1,-1 0 0,1 0-1,-1-1 1,1 1-1,-1-1 1,1 1 0,-1-1-1,1 0 1,0 0 0,1 1-1,28 2-694</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9.879"/>
    </inkml:context>
    <inkml:brush xml:id="br0">
      <inkml:brushProperty name="width" value="0.05" units="cm"/>
      <inkml:brushProperty name="height" value="0.05" units="cm"/>
      <inkml:brushProperty name="color" value="#004F8B"/>
    </inkml:brush>
  </inkml:definitions>
  <inkml:trace contextRef="#ctx0" brushRef="#br0">426 21 2609,'-10'-4'354,"-1"0"1,1 1-1,-1 0 1,0 1 0,1 0-1,-1 1 1,0 0-1,0 0 1,0 2-1,0-1 1,0 1 0,0 1-1,-16 4 1,3 0-525,-1 2-1,1 0 1,0 2 0,-38 21-1,53-25 116,0-1-1,1 1 0,0 1 0,0 0 0,0 0 1,1 1-1,-1 0 0,2 0 0,0 0 0,-6 11 0,10-17 136,1 1-1,-1-1 0,1 1 1,0 0-1,0 0 0,0-1 0,1 1 1,-1 0-1,1 0 0,-1 0 1,1 0-1,0 0 0,0 0 1,0 0-1,1 0 0,-1 0 0,1 0 1,-1-1-1,1 1 0,0 0 1,0 0-1,0 0 0,1-1 1,-1 1-1,1-1 0,-1 1 0,1-1 1,0 0-1,0 1 0,0-1 1,0 0-1,0 0 0,1 0 1,-1-1-1,0 1 0,1 0 0,-1-1 1,1 0-1,4 2 0,5 3 252,1-1-1,-1 0 0,1-1 1,1-1-1,-1 0 0,19 2 1,-1-3-761,53-2 1,-10-5-1726</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0.209"/>
    </inkml:context>
    <inkml:brush xml:id="br0">
      <inkml:brushProperty name="width" value="0.05" units="cm"/>
      <inkml:brushProperty name="height" value="0.05" units="cm"/>
      <inkml:brushProperty name="color" value="#004F8B"/>
    </inkml:brush>
  </inkml:definitions>
  <inkml:trace contextRef="#ctx0" brushRef="#br0">83 13 4193,'0'0'76,"0"-1"-1,0 1 1,0-1 0,0 1-1,0-1 1,1 1 0,-1-1-1,-1 1 1,1-1 0,0 1 0,0 0-1,0-1 1,0 1 0,0-1-1,0 1 1,0-1 0,-1 1-1,1-1 1,0 1 0,0 0 0,-1-1-1,1 1 1,0 0 0,0-1-1,-1 1 1,1 0 0,0-1-1,-1 1 1,0-1 0,-4 16-778,-2 39-1518,6-48 2588,-56 448 6498,57-449-6809,-4 19 395,0 39 0,4-57-407,1 0 1,-1 0-1,1 0 0,0 1 1,0-1-1,1 0 1,0 0-1,0-1 0,0 1 1,0 0-1,7 9 0,5-2-542,6-7-829</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0.425"/>
    </inkml:context>
    <inkml:brush xml:id="br0">
      <inkml:brushProperty name="width" value="0.05" units="cm"/>
      <inkml:brushProperty name="height" value="0.05" units="cm"/>
      <inkml:brushProperty name="color" value="#004F8B"/>
    </inkml:brush>
  </inkml:definitions>
  <inkml:trace contextRef="#ctx0" brushRef="#br0">1 25 7058,'0'0'5145,"1"0"-3921,42 1-216,-2-2-248,19-4-776,6 0-664,7-2-952,5-1-697</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0.893"/>
    </inkml:context>
    <inkml:brush xml:id="br0">
      <inkml:brushProperty name="width" value="0.05" units="cm"/>
      <inkml:brushProperty name="height" value="0.05" units="cm"/>
      <inkml:brushProperty name="color" value="#004F8B"/>
    </inkml:brush>
  </inkml:definitions>
  <inkml:trace contextRef="#ctx0" brushRef="#br0">25 10 6537,'0'-6'9554,"0"3"-9557,-5 30-5090,-3 17 4974,-3 79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1.158"/>
    </inkml:context>
    <inkml:brush xml:id="br0">
      <inkml:brushProperty name="width" value="0.05" units="cm"/>
      <inkml:brushProperty name="height" value="0.05" units="cm"/>
      <inkml:brushProperty name="color" value="#004F8B"/>
    </inkml:brush>
  </inkml:definitions>
  <inkml:trace contextRef="#ctx0" brushRef="#br0">0 91 2312,'0'0'6386,"2"0"-5202,-1 0-320,34-15-112,-21 3-79,-1 0 23,-3 0 32,-3-2-48,-2 2-56,-4-2-120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1.735"/>
    </inkml:context>
    <inkml:brush xml:id="br0">
      <inkml:brushProperty name="width" value="0.05" units="cm"/>
      <inkml:brushProperty name="height" value="0.05" units="cm"/>
      <inkml:brushProperty name="color" value="#004F8B"/>
    </inkml:brush>
  </inkml:definitions>
  <inkml:trace contextRef="#ctx0" brushRef="#br0">287 2 8522,'0'0'3671,"-20"-2"-6459,2 5 2608,0-1 0,0 2 0,0 0 0,0 2 0,1 0 0,0 0 1,-18 10-1,29-13 189,-38 24 274,42-26-74,3 0-139,-1 0 0,0 0 0,0 0 0,1 0 0,-1 0 0,0 0-1,1 0 1,-1 0 0,1 0 0,0 0 0,-1-1 0,1 1 0,0 0 0,-1 0 0,1-1 0,0 1 0,0 0-1,-1-1 1,1 1 0,0 0 0,0-1 0,0 1 0,0-1 0,0 0 0,0 1 0,0-1 0,0 0 0,2 1-1,35 4 306,-28-4-138,4 1-140,10 0-49,49 13 1,-67-13-165,0 0 1,-1 0-1,1 0 1,0 1-1,-1 0 1,1 0-1,-1 0 1,0 1 0,0-1-1,-1 1 1,1 0-1,-1 1 1,6 6-1,-9-9 64,0 0 0,0 0 0,0 0-1,0 0 1,-1 0 0,1 0-1,-1 1 1,1-1 0,-1 0 0,0 0-1,0 0 1,0 1 0,0-1 0,0 0-1,-1 0 1,1 0 0,0 0-1,-1 1 1,0-1 0,0 0 0,1 0-1,-1 0 1,0 0 0,-1 0 0,1-1-1,0 1 1,0 0 0,-1 0-1,1-1 1,-1 1 0,-3 2 0,-4 4 50,-1 1 0,-1-1 0,-21 13 0,7-9 173,0 0 0,-1-1 0,0-2 0,-1 0 0,0-2-1,-48 6 1,71-12 1665,4-1-1800,0 0 0,0 0 0,0 1 0,0-1 0,0 0 0,-1 0 0,1 0 0,0 0 0,0 0-1,0 0 1,0 0 0,0 0 0,0 0 0,0 0 0,0 0 0,-1 0 0,1 0 0,0 0 0,0 0 0,0 0 0,0-1 0,0 1-1,0 0 1,0 0 0,0 0 0,0 0 0,0 0 0,-1 0 0,1 0 0,0 0 0,0 0 0,0 0 0,0 0 0,0 0 0,0 0-1,0-1 1,0 1 0,0 0 0,0 0 0,0 0 0,0 0 0,0 0 0,0 0 0,0 0 0,0 0 0,0 0 0,0-1 0,0 1-1,0 0 1,0 0 0,0 0 0,0 0 0,0 0 0,0 0 0,0 0 0,0 0 0,0 0 0,0-1 0,0 1 0,0 0 0,0 0-1,0 0 1,0 0 0,0-4 494,0 1-526,-1 0-1,1 0 0,0 0 1,1 0-1,-1 1 0,0-1 1,1 0-1,0 0 1,-1 0-1,1 1 0,0-1 1,1 0-1,-1 1 0,0-1 1,1 1-1,-1-1 0,1 1 1,0 0-1,0 0 0,0-1 1,0 1-1,0 1 1,0-1-1,1 0 0,-1 0 1,3 0-1,29-18-1651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4.956"/>
    </inkml:context>
    <inkml:brush xml:id="br0">
      <inkml:brushProperty name="width" value="0.05" units="cm"/>
      <inkml:brushProperty name="height" value="0.05" units="cm"/>
      <inkml:brushProperty name="color" value="#004F8B"/>
    </inkml:brush>
  </inkml:definitions>
  <inkml:trace contextRef="#ctx0" brushRef="#br0">77 62 8690,'-2'-18'-119,"-3"13"-154,4 6 222,0 0 0,0 0 0,-1-1 0,1 1 0,0 0 0,0 0 0,0 0 0,0 0 0,0 0 0,0 1-1,1-1 1,-1 0 0,0 0 0,0 2 0,-27 55-625,23-44 712,0 0 0,0 0 0,2 0 0,0 1 0,-2 27-1,5-34 993,0 0-1,1 0 0,-1 0 1,4 9-1,0-23 2286,8-16-2684,6-11-744,2 0 0,0 2 0,37-42 0,-49 65-157,1-1-1,-1 2 0,2-1 0,-1 1 0,1 0 0,16-7 1,-19 10 115,0 2 0,0-1 0,0 1 0,0 0 0,1 1 0,-1-1 0,0 1 0,1 1 0,-1 0 0,1 0 0,10 1 0,-12 0 63,0 1 0,0 0-1,0 0 1,-1 0 0,1 0 0,-1 1-1,1 0 1,-1 0 0,0 0-1,0 1 1,0 0 0,-1 0 0,1 0-1,-1 0 1,0 1 0,0 0 0,-1 0-1,1 0 1,-1 0 0,3 7-1,-2-4 74,0 0-1,-1 0 1,0 1 0,-1-1-1,1 1 1,-2 0-1,1 0 1,-1 0-1,-1-1 1,1 1-1,-2 0 1,-4 19 3681,-1-36-2117,5 3-1558,-1 0 0,1 0 0,0 1-1,1-1 1,-1 0 0,1 0 0,0 0 0,0 0 0,0 0-1,1 0 1,0 0 0,0 0 0,0 1 0,0-1-1,1 0 1,0 1 0,0-1 0,0 1 0,0-1 0,1 1-1,0 0 1,0 0 0,0 0 0,0 1 0,6-6-1,-2 3-73,1 0-1,-1 1 0,1 0 0,0 1 0,1 0 1,-1 0-1,1 0 0,0 1 0,0 0 0,0 1 1,0 0-1,0 1 0,0 0 0,0 0 1,1 1-1,12 1 0,-15-1 34,1 1 0,-1 0-1,1 1 1,-1 0 0,0 0 0,0 0 0,0 1 0,0 0-1,0 1 1,0-1 0,-1 1 0,0 0 0,0 1 0,0 0-1,0 0 1,-1 0 0,1 1 0,-2-1 0,1 1 0,6 11 0,-9-13 57,-1 0 0,1 1 0,-1-1 0,0 0 0,-1 0 0,1 1 1,-1-1-1,0 0 0,0 1 0,0-1 0,-1 0 0,1 1 0,-3 5 1,0 2-1011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5.379"/>
    </inkml:context>
    <inkml:brush xml:id="br0">
      <inkml:brushProperty name="width" value="0.05" units="cm"/>
      <inkml:brushProperty name="height" value="0.05" units="cm"/>
      <inkml:brushProperty name="color" value="#004F8B"/>
    </inkml:brush>
  </inkml:definitions>
  <inkml:trace contextRef="#ctx0" brushRef="#br0">12 87 7554,'0'0'376,"-1"8"-3042,-1 2 2330,-1 9 550,0 1 1,1 0-1,1-1 0,1 1 1,3 21-1,-3-37 2,0 0 0,1-1 0,0 1 0,-1-1 0,2 1 0,-1-1 0,0 1 0,0-1 0,1 0 0,0 1 0,0-1 0,0 0 0,0 0 0,0 0 0,1-1 0,-1 1 0,1-1 0,0 1 0,0-1 0,-1 0 0,2 0 0,-1 0 0,0 0 0,0 0 0,0-1 0,1 0 0,-1 1 0,1-1 0,-1-1 0,1 1 0,0 0 0,-1-1 0,1 0 0,0 0 0,-1 0 0,6-1 0,1 0-34,1-1 0,-1 0 1,0-1-1,0 0 0,0 0 0,0-1 1,0-1-1,-1 0 0,0 0 1,0-1-1,0 0 0,-1 0 1,0-1-1,0 0 0,9-11 0,-12 13-151,0-1 0,0 0 0,-1 0 0,1 0 0,-1-1 0,-1 0-1,1 0 1,-1 0 0,-1 0 0,1 0 0,-1-1 0,0 1-1,-1-1 1,0 1 0,0-1 0,0 1 0,-1-1 0,0 0 0,-1 0-1,0 1 1,-2-12 0,2 15-166,-1 1 0,0-1 0,0 0 0,0 0 0,0 1 0,0-1 0,-1 1 0,1-1-1,-1 1 1,0 0 0,0 0 0,0 0 0,-1 1 0,1-1 0,0 1 0,-1 0 0,-7-4 0,4 4-149,1-1-1,-1 1 1,0 0 0,0 1 0,1 0 0,-1 0 0,0 0-1,0 1 1,0 0 0,-8 1 0,-24 7-1462</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5.969"/>
    </inkml:context>
    <inkml:brush xml:id="br0">
      <inkml:brushProperty name="width" value="0.05" units="cm"/>
      <inkml:brushProperty name="height" value="0.05" units="cm"/>
      <inkml:brushProperty name="color" value="#004F8B"/>
    </inkml:brush>
  </inkml:definitions>
  <inkml:trace contextRef="#ctx0" brushRef="#br0">5 0 792,'-2'27'-130,"-1"-2"322,3 45-1,1-61 28,1 0-1,-1 0 1,1-1-1,1 1 1,-1-1-1,1 0 0,1 0 1,8 15-1,-11-21 193,0-1-1,-1 0 1,1 0 0,0 0-1,0 0 1,0 0-1,0-1 1,0 1-1,0 0 1,0 0-1,0 0 1,0-1 0,0 1-1,1-1 1,-1 1-1,0-1 1,2 1-1,-1-1-153,0 1 0,0-1-1,0 0 1,0-1 0,0 1 0,0 0-1,0 0 1,0-1 0,0 1-1,3-2 1,3-2-171,0-1-1,0 0 0,0 0 1,8-7-1,-7 5 510,25-19-382,-12 8-396,1 2 0,27-15 0,-40 26 64,-1 0 0,1 2 0,0-1 0,0 1 0,0 0 0,0 1 0,1 1 0,-1-1 0,14 1 0,-23 11-2161,1 3 2168,-1-1-1,-1 1 1,0 0-1,-1-1 1,0 1 0,-1 0-1,-6 19 1,7-29 168,0 0 1,0 0-1,0 0 1,1 0-1,-1 1 1,1-1-1,0 0 1,0 1-1,0-1 1,0 0-1,0 0 1,1 1-1,-1-1 0,1 0 1,0 0-1,0 0 1,2 5-1,3-3-340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6.095"/>
    </inkml:context>
    <inkml:brush xml:id="br0">
      <inkml:brushProperty name="width" value="0.05" units="cm"/>
      <inkml:brushProperty name="height" value="0.05" units="cm"/>
      <inkml:brushProperty name="color" value="#004F8B"/>
    </inkml:brush>
  </inkml:definitions>
  <inkml:trace contextRef="#ctx0" brushRef="#br0">0 1 8946</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6.831"/>
    </inkml:context>
    <inkml:brush xml:id="br0">
      <inkml:brushProperty name="width" value="0.05" units="cm"/>
      <inkml:brushProperty name="height" value="0.05" units="cm"/>
      <inkml:brushProperty name="color" value="#004F8B"/>
    </inkml:brush>
  </inkml:definitions>
  <inkml:trace contextRef="#ctx0" brushRef="#br0">7 8 4081,'-1'14'145,"1"0"1,3 21-1,-1-27-5,-1-1 0,0 1 1,-1 0-1,0-1 0,0 1 0,-1 0 1,0-1-1,0 1 0,0-1 0,-1 1 1,-4 9 7058,6-17-7264,0-1-1,0 0 1,0 1 0,0-1 0,1 0-1,-1 1 1,0-1 0,0 0-1,1 1 1,-1-1 0,0 1 0,1-1-1,-1 1 1,1-1 0,-1 1 0,1-1-1,-1 1 1,1-1 0,-1 1 0,1 0-1,-1-1 1,1 1 0,0 0-1,-1-1 1,1 1 0,0 0 0,-1 0-1,1 0 1,0-1 0,-1 1 0,1 0-1,1 0 1,2-1 59,1 0 1,-1 0-1,1 1 1,0-1-1,-1 1 0,1 0 1,0 0-1,-1 0 0,1 1 1,0 0-1,-1 0 1,1 0-1,4 2 0,7 1-25,0 0 1,1-2-1,-1 0 0,0 0 0,1-2 0,0 0 0,-1-1 0,0-1 0,1 0 0,-1-1 0,0-1 0,0 0 0,0-1 1,-1-1-1,0-1 0,0 0 0,0-1 0,-1 0 0,0-1 0,-1-1 0,20-17 0,-30 24 243,1-1 0,-1 1-1,0-1 1,-1 0 0,1 0-1,-1 0 1,1 0 0,-1 0-1,0-1 1,-1 1 0,1-1-1,-1 1 1,0-1 0,1-5 0,-2 9-136,-5-1-562,-1 1 292,0 1-1,-1-1 1,1 1-1,-1 0 1,1 1-1,-1-1 1,1 1-1,0 1 1,-1-1 0,1 1-1,0 0 1,0 1-1,-11 5 1,-9 6-167,-44 29 1,60-37 395,0 1 1,1 0 0,0 0 0,0 1-1,1 0 1,0 1 0,0 0-1,1 0 1,0 0 0,0 1 0,1 0-1,1 0 1,0 1 0,0 0-1,1 0 1,0 0 0,1 0 0,1 1-1,-1-1 1,2 1 0,0-1 0,0 17-1,3 16 173,3 0 0,13 62-1,6 49 154,-24-150-338,1 0-1,-1 0 0,-1 0 0,1 0 0,-1 0 0,1 0 0,-1 0 0,-1 0 0,1-1 0,-1 1 0,0 0 0,0-1 0,0 1 0,-1-1 1,-2 4-1,1-3 5,0-1 1,0 0 0,-1 0-1,1 0 1,-1-1 0,0 0 0,0 0-1,0 0 1,0 0 0,-1-1 0,1 0-1,-10 2 1,-31 7-345,-10-3-512</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7.548"/>
    </inkml:context>
    <inkml:brush xml:id="br0">
      <inkml:brushProperty name="width" value="0.05" units="cm"/>
      <inkml:brushProperty name="height" value="0.05" units="cm"/>
      <inkml:brushProperty name="color" value="#004F8B"/>
    </inkml:brush>
  </inkml:definitions>
  <inkml:trace contextRef="#ctx0" brushRef="#br0">45 0 11594,'0'4'-603,"1"-1"0,-1 0 0,1 1 0,0-1 1,0 0-1,1 1 0,2 4 0,0 0 812,0-1 1,1 0 0,0 0 0,0 0-1,0 0 1,1-1 0,0 0 0,0 0-1,1-1 1,7 6 0,-3-7 183,1 1 0,-1-2 0,1 1 0,0-2 0,-1 1 0,1-2 0,20 1 1,-24-1-115,0-1 1,0-1-1,0 1 1,-1-1 0,1-1-1,0 1 1,-1-1 0,1-1-1,-1 1 1,1-1 0,-1 0-1,12-9 1,-16 10-128,0-1 0,-1 0 0,1-1 0,-1 1 1,0 0-1,0-1 0,0 1 0,0-1 0,-1 1 0,0-1 0,1 0 0,-1 0 0,-1 0 1,1 0-1,0 0 0,-1-6 0,0 9 79,-2 1-760,0 0 0,0 0 0,0 1 0,0-1 0,0 1 0,0-1 0,0 1 1,0 0-1,0 0 0,-2 2 0,-20 17-984,-17 30 1887,39-47-559,-5 8 183,0 1 0,1-1 0,0 1 0,1 1 0,0-1 1,-4 17-1,-13 83 74,12-50 5,6-39-21,-1-1 1,-1 1-1,-1-1 0,-1 0 0,-12 22 1,18-39-12,-1-1-1,1 1 1,-1-1 0,0 0 0,0 0 0,0 0 0,-1 0-1,0 0 1,1-1 0,-1 0 0,0 1 0,-1-1 0,1-1 0,0 1-1,-1-1 1,0 0 0,1 0 0,-1 0 0,0 0 0,0-1 0,0 0-1,0 0 1,0 0 0,-1-1 0,1 0 0,0 0 0,0 0 0,0 0-1,-8-2 1,-8-5-378</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8.001"/>
    </inkml:context>
    <inkml:brush xml:id="br0">
      <inkml:brushProperty name="width" value="0.05" units="cm"/>
      <inkml:brushProperty name="height" value="0.05" units="cm"/>
      <inkml:brushProperty name="color" value="#004F8B"/>
    </inkml:brush>
  </inkml:definitions>
  <inkml:trace contextRef="#ctx0" brushRef="#br0">34 91 15011,'14'-1'57,"1"-1"0,-1-1 0,22-7 0,-18 5-65,-13 3 45,1 1 0,0-1 1,-1 0-1,0-1 0,11-5 0,-15 7-59,1-1 1,-1 1 0,1 0-1,-1-1 1,1 1-1,-1-1 1,0 1-1,1-1 1,-1 0-1,0 1 1,0-1-1,0 0 1,-1 0-1,1 0 1,0 0 0,-1 0-1,1 0 1,-1 0-1,1 0 1,-1-4-1,0 5-427,-11-4-1949,6 4 2233,1-1 1,-1 1-1,0 1 0,0-1 1,0 1-1,0-1 0,0 1 1,0 1-1,0-1 1,0 1-1,0 0 0,1 0 1,-1 0-1,0 1 0,1-1 1,-1 1-1,1 0 0,-1 1 1,-7 5-1,5-3 140,0 1 0,0 0-1,1 1 1,0-1 0,0 1 0,1 0-1,0 1 1,0-1 0,1 1 0,0 0-1,0 0 1,1 0 0,-4 15 0,5-20 121,2 1 0,-1 0-1,0 0 1,1 0 0,0 0 0,0 0 0,0 0 0,0 0 0,1 0 0,0 0 0,-1-1 0,2 1-1,-1 0 1,0 0 0,1-1 0,-1 1 0,1-1 0,0 1 0,0-1 0,0 0 0,1 1 0,-1-1-1,1 0 1,0-1 0,0 1 0,0 0 0,0-1 0,0 0 0,1 0 0,-1 0 0,0 0 0,8 3-1,-3-3-179,0 1-1,0-1 0,0 0 0,1 0 0,-1-1 0,16 0 0,24 0-2593</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8.327"/>
    </inkml:context>
    <inkml:brush xml:id="br0">
      <inkml:brushProperty name="width" value="0.05" units="cm"/>
      <inkml:brushProperty name="height" value="0.05" units="cm"/>
      <inkml:brushProperty name="color" value="#004F8B"/>
    </inkml:brush>
  </inkml:definitions>
  <inkml:trace contextRef="#ctx0" brushRef="#br0">67 1 9330,'-1'6'-1758,"-21"102"-1186,-2 9 2725,7 1 3622,16-109-2922,0 1 0,1-1 0,0 1 0,0 0 0,1-1 0,2 11 0,-2-17-430,0 0-1,0 0 1,0-1-1,1 1 1,-1-1-1,0 1 1,1-1-1,0 0 1,0 0-1,-1 1 1,1-1 0,1-1-1,-1 1 1,0 0-1,0 0 1,1-1-1,-1 1 1,1-1-1,-1 0 1,1 0-1,-1 0 1,1 0 0,0 0-1,5 1 1,25 4-1372</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48.512"/>
    </inkml:context>
    <inkml:brush xml:id="br0">
      <inkml:brushProperty name="width" value="0.05" units="cm"/>
      <inkml:brushProperty name="height" value="0.05" units="cm"/>
      <inkml:brushProperty name="color" value="#004F8B"/>
    </inkml:brush>
  </inkml:definitions>
  <inkml:trace contextRef="#ctx0" brushRef="#br0">1 1 12563,'21'6'1032,"9"-3"-320,13 0-80,10-2-440,3 1-680,2-2-1656</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0.539"/>
    </inkml:context>
    <inkml:brush xml:id="br0">
      <inkml:brushProperty name="width" value="0.05" units="cm"/>
      <inkml:brushProperty name="height" value="0.05" units="cm"/>
      <inkml:brushProperty name="color" value="#004F8B"/>
    </inkml:brush>
  </inkml:definitions>
  <inkml:trace contextRef="#ctx0" brushRef="#br0">315 233 9554,'4'-17'815,"0"0"-1,-1-1 1,1-23-1,-4 27-779,0 0 0,0 0 0,-2 0 0,0 0 0,0 0 0,-1 1 0,-10-27 0,12 38-392,-15 3-4667,8-1 4976,1 1-1,-1 0 1,0 1-1,1 0 1,-1 0-1,1 1 1,0 0-1,0 0 1,0 0-1,0 1 1,-10 8 0,2-1 10,1 2 0,0 0 0,0 0 1,1 1-1,1 1 0,1 0 1,0 1-1,1 0 0,0 1 0,1 0 1,1 0-1,1 1 0,1 0 1,0 0-1,1 0 0,1 1 0,-3 35 1,3 13 37,3 0 1,7 70-1,-3-108 268,-2 1-1,0-1 1,-2 0-1,-5 30 1,5-55-79,0-1 1,0 1 0,0-1 0,-1 1 0,1-1 0,-1 0-1,1 0 1,-4 5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0.930"/>
    </inkml:context>
    <inkml:brush xml:id="br0">
      <inkml:brushProperty name="width" value="0.05" units="cm"/>
      <inkml:brushProperty name="height" value="0.05" units="cm"/>
      <inkml:brushProperty name="color" value="#004F8B"/>
    </inkml:brush>
  </inkml:definitions>
  <inkml:trace contextRef="#ctx0" brushRef="#br0">1 81 10034,'6'-1'1670,"65"-17"-1107,2 4 1,128-10 0,-32 6 191,-114 13-1473</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1.601"/>
    </inkml:context>
    <inkml:brush xml:id="br0">
      <inkml:brushProperty name="width" value="0.05" units="cm"/>
      <inkml:brushProperty name="height" value="0.05" units="cm"/>
      <inkml:brushProperty name="color" value="#004F8B"/>
    </inkml:brush>
  </inkml:definitions>
  <inkml:trace contextRef="#ctx0" brushRef="#br0">463 45 10778,'-1'-8'796,"1"7"-717,0 0 0,0-1 1,-1 1-1,1 0 0,0 0 1,0 0-1,-1 0 0,1 0 0,-1 0 1,1 0-1,-1 0 0,1 0 1,-1 0-1,1 0 0,-1 0 1,0 0-1,0 0 0,1 1 0,-1-1 1,0 0-1,0 0 0,0 1 1,0-1-1,-1 0 0,-7-2-264,1 1 0,0 0 0,-1 0 0,1 1 0,-1 0 0,1 0 0,-1 1 1,0 0-1,1 0 0,-1 1 0,0 0 0,-9 3 0,-91 25-696,97-25 905,0 1 0,1 0-1,-1 0 1,1 1 0,1 1 0,-1-1-1,-9 10 1,19-16-14,0 1 1,0 0-1,0-1 1,1 1-1,-1 0 0,0-1 1,1 1-1,-1 0 1,0 0-1,1 0 0,-1 0 1,1 0-1,-1 0 1,1 0-1,-1 0 0,1 0 1,0 0-1,0 0 1,-1 0-1,1 0 1,0 0-1,0 0 0,0 0 1,0 0-1,0 0 1,0 0-1,1 0 0,-1 0 1,0 1-1,2 0 41,-1 0 0,0 0-1,1-1 1,-1 1 0,1 0 0,0-1-1,-1 1 1,1-1 0,0 0-1,0 0 1,0 0 0,4 2-1,7 2 222,0 0 0,1-1-1,16 3 1,68 6 189,-70-11-532,0 1 1,0 2 0,0 1 0,-1 1 0,42 16 0,-66-21 10,0-1-1,1 1 1,-1 0 0,0 0 0,0 1 0,0-1 0,0 0-1,-1 1 1,1 0 0,-1 0 0,1-1 0,2 5 0,-5-5 31,0-1 0,1 0-1,-1 0 1,0 0 0,1 1 0,-1-1 0,0 0 0,0 0 0,0 1 0,0-1 0,0 0 0,-1 0 0,1 0-1,0 1 1,0-1 0,-1 0 0,1 0 0,-1 0 0,1 0 0,-1 1 0,0-1 0,1 0 0,-1 0 0,0 0-1,0 0 1,1-1 0,-1 1 0,0 0 0,0 0 0,0 0 0,0-1 0,0 1 0,0 0 0,0-1 0,-1 1 0,1-1-1,0 0 1,-2 1 0,-16 6 81,-1 0-1,0-2 1,-1 0-1,1-1 1,-1-2-1,0 0 1,-24-1-1,13 1-17,-204 1 773,165-3-153,69 0-679</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2.194"/>
    </inkml:context>
    <inkml:brush xml:id="br0">
      <inkml:brushProperty name="width" value="0.05" units="cm"/>
      <inkml:brushProperty name="height" value="0.05" units="cm"/>
      <inkml:brushProperty name="color" value="#004F8B"/>
    </inkml:brush>
  </inkml:definitions>
  <inkml:trace contextRef="#ctx0" brushRef="#br0">12 46 6817,'-11'-5'8445,"28"0"-8257,1 1 1,-1 1-1,1 0 1,0 1-1,0 1 1,20 1-1,18-1 177,181-20 1444,-228 21-3046</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2.617"/>
    </inkml:context>
    <inkml:brush xml:id="br0">
      <inkml:brushProperty name="width" value="0.05" units="cm"/>
      <inkml:brushProperty name="height" value="0.05" units="cm"/>
      <inkml:brushProperty name="color" value="#004F8B"/>
    </inkml:brush>
  </inkml:definitions>
  <inkml:trace contextRef="#ctx0" brushRef="#br0">1 41 11562,'0'0'4361,"6"0"-3966,280-25 76,-212 20-421,161-6-264</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3.898"/>
    </inkml:context>
    <inkml:brush xml:id="br0">
      <inkml:brushProperty name="width" value="0.05" units="cm"/>
      <inkml:brushProperty name="height" value="0.05" units="cm"/>
      <inkml:brushProperty name="color" value="#004F8B"/>
    </inkml:brush>
  </inkml:definitions>
  <inkml:trace contextRef="#ctx0" brushRef="#br0">0 2 3353,'0'0'7529,"25"-2"-12416</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4.921"/>
    </inkml:context>
    <inkml:brush xml:id="br0">
      <inkml:brushProperty name="width" value="0.05" units="cm"/>
      <inkml:brushProperty name="height" value="0.05" units="cm"/>
      <inkml:brushProperty name="color" value="#004F8B"/>
    </inkml:brush>
  </inkml:definitions>
  <inkml:trace contextRef="#ctx0" brushRef="#br0">159 65 2729,'-15'0'1493,"-86"2"1262,59-1 3739,93-4-5621,55-11 1,-49 6-786,23-3-24,27-4 402,120-1 0,-225 16-186</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6.872"/>
    </inkml:context>
    <inkml:brush xml:id="br0">
      <inkml:brushProperty name="width" value="0.05" units="cm"/>
      <inkml:brushProperty name="height" value="0.05" units="cm"/>
      <inkml:brushProperty name="color" value="#004F8B"/>
    </inkml:brush>
  </inkml:definitions>
  <inkml:trace contextRef="#ctx0" brushRef="#br0">50 48 8962,'-3'31'-5002,"-6"26"3894,1-5 1143,-3 22 85,3-23 476,1 0 0,3 0 0,6 102 11345,4-183-11792,-2 0 0,-1-1 1,-2 0-1,-4-58 0,0 8-195,2 10-72,-1 34-221,6-70 0,-3 104 298,0 1 1,0-1 0,0 1-1,1 0 1,-1 0 0,0 0-1,1 0 1,0 0 0,0 0-1,-1 0 1,1 0 0,0 1-1,0-1 1,1 1 0,-1 0 0,0-1-1,0 1 1,1 0 0,-1 0-1,0 0 1,1 1 0,-1-1-1,4 0 1,-1 0 71,7-3 25,0 2-1,1-1 0,-1 2 1,1 0-1,22 1 0,-5 0 73,293-9 247,-309 9-1702,-3 1-849</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7.137"/>
    </inkml:context>
    <inkml:brush xml:id="br0">
      <inkml:brushProperty name="width" value="0.05" units="cm"/>
      <inkml:brushProperty name="height" value="0.05" units="cm"/>
      <inkml:brushProperty name="color" value="#004F8B"/>
    </inkml:brush>
  </inkml:definitions>
  <inkml:trace contextRef="#ctx0" brushRef="#br0">0 3 13163,'0'0'2120,"2"0"-1752,-1 0-64,1 0-144,42 0-48,-9-1-344,7-1-352,19 2-904,4 0-584</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7.729"/>
    </inkml:context>
    <inkml:brush xml:id="br0">
      <inkml:brushProperty name="width" value="0.05" units="cm"/>
      <inkml:brushProperty name="height" value="0.05" units="cm"/>
      <inkml:brushProperty name="color" value="#004F8B"/>
    </inkml:brush>
  </inkml:definitions>
  <inkml:trace contextRef="#ctx0" brushRef="#br0">525 36 9090,'-31'-9'135,"-1"1"0,0 1 1,-1 2-1,1 2 0,-1 0 0,0 3 1,0 0-1,0 2 0,-33 7 0,53-7-253,0 1-1,0 1 1,0 0-1,1 1 1,-1 0-1,-20 13 0,29-16 76,0 0-1,1 1 1,-1 0-1,0 0 1,1 0-1,0 0 1,-1 0-1,1 0 0,1 1 1,-1 0-1,0 0 1,1-1-1,0 1 1,0 1-1,0-1 1,0 0-1,1 0 0,-1 1 1,1-1-1,0 1 1,1-1-1,-1 1 1,1 4-1,0-6 99,1-1 0,0 1 0,-1-1 0,1 1-1,0-1 1,1 1 0,-1-1 0,0 0 0,1 0 0,-1 1-1,1-1 1,-1 0 0,1 0 0,0-1 0,0 1 0,0 0-1,0-1 1,0 1 0,1-1 0,-1 0 0,0 1 0,1-1 0,2 1-1,4 1 178,0 0 0,0 0 0,0-1 0,0 0 0,11 1-1,5-1-80,1-1 0,-1-1 0,1-1 0,-1-2 0,1 0-1,-1-2 1,0 0 0,-1-2 0,46-19 0,-65 23 40,0 0-1,-1 0 1,1 0 0,-1-1 0,1 0 0,-1 0-1,0 0 1,0-1 0,-1 1 0,0-1 0,1 0 0,2-6-1,-5 8-679,1 0 0,-1 0 1,0-1-1,0 1 0,-1 0 0,1 0 0,0-7 0,-2 11 381,1 1 1,-1 0 0,1 0-1,-1-1 1,0 1-1,1 0 1,-1-1-1,0 1 1,0-1 0,0 1-1,-1-1 1,-1 3-1,-2 2-25,1 1 160,0 0 0,1 0 0,0 0 1,0 1-1,0-1 0,1 1 0,0 0 0,1-1 0,0 1 0,0 0 0,0 11 1,3-2-414</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8.043"/>
    </inkml:context>
    <inkml:brush xml:id="br0">
      <inkml:brushProperty name="width" value="0.05" units="cm"/>
      <inkml:brushProperty name="height" value="0.05" units="cm"/>
      <inkml:brushProperty name="color" value="#004F8B"/>
    </inkml:brush>
  </inkml:definitions>
  <inkml:trace contextRef="#ctx0" brushRef="#br0">86 1 10858,'0'0'-504,"-1"6"-696,-3 21 32,0 19 320,-4 11 591,-2 12 377,-1-4-23,0-4 151,1-5 328,1-8 136,1 0 24,4-3-112,-1 1-288,5-4-56,0-2 56,2-10-408,-1-3-776</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8.354"/>
    </inkml:context>
    <inkml:brush xml:id="br0">
      <inkml:brushProperty name="width" value="0.05" units="cm"/>
      <inkml:brushProperty name="height" value="0.05" units="cm"/>
      <inkml:brushProperty name="color" value="#004F8B"/>
    </inkml:brush>
  </inkml:definitions>
  <inkml:trace contextRef="#ctx0" brushRef="#br0">75 11 11715,'13'-3'-10,"1"0"0,-1 1 0,1 1 0,0 0 0,-1 0 0,1 2 1,0 0-1,0 0 0,-1 1 0,1 1 0,-1 0 0,0 1 1,0 1-1,0 0 0,22 12 0,-34-17-29,0 0 0,0 1 1,0-1-1,-1 1 0,1-1 0,0 1 0,0-1 0,-1 1 1,1-1-1,0 1 0,-1 0 0,1-1 0,0 1 0,-1 0 0,1 0 1,-1 0-1,0-1 0,1 1 0,-1 0 0,1 0 0,-1 0 1,0 0-1,0 0 0,0-1 0,1 3 0,-2-2 16,1 0-1,-1 0 1,1 0-1,-1 0 0,0 0 1,1-1-1,-1 1 1,0 0-1,0 0 1,0 0-1,1-1 1,-1 1-1,0 0 1,0-1-1,0 1 0,0-1 1,-2 1-1,-9 4 41,-1-1-1,-24 5 0,27-7 28,-201 56-1081,183-50-1301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8.670"/>
    </inkml:context>
    <inkml:brush xml:id="br0">
      <inkml:brushProperty name="width" value="0.05" units="cm"/>
      <inkml:brushProperty name="height" value="0.05" units="cm"/>
      <inkml:brushProperty name="color" value="#004F8B"/>
    </inkml:brush>
  </inkml:definitions>
  <inkml:trace contextRef="#ctx0" brushRef="#br0">32 0 5793,'0'31'-984,"2"17"936,1 9 552,-3 3 240,2 1 104,-4-5 41,-3-3-57,1-4-176,-4 0-104,2-1-112,2 2-40,-1-4-16,2-5-104,2-12-376,1-7-792</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58.981"/>
    </inkml:context>
    <inkml:brush xml:id="br0">
      <inkml:brushProperty name="width" value="0.05" units="cm"/>
      <inkml:brushProperty name="height" value="0.05" units="cm"/>
      <inkml:brushProperty name="color" value="#004F8B"/>
    </inkml:brush>
  </inkml:definitions>
  <inkml:trace contextRef="#ctx0" brushRef="#br0">1 6 12939,'6'-1'95,"0"-1"1,0 1-1,0 0 1,0 1-1,1-1 1,-1 1-1,0 1 1,1-1 0,-1 1-1,0 0 1,0 0-1,9 4 1,-12-4-140,0 0 0,0 1 0,-1-1 0,1 1 1,0 0-1,0 0 0,-1 0 0,1 0 0,-1 1 1,0-1-1,1 1 0,-1-1 0,-1 1 0,1 0 0,0 0 1,0 0-1,-1 0 0,0 0 0,0 0 0,0 0 1,0 0-1,0 1 0,0-1 0,-1 0 0,1 5 0,-2-6 52,1 0-1,0 0 0,-1 0 0,1 0 0,-1 0 0,0 0 0,0 0 0,0 0 1,0 0-1,0 0 0,0 0 0,0-1 0,-1 1 0,1 0 0,-1-1 1,1 1-1,-1-1 0,1 0 0,-1 1 0,0-1 0,0 0 0,0 0 0,-2 1 1,-50 21-689,50-22 477,-32 10-1618</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00.188"/>
    </inkml:context>
    <inkml:brush xml:id="br0">
      <inkml:brushProperty name="width" value="0.05" units="cm"/>
      <inkml:brushProperty name="height" value="0.05" units="cm"/>
      <inkml:brushProperty name="color" value="#004F8B"/>
    </inkml:brush>
  </inkml:definitions>
  <inkml:trace contextRef="#ctx0" brushRef="#br0">38 139 2513,'10'-42'2424,"-7"32"-1499,0-1 0,-1 1 1,0-1-1,-1 0 1,0 0-1,-1 0 1,0-10-1,-14 97-5862,-17 113 4826,20 315 2783,14-307-1467,-9-45-219,6-142-1461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02.008"/>
    </inkml:context>
    <inkml:brush xml:id="br0">
      <inkml:brushProperty name="width" value="0.05" units="cm"/>
      <inkml:brushProperty name="height" value="0.05" units="cm"/>
      <inkml:brushProperty name="color" value="#004F8B"/>
    </inkml:brush>
  </inkml:definitions>
  <inkml:trace contextRef="#ctx0" brushRef="#br0">8 16 1160,'-8'12'2878,"9"-11"-2703,-1 0 0,0 0 0,1 0 0,-1-1 1,0 1-1,1 0 0,-1 0 0,1-1 1,-1 1-1,1 0 0,0-1 0,-1 1 1,1 0-1,0-1 0,-1 1 0,1-1 1,0 1-1,-1-1 0,1 1 0,0-1 1,0 0-1,0 0 0,0 1 0,-1-1 1,3 0-1,12 5 106,0-1 1,0-1 0,0 0-1,0-1 1,19 0 0,174-13 577,-42 2-73,350 0-330,-403 10-419,39-3 117,232-16-33,-77 16-33,-274 3-53,183-5 148,78 5-167,233 14 407,-283-9-413,67-1 189,60 2-78,-1 1 261,-118-21-185,-59 2-120,-111 8 474,118-20-1,-198 23-356,7 0-1105</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02.813"/>
    </inkml:context>
    <inkml:brush xml:id="br0">
      <inkml:brushProperty name="width" value="0.05" units="cm"/>
      <inkml:brushProperty name="height" value="0.05" units="cm"/>
      <inkml:brushProperty name="color" value="#004F8B"/>
    </inkml:brush>
  </inkml:definitions>
  <inkml:trace contextRef="#ctx0" brushRef="#br0">102 3 8402,'-1'-3'-706,"0"8"129,-5 19-245,-4 34 152,-31 276 958,35-137 2107,0-38-502,7-109-1019,-3 0-1,-2 0 1,-18 84 0,18-123 1113</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05.419"/>
    </inkml:context>
    <inkml:brush xml:id="br0">
      <inkml:brushProperty name="width" value="0.05" units="cm"/>
      <inkml:brushProperty name="height" value="0.05" units="cm"/>
      <inkml:brushProperty name="color" value="#004F8B"/>
    </inkml:brush>
  </inkml:definitions>
  <inkml:trace contextRef="#ctx0" brushRef="#br0">160 99 1168,'0'0'16,"-13"0"686,-78-10 2049,42 7-2217,42 3 1094,26 2-801,31 1-184,1-2 0,64-7 0,-35 1-391,1025-7 766,-375 6 678,-208-2-759,-237 10-801,349-5 528,-125-11 64,-271 10-105,-236 4-427,24-1 242,67-5-372,12-2 248,108-3 288,-186 7-611,-23 3-24,0-1 0,0 1-1,0 1 1,0-1 0,0 1 0,0-1-1,0 1 1,5 1 0,213 3-811,-220-4 636,-1 0 129,0 1-1,0-1 1,0 0 0,0 0 0,0 1 0,1-1 0,-1 1-1,0-1 1,0 1 0,0-1 0,-1 1 0,1-1 0,0 1-1,0 0 1,0 0 0,0-1 0,0 2 0,2 0 26,31 24-111,-33-25 159,0 0 1,1-1-1,-1 1 0,0 0 1,0 0-1,0 0 1,0 0-1,0 0 0,-1 0 1,1 0-1,0 0 0,0 0 1,-1 1-1,1-1 0,0 0 1,-1 0-1,1 1 1,-1-1-1,0 0 0,1 1 1,-1-1-1,0 2 0,0 2-27,2 3-273,-1-1-1,0 1 0,0-1 1,-1 13-1,0-11-658,-1 13-2218</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12.646"/>
    </inkml:context>
    <inkml:brush xml:id="br0">
      <inkml:brushProperty name="width" value="0.05" units="cm"/>
      <inkml:brushProperty name="height" value="0.05" units="cm"/>
      <inkml:brushProperty name="color" value="#E71224"/>
    </inkml:brush>
  </inkml:definitions>
  <inkml:trace contextRef="#ctx0" brushRef="#br0">102 245 2176,'0'-1'6184,"0"-15"-3647,-3-70 344,-1 63-1962,4 19-831,-1-1 0,1 0 0,-2 1 0,1-1 0,0 1 0,-1-1 0,0 1 0,1 0 0,-5-5 0,6 7-35,-14-34 228,11 25-262,0 2 1,-7 35-6602,2-5 6079,2 1-1,-8 41 1,-2 75 503,13-88 444,2-1 1,2 1 0,2-1-1,19 94 2285,-20-150-1068,6-23-1518,-2 0 0,-1 0 0,1-47 0,-7-97 158,-2 60 742,4 105-917,0 1 1,0-1-1,1 0 0,0 1 0,4-13 1,-5 20-134,3 1-361,0 1 56,-1-1 0,1 1 0,0 0 0,0 0 0,-1 1 0,1-1 0,-1 1 0,1 0 0,-1 0 0,1 0 0,-1 0 0,0 0 0,0 1 0,3 3 0,8 9-29,23 30 0,-3-3-37,3-5 325,78 57-1,-29-25 266,-65-51-106,63 58 249,-76-67-265,0 0 0,0 1 0,-1-1 0,-1 2 0,1-1 0,-2 1 0,7 13 0,-11-17 4106,3-20-862,6-33-2912,-2 1-1,4-90 0,-13-106-255,-1 101-1538</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13.481"/>
    </inkml:context>
    <inkml:brush xml:id="br0">
      <inkml:brushProperty name="width" value="0.05" units="cm"/>
      <inkml:brushProperty name="height" value="0.05" units="cm"/>
      <inkml:brushProperty name="color" value="#E71224"/>
    </inkml:brush>
  </inkml:definitions>
  <inkml:trace contextRef="#ctx0" brushRef="#br0">27 81 2865,'0'0'9800,"-9"40"-16683,2-6 6334,2-1-1,-1 65 1,6-85 799,1-1 0,1 0 0,0 0 0,0 1 0,1-1 0,0 0-1,1-1 1,1 1 0,0-1 0,0 0 0,1 0 0,1 0 0,-1-1 0,15 16 0,-16-20-12,1 0 0,0 0 0,0 0 0,0-1 0,1 0 0,0 0 0,0 0 0,0-1 0,0 0-1,1-1 1,0 0 0,-1 0 0,1 0 0,0-1 0,1 0 0,-1-1 0,0 0 0,0 0 0,1-1 0,-1 0 0,0 0 0,1-1 0,-1 0 0,0 0 0,0-1 0,0 0-1,0-1 1,0 1 0,0-2 0,11-5 0,-10 4-77,0-1 0,0 0 0,0 0 0,-1-1 0,1 0 1,-2 0-1,1-1 0,-1 0 0,0 0 0,-1-1 0,0 1 0,0-2 0,-1 1 0,0-1 0,-1 1 0,0-1 0,0-1 0,-1 1 0,0 0 0,-1-1 0,0 1 0,-1-1 0,0-15 0,-1 13-248,-1-1 0,0 1 0,-1-1-1,0 1 1,-1 0 0,-1 0-1,0 0 1,-1 0 0,0 1 0,-1 0-1,0 0 1,-1 0 0,0 1 0,-1 0-1,0 0 1,-1 1 0,0 0 0,-14-12-1,15 16-234,0 0 0,0 0-1,0 1 1,0 0 0,-1 0-1,0 1 1,0 0-1,0 1 1,0 0 0,-1 0-1,1 1 1,-1 0 0,0 1-1,0 0 1,1 1-1,-1-1 1,0 2 0,0 0-1,0 0 1,1 0 0,-15 5-1,-6 6-2353</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14.040"/>
    </inkml:context>
    <inkml:brush xml:id="br0">
      <inkml:brushProperty name="width" value="0.05" units="cm"/>
      <inkml:brushProperty name="height" value="0.05" units="cm"/>
      <inkml:brushProperty name="color" value="#E71224"/>
    </inkml:brush>
  </inkml:definitions>
  <inkml:trace contextRef="#ctx0" brushRef="#br0">1 22 1464,'0'0'14734,"4"-2"-14685,18-3-40,1 1-1,-1 1 1,1 1-1,0 0 1,29 3-1,7-1-15,-8-2-117,-8 0-1087,53 3 1,-91 1-1398</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7:14.489"/>
    </inkml:context>
    <inkml:brush xml:id="br0">
      <inkml:brushProperty name="width" value="0.05" units="cm"/>
      <inkml:brushProperty name="height" value="0.05" units="cm"/>
      <inkml:brushProperty name="color" value="#E71224"/>
    </inkml:brush>
  </inkml:definitions>
  <inkml:trace contextRef="#ctx0" brushRef="#br0">57 1 7001,'0'0'5198,"2"18"-11235,-2-6 4898,-2 26 0,-15 61 1380,-1 9 1494,13-53-721,-11 228 3513,16-281-3701</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5.449"/>
    </inkml:context>
    <inkml:brush xml:id="br0">
      <inkml:brushProperty name="width" value="0.05" units="cm"/>
      <inkml:brushProperty name="height" value="0.05" units="cm"/>
      <inkml:brushProperty name="color" value="#004F8B"/>
    </inkml:brush>
  </inkml:definitions>
  <inkml:trace contextRef="#ctx0" brushRef="#br0">56 0 8930,'0'0'1105,"-4"7"-1374,0 0-1,1 0 1,-1 0-1,-2 10 0,-1 10 229,0-3 194,1 1 0,1-1 0,1 2 0,1-1-1,0 40 1,6-52-890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5.714"/>
    </inkml:context>
    <inkml:brush xml:id="br0">
      <inkml:brushProperty name="width" value="0.05" units="cm"/>
      <inkml:brushProperty name="height" value="0.05" units="cm"/>
      <inkml:brushProperty name="color" value="#004F8B"/>
    </inkml:brush>
  </inkml:definitions>
  <inkml:trace contextRef="#ctx0" brushRef="#br0">37 1 6297,'0'0'-292,"-2"3"-136,-2 1 327,0 1 1,1-1-1,0 1 0,0 0 0,0 0 0,0 0 0,1 1 1,0-1-1,0 1 0,1-1 0,-1 1 0,1-1 0,0 1 0,1 0 1,-1 0-1,1-1 0,1 9 0,-1-13 291,1 0 1,-1 0-1,1 0 0,-1 0 0,1 0 1,0 0-1,-1 0 0,1-1 1,0 1-1,-1 0 0,1 0 0,0 0 1,0-1-1,0 1 0,0 0 0,0-1 1,0 1-1,0-1 0,0 1 0,0-1 1,0 0-1,0 1 0,0-1 0,0 0 1,0 0-1,0 1 0,1-1 1,-1 0-1,0 0 0,0-1 0,0 1 1,0 0-1,0 0 0,0 0 0,0-1 1,0 1-1,0 0 0,0-1 0,0 1 1,0-1-1,0 1 0,2-2 1,1 0 242,0 0 1,-1 0 0,1 0 0,0 0 0,0-1 0,-1 1 0,0-1-1,1 0 1,3-6 0,-6 7-342,2-3 356</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6.259"/>
    </inkml:context>
    <inkml:brush xml:id="br0">
      <inkml:brushProperty name="width" value="0.05" units="cm"/>
      <inkml:brushProperty name="height" value="0.05" units="cm"/>
      <inkml:brushProperty name="color" value="#004F8B"/>
    </inkml:brush>
  </inkml:definitions>
  <inkml:trace contextRef="#ctx0" brushRef="#br0">324 11 10946,'-6'-2'-141,"0"0"1,1 0-1,-1 1 0,0 0 0,1 0 0,-1 0 0,0 1 0,0 0 0,0 0 1,0 0-1,1 1 0,-1 0 0,0 0 0,0 1 0,-9 3 0,-7 3-372,1 1 0,-31 19 1,49-26 500,-33 22-218,34-23 250,1-1 0,0 1 0,0 0 0,0 0 0,-1 1 0,1-1 0,0 0 1,0 0-1,0 1 0,1-1 0,-1 0 0,0 1 0,0-1 0,1 1 0,-1-1 0,1 1 0,-1-1 0,1 1 0,0-1 0,0 1 0,-1-1 1,1 4-1,1-4 56,0 0 0,0 0 0,0 0 1,0 0-1,0 0 0,0 0 1,0 0-1,0 0 0,0-1 0,0 1 1,0 0-1,0-1 0,1 1 0,-1-1 1,0 1-1,1-1 0,-1 1 1,0-1-1,1 0 0,1 0 0,34 5 821,-28-4-720,30 2 207,-14-1-345,-1 1 1,38 9-1,-57-11-148,1 0 0,-1 1 0,0 0-1,0 0 1,0 1 0,0-1 0,0 1-1,-1 0 1,1 0 0,-1 1-1,0-1 1,0 1 0,0 0 0,0 0-1,-1 0 1,6 9 0,-7-9 9,0 0 0,-1 0 1,0 1-1,0-1 0,0 0 0,0 0 1,-1 1-1,1-1 0,-1 0 1,0 1-1,0-1 0,-1 0 0,1 1 1,-1-1-1,0 0 0,0 0 0,-1 1 1,1-1-1,-1 0 0,0 0 0,0-1 1,0 1-1,-6 7 0,3-4 88,-1 0 0,0 0-1,-1 0 1,0-1 0,0 0 0,0 0-1,-1-1 1,0 1 0,0-2 0,-11 6-1,-6 0 283,-1-1-1,1-1 0,-1-2 1,-1 0-1,1-2 1,-41 2-1,64-6-23,1 0-1,-1 0 1,1 0-1,0-1 1,-1 1 0,1-1-1,0 1 1,-1-1 0,1 0-1,0 0 1,0 0-1,-1 0 1,1 0 0,0 0-1,0-1 1,0 1-1,1-1 1,-4-2 0,4 2-157,1 1 1,-1 0 0,0-1 0,1 1-1,-1-1 1,1 0 0,-1 1 0,1-1 0,0 1-1,0-1 1,0 1 0,0-1 0,0 0-1,0 1 1,0-1 0,0 1 0,1-1 0,-1 0-1,0 1 1,1-1 0,0 1 0,-1-1-1,1 1 1,0 0 0,0-1 0,0 1 0,-1 0-1,1-1 1,1 1 0,0-1 0,23-21-857,11-4-1380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7.852"/>
    </inkml:context>
    <inkml:brush xml:id="br0">
      <inkml:brushProperty name="width" value="0.05" units="cm"/>
      <inkml:brushProperty name="height" value="0.05" units="cm"/>
      <inkml:brushProperty name="color" value="#004F8B"/>
    </inkml:brush>
  </inkml:definitions>
  <inkml:trace contextRef="#ctx0" brushRef="#br0">0 39 3033,'1'-19'5073,"-1"7"-974,1 5-3836</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8.837"/>
    </inkml:context>
    <inkml:brush xml:id="br0">
      <inkml:brushProperty name="width" value="0.05" units="cm"/>
      <inkml:brushProperty name="height" value="0.05" units="cm"/>
      <inkml:brushProperty name="color" value="#004F8B"/>
    </inkml:brush>
  </inkml:definitions>
  <inkml:trace contextRef="#ctx0" brushRef="#br0">90 97 2465,'0'-63'8601,"-12"108"-14613,3-4 4960,2 0-1,-3 56 1,5 134 2388,5-193-1467,0-20-1855,0 13 7417,-1-20 1035,-1-30-3830,-19-120-1980,0 8-742,20 115 30,0 0 1,1 0-1,1 0 1,1 0-1,0 0 1,4-16-1,-4 25-35,1 1 1,-1 0-1,1 0 0,1 0 1,-1 0-1,1 1 0,0-1 1,0 1-1,0 0 1,1 0-1,-1 0 0,1 1 1,1 0-1,-1 0 0,0 0 1,1 1-1,10-5 0,8-3 175,1 1 0,1 1 1,29-5-1,-12 2 408,-27 8-369,-10 1-202,1 0 0,0 1 0,0 0 0,0 1 0,0 0 0,0 0 0,1 0 0,-1 1 1,0 0-1,11 1 0,-4 6-2032</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9.090"/>
    </inkml:context>
    <inkml:brush xml:id="br0">
      <inkml:brushProperty name="width" value="0.05" units="cm"/>
      <inkml:brushProperty name="height" value="0.05" units="cm"/>
      <inkml:brushProperty name="color" value="#004F8B"/>
    </inkml:brush>
  </inkml:definitions>
  <inkml:trace contextRef="#ctx0" brushRef="#br0">1 32 9650,'0'0'5505,"1"0"-5297,23-9-304,2 4-240,8-2-248,11 1-832,11 1-761</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9.614"/>
    </inkml:context>
    <inkml:brush xml:id="br0">
      <inkml:brushProperty name="width" value="0.05" units="cm"/>
      <inkml:brushProperty name="height" value="0.05" units="cm"/>
      <inkml:brushProperty name="color" value="#004F8B"/>
    </inkml:brush>
  </inkml:definitions>
  <inkml:trace contextRef="#ctx0" brushRef="#br0">413 30 6937,'-13'-6'133,"0"1"0,0 1 0,-1 0-1,0 1 1,1 0 0,-1 1-1,0 1 1,0 0 0,0 1-1,-23 2 1,18 0-250,1 1 1,0 1-1,-1 1 0,2 0 0,-1 1 0,1 1 1,-26 14-1,38-19 128,0 1 0,1 0 0,-1 0 0,1 0-1,0 0 1,0 1 0,0 0 0,0-1 0,1 1 0,-1 1 0,1-1 0,0 0 0,1 1-1,-1 0 1,1-1 0,0 1 0,0 0 0,0 0 0,1 0 0,-1 1 0,1-1 0,0 0 0,1 0-1,0 1 1,-1-1 0,2 0 0,-1 1 0,1-1 0,-1 0 0,1 0 0,1 1 0,-1-1-1,1 0 1,0 0 0,0-1 0,0 1 0,1 0 0,0-1 0,0 1 0,0-1 0,0 0 0,1 0-1,-1 0 1,1 0 0,0-1 0,6 4 0,-2-1 13,0 0 0,0-1 1,1 0-1,0 0 0,-1-1 0,2-1 1,-1 1-1,0-1 0,1-1 0,0 0 0,-1 0 1,1-1-1,0 0 0,0-1 0,0 0 0,18-3 1,-20 2 129,0 0-1,1-1 1,-1-1 0,0 1 0,-1-1 0,1 0 0,0-1-1,-1 0 1,0 0 0,0-1 0,0 0 0,0 0 0,-1 0-1,0-1 1,0 0 0,0 0 0,-1-1 0,0 0-1,0 0 1,4-9 0,-3 1 429,0 0 0,-1 0 0,-1-1-1,0 0 1,-1 0 0,1-19 0,2-12 254,-6 45-921,-7 22-7197,-1 7 7103,2 0 0,0 1 0,2-1 0,0 1 0,2 0 0,3 52 0,3-58-992</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29.974"/>
    </inkml:context>
    <inkml:brush xml:id="br0">
      <inkml:brushProperty name="width" value="0.05" units="cm"/>
      <inkml:brushProperty name="height" value="0.05" units="cm"/>
      <inkml:brushProperty name="color" value="#004F8B"/>
    </inkml:brush>
  </inkml:definitions>
  <inkml:trace contextRef="#ctx0" brushRef="#br0">119 1 7578,'0'0'853,"0"0"-860,-1 0 1,1 0-1,-1 0 0,0 0 1,1 0-1,-1 0 0,1 0 1,-1 0-1,1 0 0,-1 1 1,1-1-1,-1 0 0,1 0 1,-1 0-1,1 1 0,-1-1 1,1 0-1,-1 1 0,1-1 1,0 1-1,-1-1 0,1 0 1,-1 1-1,1-1 0,0 1 1,0-1-1,-1 1 0,1-1 1,0 1-1,0-1 0,-1 2 1,-5 11-633,0 0 1,1 0 0,0 1 0,-5 25-1,2-6 297,-10 31 608,3 0 1,3 1-1,3 1 1,2-1-1,4 1 1,5 77-1,4-107 86,2-5-628</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0.254"/>
    </inkml:context>
    <inkml:brush xml:id="br0">
      <inkml:brushProperty name="width" value="0.05" units="cm"/>
      <inkml:brushProperty name="height" value="0.05" units="cm"/>
      <inkml:brushProperty name="color" value="#004F8B"/>
    </inkml:brush>
  </inkml:definitions>
  <inkml:trace contextRef="#ctx0" brushRef="#br0">0 39 8106,'13'-7'194,"-1"2"0,1-1 1,-1 2-1,1 0 0,1 0 0,-1 1 1,0 1-1,1 0 0,0 1 0,-1 0 1,1 1-1,-1 1 0,1 0 0,0 1 1,-1 0-1,0 1 0,1 1 0,-1 0 1,-1 0-1,15 8 0,-25-11-272,0 0-1,1 1 0,-1-1 1,0 1-1,0-1 0,0 1 1,0 0-1,0 0 1,0 0-1,0 0 0,0 0 1,-1 0-1,1 1 0,-1-1 1,0 0-1,0 1 0,0-1 1,0 1-1,0-1 0,0 1 1,-1 0-1,1 3 1,-1-3 6,0 0 1,-1 1 0,0-1 0,0 0 0,1 0 0,-2 0 0,1 0 0,0 0 0,-1 0 0,1 0 0,-1 0 0,0-1-1,0 1 1,0-1 0,0 1 0,0-1 0,-1 0 0,-2 2 0,-10 8 19,-1 0 0,0-1 1,-1-2-1,0 1 0,-36 13 0,13-11-909</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0.551"/>
    </inkml:context>
    <inkml:brush xml:id="br0">
      <inkml:brushProperty name="width" value="0.05" units="cm"/>
      <inkml:brushProperty name="height" value="0.05" units="cm"/>
      <inkml:brushProperty name="color" value="#004F8B"/>
    </inkml:brush>
  </inkml:definitions>
  <inkml:trace contextRef="#ctx0" brushRef="#br0">1 0 11923,'0'0'304,"7"34"-5297,-4-7 3032,6 16 1513,-1 2 496,0 5 320,1 0-16,-3 5-16,-2 0 32,-1 5 80,-3 0 17,-3 0-33,3-5-16,-6-6 208,3-7-464</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0.844"/>
    </inkml:context>
    <inkml:brush xml:id="br0">
      <inkml:brushProperty name="width" value="0.05" units="cm"/>
      <inkml:brushProperty name="height" value="0.05" units="cm"/>
      <inkml:brushProperty name="color" value="#004F8B"/>
    </inkml:brush>
  </inkml:definitions>
  <inkml:trace contextRef="#ctx0" brushRef="#br0">1 49 10298,'3'-4'172,"0"0"0,1 1 0,-1-1-1,1 1 1,0 0 0,0 0 0,0 0 0,1 1-1,-1-1 1,0 1 0,1 0 0,0 0 0,-1 1-1,1-1 1,0 1 0,7-1 0,4 0 12,0 0-1,0 1 1,29 2 0,-35 0-258,-1 1 1,1 0-1,0 0 0,-1 1 1,0 0-1,1 1 1,10 6-1,-17-9-3,0 0 0,-1 0 0,1 1 0,-1-1 0,1 1 0,-1 0 0,0 0 0,1 0 0,-1 0 0,0 0 0,0 1 0,-1-1-1,1 0 1,0 1 0,-1-1 0,0 1 0,1 0 0,-1 0 0,0-1 0,0 1 0,-1 0 0,1 0 0,0 0 0,-1 0 0,0 0 0,0 0 0,0 0-1,0 3 1,-1-3 29,0 0-1,0-1 1,0 1-1,-1 0 0,1-1 1,-1 1-1,1-1 0,-1 1 1,0-1-1,0 0 1,0 0-1,0 0 0,-1 0 1,1 0-1,-4 2 0,-43 22 30,44-23 15,-25 10-59,-38 11 1,13-10-1004</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1.484"/>
    </inkml:context>
    <inkml:brush xml:id="br0">
      <inkml:brushProperty name="width" value="0.05" units="cm"/>
      <inkml:brushProperty name="height" value="0.05" units="cm"/>
      <inkml:brushProperty name="color" value="#004F8B"/>
    </inkml:brush>
  </inkml:definitions>
  <inkml:trace contextRef="#ctx0" brushRef="#br0">345 1 8970,'6'-1'129,"21"1"1224,-26 1-1472,-1-1 0,1 0-1,0 0 1,0 1 0,-1-1 0,1 0-1,0 1 1,-1-1 0,1 1 0,-1-1-1,1 1 1,0-1 0,-1 1-1,1-1 1,-1 1 0,1 0 0,-1-1-1,1 1 1,-1 0 0,0-1 0,1 2-1,0 3 34,1 0 0,-1 0 0,0 1 0,-1-1 0,1 0 0,-1 1 0,0-1 0,-1 0 0,1 1 1,-1-1-1,0 0 0,0 0 0,-1 1 0,1-1 0,-1 0 0,0 0 0,-1-1 0,-3 7 0,-8 10 120,-1-1 1,-1 0 0,0 0 0,-2-2 0,-20 16-1,-103 75 202,116-92-199,14-10 5,0 0-1,0 1 1,1 1-1,-1-1 1,2 1-1,0 1 1,-13 16 1946,29-18 363,8 0-2020,0 0 0,1-1 0,0-1 0,0 0-1,20 4 1,95 15-176,-88-18-22,2 2-41,-14-2 227,-1-2 0,44 2 0,-72-7 839</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2.010"/>
    </inkml:context>
    <inkml:brush xml:id="br0">
      <inkml:brushProperty name="width" value="0.05" units="cm"/>
      <inkml:brushProperty name="height" value="0.05" units="cm"/>
      <inkml:brushProperty name="color" value="#004F8B"/>
    </inkml:brush>
  </inkml:definitions>
  <inkml:trace contextRef="#ctx0" brushRef="#br0">347 1 13091,'0'0'1328,"-11"-1"-4319,1 3 2910,1 0 1,-1 0-1,1 1 1,0 0-1,-1 0 1,1 1-1,1 1 0,-1-1 1,1 1-1,-1 1 1,-7 6-1,4-1 51,1 0-1,0 1 0,0 0 1,1 0-1,1 1 0,-10 19 0,0 5 63,2 2-1,2 0 0,1 1 0,-12 61 0,20-66-15,1-1 1,2 1-1,2 0 0,1 0 0,1 0 0,12 65 1,-10-88 11,-2 1 1,1 0 0,-2-1 0,0 1 0,0 0-1,-1-1 1,-1 1 0,0 0 0,0-1 0,-2 0-1,1 0 1,-2 0 0,1 0 0,-9 13 0,-1-8-1327</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2.245"/>
    </inkml:context>
    <inkml:brush xml:id="br0">
      <inkml:brushProperty name="width" value="0.05" units="cm"/>
      <inkml:brushProperty name="height" value="0.05" units="cm"/>
      <inkml:brushProperty name="color" value="#004F8B"/>
    </inkml:brush>
  </inkml:definitions>
  <inkml:trace contextRef="#ctx0" brushRef="#br0">1 16 13099,'50'-6'368,"21"3"-136,7 0-104,10 2-440,-2 1-248,-5-2-841,-1 2-863</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6:32.769"/>
    </inkml:context>
    <inkml:brush xml:id="br0">
      <inkml:brushProperty name="width" value="0.05" units="cm"/>
      <inkml:brushProperty name="height" value="0.05" units="cm"/>
      <inkml:brushProperty name="color" value="#004F8B"/>
    </inkml:brush>
  </inkml:definitions>
  <inkml:trace contextRef="#ctx0" brushRef="#br0">437 10 11586,'-32'-4'-304,"28"2"174,-1 1 0,0 0-1,0 1 1,0-1 0,0 1-1,0 0 1,-9 1 0,-8 3 12,0 1 0,1 2 1,0 0-1,0 1 0,0 0 1,1 2-1,1 1 1,-1 0-1,-26 22 0,44-31 300,2 0 534,0-1-645,0-1-1,0 1 1,0-1-1,0 0 1,0 1-1,0-1 1,0 1-1,0-1 1,0 1-1,0-1 1,1 1-1,-1-1 1,0 1-1,0-1 0,1 0 1,-1 1-1,0-1 1,0 1-1,1-1 1,-1 0-1,0 1 1,1-1-1,-1 0 1,1 0-1,-1 1 1,0-1-1,1 0 1,0 1-1,12 8 172,-1 0 1,2 0-1,-1-1 0,1-1 0,1 0 0,22 7 0,-12-4-317,34 17-1,-53-24 18,1 1-1,-1 0 0,0 1 0,0-1 0,0 1 1,0 0-1,-1 0 0,0 1 0,9 11 0,-13-14 16,0-1 0,0 1 0,0-1-1,-1 1 1,1 0 0,-1-1-1,1 1 1,-1 0 0,0 0-1,0-1 1,0 1 0,0 0 0,0-1-1,-1 1 1,1 0 0,-1-1-1,0 1 1,0 0 0,0-1-1,0 1 1,0-1 0,0 0 0,-1 1-1,1-1 1,-1 0 0,0 0-1,1 0 1,-4 3 0,-3 3-32,-1 0 0,1-1 0,-1 0 1,-1 0-1,-15 7 0,7-5 54,0-1 0,0-1 0,-1-1 0,0 0 0,-1-1 0,-20 1 1,24-3 357,0-2 0,0 0 0,1-1 1,-1-1-1,0 0 0,0-1 0,1-1 0,-17-5 1,29 7 1054,5-7 2050,-1 5-3453,-1 1 0,2-1 0,-1 1 0,0-1 0,0 1 0,1 0 0,-1 0 0,1-1 0,0 1 0,0 0 0,0 0 0,0 1 0,0-1 0,3-2 0,2 0-319,0 1 0,0-1 1,0 1-1,14-4 0,33-8-1617</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0.748"/>
    </inkml:context>
    <inkml:brush xml:id="br0">
      <inkml:brushProperty name="width" value="0.05" units="cm"/>
      <inkml:brushProperty name="height" value="0.05" units="cm"/>
      <inkml:brushProperty name="color" value="#004F8B"/>
    </inkml:brush>
  </inkml:definitions>
  <inkml:trace contextRef="#ctx0" brushRef="#br0">0 0 2569,'0'0'12693,"2"15"-11315,5 82-1062,-4 25-134,-3-89-971,0-31-477</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8.376"/>
    </inkml:context>
    <inkml:brush xml:id="br0">
      <inkml:brushProperty name="width" value="0.05" units="cm"/>
      <inkml:brushProperty name="height" value="0.05" units="cm"/>
      <inkml:brushProperty name="color" value="#004F8B"/>
    </inkml:brush>
  </inkml:definitions>
  <inkml:trace contextRef="#ctx0" brushRef="#br0">1 1 11330,'0'0'1969,"0"1"-1257,7 31-192,-1-14-96,-3 2-272,0 3-48,-1 4-336,-1-1-368,-2 4-1440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2.265"/>
    </inkml:context>
    <inkml:brush xml:id="br0">
      <inkml:brushProperty name="width" value="0.05" units="cm"/>
      <inkml:brushProperty name="height" value="0.05" units="cm"/>
      <inkml:brushProperty name="color" value="#004F8B"/>
    </inkml:brush>
  </inkml:definitions>
  <inkml:trace contextRef="#ctx0" brushRef="#br0">126 42 6993,'-23'-13'2273,"-10"0"-2529,25 10-27,-13 1-2295,-20-8 3316,62 19 272,-19-7-956,0-1 0,0 0 1,0 0-1,0 0 0,0 0 0,0 0 0,0-1 0,1 1 1,-1 0-1,0-1 0,4 0 0,79 2 1558,89 6 960,-166-7-2706,0 0 1,0 0 0,0 1-1,0 0 1,11 5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2.698"/>
    </inkml:context>
    <inkml:brush xml:id="br0">
      <inkml:brushProperty name="width" value="0.05" units="cm"/>
      <inkml:brushProperty name="height" value="0.05" units="cm"/>
      <inkml:brushProperty name="color" value="#004F8B"/>
    </inkml:brush>
  </inkml:definitions>
  <inkml:trace contextRef="#ctx0" brushRef="#br0">1 1 10026,'0'0'607,"0"10"-1052,7 140 361,2 116 181,-7-237-1163</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3.877"/>
    </inkml:context>
    <inkml:brush xml:id="br0">
      <inkml:brushProperty name="width" value="0.05" units="cm"/>
      <inkml:brushProperty name="height" value="0.05" units="cm"/>
      <inkml:brushProperty name="color" value="#004F8B"/>
    </inkml:brush>
  </inkml:definitions>
  <inkml:trace contextRef="#ctx0" brushRef="#br0">0 111 9714,'0'0'2994,"2"-14"-3654,20-83-1317,-20 99 3777,3 9-1483,1 26-344,-4 91 165,13 156-164,-10-265 427,-5-19-367,0 0 1,0 0-1,1 0 1,-1 0 0,0 0-1,0 0 1,0 0-1,1 0 1,-1 0-1,0 0 1,0 0-1,0 0 1,1-1-1,-1 1 1,0 0-1,0 0 1,0 0-1,0 0 1,1 0-1,-1 0 1,0-1-1,0 1 1,0 0-1,0 0 1,0 0-1,0 0 1,0-1-1,0 1 1,1 0 0,-1 0-1,0 0 1,0-1-1,0 1 1,0 0-1,0 0 1,0 0-1,0-1 1,0 1-1,0 0 1,0 0-1,0-1 1,5-41 525,-5 38-565,0 0-1,0 0 1,1 0-1,0 0 1,0 0-1,0 0 1,0 0-1,4-6 1,0-3-6,-3 4-14,1 0 0,0 0 0,0 0 0,1 1-1,1-1 1,-1 1 0,1 0 0,0 0 0,1 0-1,10-10 1,-14 17 8,2-2-382,-3 3 375,0-1 0,0 1 0,0-1 0,-1 1 0,1-1 0,0 1 0,0-1 0,0 1 0,0 0 0,0 0 0,0-1 0,0 1 0,0 0 0,0 0 0,0 0 0,0 0 0,0 0 0,0 0 0,0 0 0,0 0 0,0 1 0,1-1 0,6 0 18,-5 0 2,-1 0 0,1 0-1,0 0 1,-1 0 0,1 0 0,0 1 0,-1-1 0,1 1 0,-1 0 0,1-1 0,2 3 0,10 11-165,13 18 126,-25-29 26,-1 0 0,1 0 0,-1 0 0,0 0-1,0 0 1,0 1 0,-1-1 0,1 1 0,-1-1 0,2 7 0,0 2-19,1 3-38,0 0 1,-1 0-1,2 30 0,0 9-2801,-2-45 1127</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4.541"/>
    </inkml:context>
    <inkml:brush xml:id="br0">
      <inkml:brushProperty name="width" value="0.05" units="cm"/>
      <inkml:brushProperty name="height" value="0.05" units="cm"/>
      <inkml:brushProperty name="color" value="#004F8B"/>
    </inkml:brush>
  </inkml:definitions>
  <inkml:trace contextRef="#ctx0" brushRef="#br0">6 183 5329,'0'2'6,"1"0"0,-1-1 0,1 1 0,0-1 0,-1 1-1,1-1 1,0 0 0,0 1 0,0-1 0,0 0 0,0 1 0,0-1 0,0 0-1,1 0 1,-1 0 0,0 0 0,1 0 0,-1 0 0,0 0 0,1-1-1,-1 1 1,1 0 0,-1-1 0,3 1 0,-1-1 22,-1 0-1,0-1 1,1 1-1,-1-1 1,0 1-1,0-1 1,0 0-1,0 0 1,1 0-1,-1 0 1,0 0 0,-1 0-1,1 0 1,0-1-1,2-1 1,3-4 54,0 0 0,0-1 0,-1 1 0,0-1 0,-1-1 0,1 1 0,3-10 0,-5 7 329,1 1 1,-2-1-1,0-1 0,0 1 0,-1 0 0,-1-1 0,1-20 0,-2 31-486,0 1-1,0-1 1,0 1-1,-1-1 1,1 1-1,0-1 1,-1 1-1,1-1 1,0 1-1,-1-1 1,1 1-1,0-1 1,-1 1-1,1 0 1,-1-1-1,1 1 1,-1-1-1,1 1 1,-1 0-1,1 0 1,-1-1-1,1 1 1,-1 0-1,1 0 1,-1 0-1,0 0 1,1 0-1,-1-1 1,1 1-1,-1 0 1,1 0-1,-1 0 1,0 1-1,1-1 1,-1 0-1,-32-4-501,32 4 565,1 0 0,0-1 1,-1 1-1,1 0 0,0 0 0,-1 0 1,1 0-1,-1 0 0,1 0 0,0 0 1,-1 0-1,1 0 0,0 0 0,-1 0 1,1 0-1,0 0 0,-1 1 1,1-1-1,0 0 0,-1 0 0,1 0 1,0 0-1,-1 1 0,1-1 0,0 0 1,-1 0-1,1 0 0,0 1 0,0-1 1,-1 0-1,1 1 0,0-1 1,0 1-1,-1-1 1,-11 21 421,1 1 0,0 0-1,2 0 1,0 1-1,-7 36 1,1-9 242,14-46-650,0 1-1,1-1 1,0 0-1,0 0 1,0 1 0,0-1-1,1 0 1,-1 0-1,1 1 1,0-1-1,0 0 1,1 0-1,-1 0 1,1 0-1,0 0 1,0-1-1,0 1 1,0 0 0,1-1-1,0 0 1,-1 1-1,7 4 1,-6-5-5,1 1 0,-1-1 1,1 0-1,0 0 0,0-1 0,0 1 1,0-1-1,1 0 0,-1 0 1,0 0-1,1-1 0,0 1 1,-1-1-1,1 0 0,0 0 0,-1-1 1,1 1-1,0-1 0,0 0 1,6-2-1,3-2-825</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5.165"/>
    </inkml:context>
    <inkml:brush xml:id="br0">
      <inkml:brushProperty name="width" value="0.05" units="cm"/>
      <inkml:brushProperty name="height" value="0.05" units="cm"/>
      <inkml:brushProperty name="color" value="#004F8B"/>
    </inkml:brush>
  </inkml:definitions>
  <inkml:trace contextRef="#ctx0" brushRef="#br0">0 157 11386,'0'0'639,"8"14"-1686,-5-10 1028,31 58-445,-30-55 381,-1 0 1,0 0 0,0 1-1,-1 0 1,0-1-1,0 1 1,1 11-1,-3-18 33,0 2 1644,1-11 2509,6-17-4392,0 0 0,2 1 0,0 0-1,2 1 1,1 0 0,0 0 0,2 1 0,1 1 0,21-24 0,-32 40 181,0 0 0,0 1 0,1-1 0,-1 1 0,1 0 0,0 1 0,0-1 0,1 1 0,-1 0 1,1 0-1,7-2 0,-12 5-238,2-1-1503,-3 1 1720,0 0 0,1 0-1,-1 0 1,0 0 0,1 1-1,-1-1 1,1 0 0,-1 0-1,0 0 1,1 0 0,-1 0-1,0 0 1,0 0 0,1 1-1,-1-1 1,0 0 0,1 0-1,-1 0 1,0 1 0,0-1-1,1 0 1,-1 1-1,0-1 1,0 0 0,1 0-1,-1 1 1,0-1 0,0 0-1,0 1 1,0-1 0,1 1-1,8 23-1111,-4-4-63</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5.605"/>
    </inkml:context>
    <inkml:brush xml:id="br0">
      <inkml:brushProperty name="width" value="0.05" units="cm"/>
      <inkml:brushProperty name="height" value="0.05" units="cm"/>
      <inkml:brushProperty name="color" value="#004F8B"/>
    </inkml:brush>
  </inkml:definitions>
  <inkml:trace contextRef="#ctx0" brushRef="#br0">119 193 5441,'7'-12'562,"0"-1"0,-1 1 0,0-2-1,-1 1 1,0 0 0,-1-1 0,-1 0-1,0 0 1,-1 0 0,0 0 0,-1-24 0,-1 36-389,0-1 128,-12 0-989,8 4 595,-1-1 1,1 1-1,-1 0 0,1 0 0,0 0 0,-1 1 0,1-1 1,0 1-1,0 0 0,0 0 0,0 1 0,0-1 0,0 1 1,1 0-1,-1 0 0,1 0 0,0 0 0,0 0 0,0 1 1,0 0-1,1-1 0,-4 7 0,-7 14 7,1 1 0,1-1 0,-11 37 1,20-53 43,0-1 1,0 1 0,0 0 0,1 0 0,0 0 0,1 0 0,0 0 0,0 0 0,1 0 0,0 0 0,0 0 0,1 0 0,0 0 0,0-1 0,6 15 0,-5-19 14,-1 1 1,1-1-1,0 0 0,0 1 1,0-2-1,0 1 0,0 0 1,1-1-1,-1 1 0,1-1 0,-1 0 1,1 0-1,0 0 0,0-1 1,0 1-1,0-1 0,0 0 1,0 0-1,1-1 0,-1 1 1,0-1-1,0 0 0,1 0 1,-1 0-1,0 0 0,6-2 1,2-2-558</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06.149"/>
    </inkml:context>
    <inkml:brush xml:id="br0">
      <inkml:brushProperty name="width" value="0.05" units="cm"/>
      <inkml:brushProperty name="height" value="0.05" units="cm"/>
      <inkml:brushProperty name="color" value="#004F8B"/>
    </inkml:brush>
  </inkml:definitions>
  <inkml:trace contextRef="#ctx0" brushRef="#br0">98 0 13035,'0'0'4043,"-9"3"-4923,4 1 855,-1-1 0,1 1 0,0 0 0,1 0 0,-1 0 0,1 1 0,0 0 0,0 0 0,0 0 0,0 0 0,1 0 0,0 1 0,0-1 0,1 1-1,-1 0 1,1 0 0,-2 11 0,-3 21-85,1-1-1,2 1 0,2 71 0,24 115-813,-21-216 474,0 0-1,-1 0 1,1 0-1,-1 1 0,-1-1 1,0 0-1,-2 8 1,0-5-1620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15.578"/>
    </inkml:context>
    <inkml:brush xml:id="br0">
      <inkml:brushProperty name="width" value="0.05" units="cm"/>
      <inkml:brushProperty name="height" value="0.05" units="cm"/>
      <inkml:brushProperty name="color" value="#004F8B"/>
    </inkml:brush>
  </inkml:definitions>
  <inkml:trace contextRef="#ctx0" brushRef="#br0">51 134 4361,'-30'-24'1303,"22"18"-120,-5-5 1350,14 10-2501,-1 0 0,0 0 0,0 0 1,0 0-1,0 0 0,1 0 0,-1 1 1,0-1-1,1 0 0,-1 0 0,1 0 1,-1 0-1,1 1 0,-1-1 0,1 0 1,-1 1-1,1-1 0,0 0 0,0 1 1,-1-1-1,1 1 0,0-1 0,0 1 1,-1-1-1,2 0 0,37-25 231,-31 20-48,-3 4 173,6-1-164,30-8 175,59-9 1,-74 16-1615</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16.292"/>
    </inkml:context>
    <inkml:brush xml:id="br0">
      <inkml:brushProperty name="width" value="0.05" units="cm"/>
      <inkml:brushProperty name="height" value="0.05" units="cm"/>
      <inkml:brushProperty name="color" value="#004F8B"/>
    </inkml:brush>
  </inkml:definitions>
  <inkml:trace contextRef="#ctx0" brushRef="#br0">63 0 7434,'0'0'2517,"-2"6"-2722,-11 27 126,1 0 0,2 1 0,2 0 0,-9 65 0,17-96 46,0-1-1,-1 1 0,1-1 0,0 1 1,1 0-1,-1-1 0,0 1 1,1 0-1,0-1 0,-1 1 0,1-1 1,0 1-1,0-1 0,1 0 1,-1 1-1,0-1 0,1 0 0,-1 0 1,1 0-1,0 0 0,0 0 1,0 0-1,0 0 0,0-1 0,0 1 1,0-1-1,0 1 0,1-1 1,-1 0-1,1 0 0,-1 0 0,3 1 1,7 1 38,0-1 1,1 0 0,-1-1-1,0 0 1,16-1-1,-25 0 30,-2 0 15,4-2 270,8-12 32,15-26-126,-22 33-58,-3 1 107,-4-4-132,2 3-109,0-3 121,0 0 0,0 0 0,-1 1 0,0-1 0,-1 0-1,0 0 1,-1 1 0,-3-13 0,-22-27-271,24 42-91,-1 1 0,1-1 0,-1 1 1,-1 0-1,1 0 0,-8-7 0,2 1-67,3 4-571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17.210"/>
    </inkml:context>
    <inkml:brush xml:id="br0">
      <inkml:brushProperty name="width" value="0.05" units="cm"/>
      <inkml:brushProperty name="height" value="0.05" units="cm"/>
      <inkml:brushProperty name="color" value="#004F8B"/>
    </inkml:brush>
  </inkml:definitions>
  <inkml:trace contextRef="#ctx0" brushRef="#br0">1 56 7610,'0'0'5383,"0"-2"-6487,0 10-41,18 194-518,-7-113 4763,-10-77-2234,-1-24-713,0 0 0,3-22-1,-1 10-175,0 1-71,0 1 1,2-1-1,1 1 1,1 0 0,0 0-1,2 1 1,1 0 0,0 0-1,16-24 1,-22 41-317,0 0 1,0 0-1,1 0 1,-1 0-1,1 1 0,8-6 1,1 1-1622</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16:08:18.368"/>
    </inkml:context>
    <inkml:brush xml:id="br0">
      <inkml:brushProperty name="width" value="0.05" units="cm"/>
      <inkml:brushProperty name="height" value="0.05" units="cm"/>
      <inkml:brushProperty name="color" value="#004F8B"/>
    </inkml:brush>
  </inkml:definitions>
  <inkml:trace contextRef="#ctx0" brushRef="#br0">100 228 8498,'-1'-1'2423,"0"13"-3417,-1 20 462,1-32 533,1 1-1,0 0 1,0-1-1,0 1 1,0 0-1,0-1 1,0 1-1,0 0 1,0-1-1,0 1 1,0 0-1,0-1 1,0 1-1,0 0 0,1-1 1,-1 1-1,0-1 1,0 1-1,1 0 1,-1-1-1,0 1 1,1-1-1,-1 1 1,1-1-1,-1 1 1,1-1-1,-1 1 1,1-1-1,-1 0 1,1 1-1,-1-1 1,1 0-1,0 1 1,-1-1-1,1 0 0,-1 0 1,1 1-1,0-1 1,0 0-1,6 3 249,26 11 109,-22-10 1086,-6-11-758,0-3-409,0 0-213,1 0 1,-2-1-1,1 0 1,-2 0-1,5-18 1,-4 11-131,10-65 376,-13 74-674,-1 1 1,1-1-1,-1 0 0,-1 1 1,0-1-1,0 1 1,-4-12-1,5 19-235,0 1 555,0-1-1,0 1 1,0 0-1,1 0 0,-1 0 1,0 0-1,0 0 1,0-1-1,0 1 1,0 0-1,0 0 0,0 0 1,0-1-1,0 1 1,0 0-1,0 0 0,0 0 1,0 0-1,0-1 1,0 1-1,0 0 1,0 0-1,0 0 0,0-1 1,0 1-1,0 0 1,0 0-1,-1 0 0,1 0 1,0-1-1,0 1 1,0 0-1,0 0 1,0 0-1,0 0 0,0 0 1,-1 0-1,1-1 1,0 1-1,0 0 0,0 0 1,0 0-1,-1 0 1,-16-8-569,8 3 463,6 4 46,0-1 0,1 1 0,-1 0 0,0 0 0,0 0 0,-1 0 0,1 0 0,0 0 0,0 1 0,-6-1 0,6 1 21,-1 1 0,0-1 0,1 0 0,-1 1 1,0 0-1,1 0 0,-5 1 0,-1 1-65,5-2 13,0 1 0,0-1 1,1 1-1,-1 0 1,0 0-1,1 0 0,-1 0 1,1 0-1,0 1 1,0 0-1,0 0 0,0 0 1,0 0-1,-3 4 0,1 2-54,-1 0-1,1 0 0,-7 17 1,8-16 479,0 0 0,1 0 0,0 0 0,1 1 0,0-1 0,-1 16 0,3-20-115,0-1 0,1 1 0,-1-1 0,1 1-1,0-1 1,1 1 0,-1-1 0,1 0 0,0 0 0,0 1-1,1-1 1,-1-1 0,1 1 0,4 5 0,6 4-14,0 0 0,1-1 0,0-1 0,1 0 0,1 0 0,0-2 0,0 0 0,1-1 0,0-1 0,1 0 0,24 6 0,-39-13-156,1 0 0,0 0 0,0-1 0,0 1 1,0-1-1,-1 0 0,1 0 0,0-1 0,0 1 0,0-1 0,0 0 0,-1 0 0,1 0 0,0 0 0,-1-1 0,1 1 0,-1-1 0,1 0 0,5-4 1,2-4-945</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8T16:12:52.190"/>
    </inkml:context>
    <inkml:brush xml:id="br0">
      <inkml:brushProperty name="width" value="0.05" units="cm"/>
      <inkml:brushProperty name="height" value="0.05" units="cm"/>
      <inkml:brushProperty name="color" value="#004F8B"/>
    </inkml:brush>
  </inkml:definitions>
  <inkml:trace contextRef="#ctx0" brushRef="#br0">28 232 11458,'-16'0'3245,"5"-1"-3017,117-23-6527,56-32 2650,-50 17 2648,-14 5 852,-43 13 657,1 3 0,85-17 0,-134 33-305,0 2-1,1-1 1,-1 1-1,0 0 0,0 0 1,13 3-1,-18-3-121,-1 0-1,1 1 1,0 0-1,-1-1 1,1 1-1,-1 0 0,0 0 1,1 0-1,-1 0 1,0 0-1,1 0 0,-1 0 1,0 0-1,0 0 1,0 1-1,0-1 1,0 0-1,0 1 0,-1-1 1,1 1-1,0-1 1,-1 1-1,1-1 0,-1 1 1,1 0-1,-1-1 1,0 1-1,0 0 1,1-1-1,-1 1 0,0-1 1,-1 1-1,1 2 1,-2 8 175,0 1 0,-1-1 0,0 0 0,-1-1 0,0 1 0,-8 13 0,-40 69 264,37-69-370,-1 3-60,-56 103 133,71-128-804,10-2 471,1-1 1,0 0 0,-1-1 0,1 0 0,0-1 0,-1 0 0,1 0 0,-1-1-1,0 0 1,15-5 2765,-31 26-2367,-3 2-235,-22 52-57,29-65-96,1 0 1,0 0-1,0 0 1,1 0-1,0 0 1,0 0-1,1 1 1,1 12-1,8 7-1009,15 1-1086</inkml:trace>
</inkml:ink>
</file>

<file path=ppt/ink/ink611.xml><?xml version="1.0" encoding="utf-8"?>
<inkml:ink xmlns:inkml="http://www.w3.org/2003/InkML">
  <inkml:definitions>
    <inkml:context xml:id="ctx0">
      <inkml:inkSource xml:id="inkSrc0">
        <inkml:traceFormat>
          <inkml:channel name="X" type="integer" max="10980" units="cm"/>
          <inkml:channel name="Y" type="integer" max="732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0" timeString="2026-02-17T17:14:12.242"/>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27446" units="cm"/>
          <inkml:channel name="Y" type="integer" max="18298" units="cm"/>
          <inkml:channel name="F" type="integer" max="4095" units="dev"/>
          <inkml:channel name="T" type="integer" max="2.14748E9" units="dev"/>
        </inkml:traceFormat>
        <inkml:channelProperties>
          <inkml:channelProperty channel="X" name="resolution" value="1000.21869" units="1/cm"/>
          <inkml:channelProperty channel="Y" name="resolution" value="1000.43738" units="1/cm"/>
          <inkml:channelProperty channel="F" name="resolution" value="0" units="1/dev"/>
          <inkml:channelProperty channel="T" name="resolution" value="1" units="1/dev"/>
        </inkml:channelProperties>
      </inkml:inkSource>
      <inkml:timestamp xml:id="ts1" timeString="2026-02-17T17:14:13.325"/>
    </inkml:context>
  </inkml:definitions>
  <inkml:trace contextRef="#ctx0" brushRef="#br0">32212 13063 0,'0'0'0</inkml:trace>
  <inkml:trace contextRef="#ctx1" brushRef="#br0">23071 4425 615 0,'0'0'92'0,"0"0"67"0,0 0-49 0,0 0-41 15,0 0-21-15,0 3-22 16,-9 57 0-16,4-17-23 16,3 6 1-16,2 15 2 15,0 5-2-15,4 5 6 16,1 7 0-16,2 4 4 16,2 7 1-16,-4 9-8 15,-1 8-1-15,1 3 1 16,-1 1 6-16,3-11 8 15,5-10 3-15,-3-28-1 16,-2-13-2-16,0-19 1 16,-5-9 5-16,-2-23 16 15,0 0 0-15,0 0-40 16,0 0-31-16</inkml:trace>
  <inkml:trace contextRef="#ctx1" brushRef="#br0" timeOffset="835.65">23128 4584 610 0,'-2'-25'122'0,"-2"-5"90"0,-1 7-53 0,-2 2-29 0,7 5-29 16,-5 2-4-16,5 14-20 15,0 0-9-15,0 0-23 16,0 0-17-16,3-2-26 15,43-28-5-15,-5 19-4 16,10-6 6-16,20 11 9 16,10-8 4-16,34 2 4 15,8 3 0-15,12-2 8 16,-3-1 2-16,-35 5 2 0,-19 2-1 16,-32 5-10-16,-16 0-5 15,-16 0-2-15,-14 0-2 16,0 0 3-16,0 0 0 15,0 0-8 1,0 0-5-16,0 0-16 0,0 0-6 16,0 3-6-16,0-1 3 15,14 42 12-15,-10-12 4 16,6 19 7-16,-1 11 6 0,0 14 4 16,0 7-2-16,5 4 4 15,-2-8-4-15,-3-10-2 16,0 0 3-16,-2-2-2 15,2-1 0-15,-2 1-2 16,0 0 0-16,0 0-1 16,2 0 1-16,-2-5 1 15,2-5-1-15,-2-13 2 16,-2-9 1-16,-5-12 1 16,2-5 0-16,-2-18 3 15,0 0 2-15,0 2 6 16,0 1 3-16,0 1 6 15,-2-4 2-15,-54 51 1 16,24-37 1-16,-12 4-5 0,-4-6-5 16,-7 4-4-1,-5-2-5-15,-19-1-3 0,-1 4-4 16,-10-4-1 0,-7 4-2-16,5-6-8 0,2 3-4 15,14-3-32-15,9 1-23 16,14 2-24-16,7-5-15 15,11 0-75-15,10-2-96 16</inkml:trace>
  <inkml:trace contextRef="#ctx1" brushRef="#br0" timeOffset="2155.03">24730 4239 472 0,'0'0'81'0,"0"0"87"0,0 0-33 0,0 0-26 0,0 0-10 16,0 0-25-16,0 0-8 0,0 0-11 15,0 0-3-15,0 0-6 16,0 0-5-16,0 0-29 16,0 0-29-16,0 0-60 15,0 0-40-15,0 0 7 16,3 28 33-16,-1 1 57 15,3 11 40-15,1 13 4 16,-3-3-13-16,6 8-6 16,0 4 3-16,5 5 16 15,7 4 3-15,2-6 10 16,0-3-1-16,-2-2-14 16,-1 2-2-16,1 2-7 15,0 3-5-15,-5 2 4 16,0 3 2-16,-4 4 3 15,-3 0 3-15,0-7-5 16,-4-7-1-16,2-14-3 0,-5-9 2 16,-2-11 7-16,2-5 6 15,-2-23 13-15,0 0 9 16,0 0 5-16,0 0-14 16,0 0-55-1,0 0-42-15</inkml:trace>
  <inkml:trace contextRef="#ctx1" brushRef="#br0" timeOffset="3007.3">24882 4285 602 0,'0'0'164'0,"0"0"160"0,0 0-63 0,0 0-90 15,0 0-33-15,0 0-56 0,0 0-22 16,0 0-46-16,0 0-18 15,0 0-38-15,0 0-16 16,0 0-5-16,3 0 15 16,50-2 40-16,-19 6 22 15,19-1 24-15,5-6-1 16,4 1-1 0,5-3-2-16,2-2 0 0,5 5-4 15,7-7 0-15,13 4-4 0,1-2-7 16,-6 7-3-16,-13 0-9 15,-16 0 8-15,-25 0-12 16,-12 0-1-16,-23 0 0 16,0 0-11-16,0 0 4 15,0 0-2-15,2 0-3 16,-2 0 0-16,0 0 2 16,3 3 2-16,-1-1 0 15,0 0-1-15,31 72 1 16,-27-44-2-16,1 14 2 15,3 2 0-15,-4 21 1 16,1 4-1-16,-2 0 3 16,0 5 2-16,-3-2 3 15,3 0 4-15,-3-3 1 16,0 3-1-16,0 2-3 16,1 7 1-16,-1 13 0 15,0 1 0-15,1 9 1 16,-1-5-2-16,3-11 1 15,-3-14-1-15,0-18 0 0,3-7 0 16,-5-12 1-16,2-7 0 16,0-9 0-16,3 0 2 15,-5-16 5 1,0-7 6-16,0 0 21 0,0 0 16 16,0 0 29-16,0 0 5 15,0 0-15-15,0 0-18 0,-2 0-33 16,-44 7-14-16,-10-7-11 15,-20 0-4-15,-39 0-5 16,-9 4 0-16,-10 8-3 16,9-1-9-16,10 10-30 15,-5-5-25-15,-13 5-65 16,-8 0-31-16,-9-7-203 16</inkml:trace>
  <inkml:trace contextRef="#ctx1" brushRef="#br0" timeOffset="3845.13">23306 4838 851 0,'0'0'103'0,"0"0"56"0,0 0-76 0,0 0-127 16,0 2-23-16,-5 42 0 15,5-14 25-15,5 16 53 16,0 0 1-16,1 7-1 15,-1 2-1-15,0-7 5 16,2 5 2-16,-3-11-4 16,1-3-3-16,-1-4-6 15,-1-15 2-15,-1-6 17 16,-2-14 15-16,0 0 52 0,0 0 31 16,0 0 59-16,0 0 6 15,16-34-39-15,-9-6-34 16,2-10-71-16,3-3-18 15,-3 4-8 1,0 10 0-16,-4 9-4 0,-1 5-2 16,-4 25-6-16,0 0-2 0,0 0-31 15,0 0-28 1,0 0-78-16,0 0-14 0,0 0 26 16,14 39 26-16,-2-9 81 15,2-5 13-15,6 3 6 16,3-7 4-16,-2-7 13 15,0-5 10-15,-10-7 31 16,1-2 26-16,-12 0 35 16,0 0 9-16,0 0-1 15,0-2-18-15,0-1-27 16,2 1-13-16,1 0-25 16,-1-3-9-16,0 1-28 15,0 1-28-15,1 3-89 16,-1-4-9-16,28-15 6 15,-14 47 24-15,14 13 12 0,2-1-40 16,10 3-163-16,4-1-167 16</inkml:trace>
  <inkml:trace contextRef="#ctx1" brushRef="#br0" timeOffset="4026.02">24011 5393 928 0,'-2'-10'183'0,"0"-3"194"0,2 13-150 0,0 0-49 0,0 0-65 16,0 0-65-16,0 0-126 16,0 2-28-16,-5 51 1 15,0-9 23-15,-2 20 86 16,3 5 20-16,-3-11-38 16,-2-5-72-16,9-12-304 15</inkml:trace>
  <inkml:trace contextRef="#ctx1" brushRef="#br0" timeOffset="4798.88">25182 5022 1043 0,'0'0'124'15,"0"0"91"-15,0 0-54 0,0 0-82 16,0 0-34-1,0 0-46-15,0 0-22 0,0 0-39 16,0 0-2-16,0 48 7 16,0-15 16-16,0 10 40 15,0-1 2-15,5-1 2 16,-3-2 1-16,0-13 2 16,1-6 2-16,-1-10 13 15,-2-10 15-15,0 0 41 16,0 0 17-16,0 0 26 15,0 0 5-15,0 0-28 16,11-40-20-16,-6-1-38 16,2-5-18-16,0-5-11 15,0 5 1-15,-3 9 3 16,1 12-1-16,-3 4-2 16,-2 21-3-16,0 0-8 0,0 0-4 15,0 0-13-15,0 0-9 16,0 0-53-16,0 0-17 15,3 0 3 1,24 26 11-16,-11 1 56 0,0 6 20 16,1-4 10-1,-1-1-1-15,0-7 2 0,0-3-1 16,-4-9 0-16,1-2 4 16,-1-7 10-16,2-9 9 0,0-5 18 15,-1-6 4-15,1-6 2 16,-5 3-2-16,-2-4-5 15,-2-1 0-15,-5 7 0 16,0 3-3-16,0 18-7 16,0 0-15-16,0 0-66 15,0 0-48-15,0 0-91 16,0 0 6-16,-7 41 57 16,7-4 47-16,2 11 84 15,1 5-29-15,8 7-143 16,1 3-169-16</inkml:trace>
  <inkml:trace contextRef="#ctx1" brushRef="#br0" timeOffset="5195.56">25797 5455 1027 0,'-7'-16'151'0,"-6"0"151"0,6 4-75 0,7 3-82 0,-3 0-27 16,3 9-62-16,0 0-16 0,0 0-36 15,0 0-20-15,0 0-40 16,0 0-19-16,3 0-9 16,-1 0 10-16,0 0 26 15,1 2 14-15,1 0-4 16,72 56-6-16,-66-28-10 15,-8 2-1-15,-9 7 29 16,-9 7 7-16,-14-4 19 16,-5-1 2-16,-9-6 1 15,-2-5 2-15,9-5 8 16,-2-4 5-16,19-7-4 16,20-14-2-16,0 0-26 15,0 0-12-15,0 2 6 16,20 19 14-16,26-19-31 15,24-2-100-15</inkml:trace>
  <inkml:trace contextRef="#ctx1" brushRef="#br0" timeOffset="6449.46">23995 3675 261 0,'-143'-12'46'0,"-7"5"39"0,-4 7-34 0,11 16-11 15,2 10 7-15,-4 8 21 16,-18 8 5-16,-19 4-5 16,2 2-20-16,11 10-26 15,15 6-7-15,2 17-8 0,-12 6 4 16,1 24 0-16,11 15 2 15,41 13-11-15,28-1-1 16,35-14-7-16,11-11-5 16,30-9 0-16,9 4-7 15,30 26 3-15,14-3 5 0,37 16 12 16,23-2 13-16,40-20 8 16,15-8 4-16,5-9 6 15,2-2 8-15,19 7 11 16,27 5 8-16,24-8 11 15,6-11-1-15,42-21-4 16,-5-15-5-16,18-31-2 16,43-11-1-16,-13-21 1 15,8-12-1-15,41-22-6 16,-35-17-3-16,-4-27 9 16,0-19 1-16,-65-23 3 15,-21-7 1-15,-57 5 0 16,-39 5 7-16,-44-1-19 15,-23-8-19-15,-49-22-42 16,-34-15-37-16,-46 2-27 16,-25 9-5-16,-40 16-3 15,-9 14 12-15,-46-10 16 0,-25 1 12 16,-42-9 6-16,-5 6-1 16,-27 26-4-1,-12 11 1-15,-6 30-29 0,-15 10 3 16,-45 20-54-16,6 14-17 15,-52 23-37-15,-24 16-20 16</inkml:trace>
  <inkml:trace contextRef="#ctx1" brushRef="#br0" timeOffset="11325.31">27724 5381 297 0,'0'0'125'0,"0"0"123"0,0 0-26 0,0 0-68 0,0 0-27 16,-2 0-27-16,0 0-7 15,2 0-15-15,-3 0-11 16,1 0-26-16,0 0-11 16,-1 0-15-16,1 0-1 15,0 0-3-15,-3 0 0 0,1 0 4 16,1 0 1-16,1 0 8 16,0 0 2-16,-1 0-2 15,1 0 8-15,0 0-6 16,-1 0-6-16,1 0-8 15,0 0-14-15,2 0-11 16,0 0 0-16,0 0 8 16,2 0 5-16,0 0 12 15,3 0 2-15,78 0-2 16,-60-2-3-16,7-5 0 16,2 5 0-16,1-1 3 15,-1 3 0-15,-5-2-2 16,3 0-2-16,0-3-3 15,-2 1-2-15,2-1-1 16,-2 3-1-16,6 2 0 0,3-7 1 16,9 4 0-16,5 1 1 15,13-2 0-15,8-6-1 16,20 3 0-16,3-2 0 16,4 0-2-16,-5-3 1 15,-9-4 1-15,-4 3 0 16,-7-4 0-1,-3 4 0-15,1 1-1 0,2 1 1 0,4 1-1 16,5 1 0-16,2 2 1 16,-4 3-2-16,-3 1 0 15,-6-1 0-15,-10 1 0 16,0 1 0-16,-11 0 0 16,-1 2 0-16,-3 0 0 15,-6 0 0-15,1 0 0 16,-1 0 0-16,3 0 0 15,0 0 0-15,4 0 0 16,3 0 0-16,2 0 2 16,-3 0-1-16,-6 0 0 15,-12 0-1-15,-8 0 1 16,-8 0 2-16,-16 0 5 16,0 0 7-16,0 0 5 15,0 0-12-15,0 0-35 16,0 0-29-16,0 0-56 15,0 0-11-15,0 0-154 16,0 0 13-16,-3-3-106 0</inkml:trace>
  <inkml:trace contextRef="#ctx1" brushRef="#br0" timeOffset="11843.43">30347 5003 370 0,'-28'-18'65'0,"3"4"70"0,2-2-25 0,2 2-33 0,3 3-7 16,4-1 1-16,0 3 5 0,5 2 11 15,9 7 7-15,0 0-5 16,0 0-5 0,0 0-4-16,0 0-5 0,0 0-10 15,0 0-6-15,-2 0-20 16,2 0-8-16,0 0-9 16,0 0-1-16,0 0 3 15,0 0 0-15,0 0-3 16,0 0 3-16,0 0-7 15,0 0-9-15,0 0-19 16,0 0-20-16,0 0-27 16,0 0 5-16,0 0 19 15,41 0 16-15,-4 12 25 16,2-5 2-16,10 4-3 16,-6-2-4-16,3 3-1 15,-4 2 0-15,-5-1-1 0,-5 1-2 16,-2 0-1-1,0 0-1-15,-7 2-2 0,-2-2 1 16,-5 2 0-16,-7 0 0 16,0-4 1-16,-6 1 2 15,-6 8 0-15,3-5 1 16,-9 5 4-16,-9 4 1 16,-10 5 6-16,-4-2 4 15,-14 2 1-15,2 0 1 0,-2 0-1 16,0 0-4-16,7-5-26 15,2 0-37-15,11-4-117 16,8-5-109-16</inkml:trace>
  <inkml:trace contextRef="#ctx1" brushRef="#br0" timeOffset="12795.42">31161 4775 929 0,'0'0'139'0,"0"0"99"0,0 0-109 0,0 0-41 0,0 0-95 15,0 0-55-15,0 0-79 16,0 3 0-16,2 41 30 16,-2-15 37-16,2 18 65 15,3 1 2-15,-1 0 4 16,3 1 1-16,0-8 5 16,-4-2 4-16,-1-9-1 15,0-2 0-15,3-12-5 16,-5-16 6-16,0 0 45 15,0 0 25-15,0 0 55 16,0 0 6-16,0 0-4 16,0 0-112-16,23-32-17 15,-9-7-5-15,6-17-37 16,6 1 85-16,-3 4-33 0,0 5-8 16,2 7-1-16,-4 2 3 15,0 12 2-15,-7 4 2 16,-5 12 10-1,-9 9-2-15,0 0-13 0,0 0-32 16,0 0-80-16,0 0-4 0,27 35 11 16,-8-3 28-1,6 14 71-15,-2 2-2 0,5-2-12 16,-7-2 0-16,-1-9-1 16,6-3 3-16,-10-7 15 15,9-9 3-15,-11-4 9 16,-2-5 5-16,6-7 10 15,0-3-6-15,10-13-8 16,4-7-7-16,-2-11-9 16,0-5 10-16,-11-5 21 15,-1 0 8-15,-6 5 19 16,-5 2 3-16,0 7 8 16,-3 7 2-16,-4 7-1 15,0 16-2-15,0 0-17 16,0 0-9-16,0 0-29 15,0 0-19-15,0 0-69 0,0 0-57 16,0 0-6 0,5 34 9-16,-3-1 61 0,-2 8 56 15,2 10 16-15,-2-5 4 16,-4 7 1-16,-1 2-1 16,-2-6 4-16,3 1 0 15,-1-1-35-15,3-3-77 16</inkml:trace>
  <inkml:trace contextRef="#ctx1" brushRef="#br0" timeOffset="13430.28">32110 5402 729 0,'0'0'160'0,"0"0"143"0,0 0-121 0,0 0-25 0,0 0-44 0,0-2-12 16,2-1-32-16,1 1-18 15,-1 0-28-15,0 2-14 16,1 0-29-16,-1 0-10 16,0 0-1-16,1 0 3 15,-1 0 15-15,56 20 7 16,-40-3 1-16,5-1 2 16,0 2-8-16,0 3-6 15,-2 0-11-15,-7-1-8 16,-5 3-6-16,-4 3-2 0,-8 4-7 15,-6 4 8-15,-9-6 11 16,-8 2 6-16,-4 0 18 16,0-3 2-16,0-1 7 15,0-6 4-15,3-1 1 16,6-3 1-16,3-5-3 16,4-1-1-16,4-1 1 15,10-9 1-15,0 0 13 16,0 0 10-16,0 0-1 15,0 0-4-15,0 0-8 16,0 0-4-16,3 0 13 16,54-9 6-16,-20-1-2 15,7 1-6-15,7 0-11 16,4 0-5-16,-4 0-3 16,0 2-1-16,-12 2 3 15,-7 3-11-15,0-1-78 0,-6-1-61 16</inkml:trace>
  <inkml:trace contextRef="#ctx1" brushRef="#br0" timeOffset="14348.34">33101 5033 494 0,'-4'-18'140'0,"-1"0"137"0,3-3-46 0,-3 0-65 0,1-4-40 0,-3-5-34 15,0 0-9-15,0 2-3 16,-5 8-6-16,1 3-25 15,-1 1-17-15,-2 5-32 16,1-1-7-16,-4 8-7 16,4 1-2-16,-6 6-9 15,-2 4-3-15,1 9-7 0,-6 0-2 16,3 11 0 0,3 6-4-16,-1 6 4 0,5 7 0 15,6-7 7-15,6 3-4 16,6-6 14-1,10-3 11-15,8-3 24 0,3-5 15 16,10-4 5-16,6-8-4 16,5-6-10-16,-1-7-2 15,-1-11 0-15,-5-3 1 0,-5-4 12 16,-4-1 9-16,-3 3 16 16,-6-7 7-16,-6 2 9 15,1 3 3-15,-9 4 5 16,-1 0-1-16,-4 14-9 15,0 0-9-15,0 0-30 16,0 0-21-16,0 0-58 16,0 0-38-16,0 0-56 15,0 0 8-15,-11 32 44 16,6 1 33-16,1 13 59 16,1 11 1-16,1 6 3 15,2 8-2-15,-2 19 2 16,2 6 1-16,-3 10-3 15,1-7 2-15,0-11-3 16,0-5 0-16,2-7 1 16,6 2-1-16,-6 0 3 15,3 3-1-15,-3 7 1 0,-3-3 0 16,-6 2 1-16,0-6 2 16,-5-14 6-1,0-7 0-15,-2-17 2 0,2-4-3 16,-4-9-16-16,0-11-4 15,-1-1-3-15,1-6 0 0,-1-8 22 16,-2-1 23-16,-2-10 34 16,-4-9 12-16,-3-21 24 15,-2-9-12-15,2-21-15 16,2-16-7-16,5-25-50 16,4-14-8-16,17-3-22 15,9 3-10-15,25 14 0 16,19 4-7-16,23 1-10 15,9-8-6-15,32 8-35 16,7 1-59-16</inkml:trace>
  <inkml:trace contextRef="#ctx0" brushRef="#br0" timeOffset="20736.97">29003 12873 0,'0'0'0</inkml:trace>
  <inkml:trace contextRef="#ctx1" brushRef="#br0" timeOffset="20546.59">20980 5135 280 0,'0'-14'136'0,"5"2"78"0,2 3-34 0,2 0-20 0,-9 9-43 16,0 0-6-16,0 0-8 16,0 0-19-16,0 0-43 15,0 0-21-15,2 0-37 16,-2 0-22-16,3 0-19 16,-1 0 4-16,46-12 10 15,-15 12-6-15,6 5-13 16,-2 0-6-16,-3 2 1 15,-6-3 21-15,-12 1 37 16,-16-5 14-16,0 0 33 0,0 0 31 16,0 0 33-16,0 0 4 15,0 0 5-15,0 0-12 16,0 0-12-16,0 0 0 16,0 0-2-1,0 0 4-15,0 0-14 0,0 0-14 16,0 0-25-16,0 0-25 15,0 0-26-15,0 0-1 16,-37 11-7-16,7-4 6 0,-11 0 17 16,-10 2 1-16,-2-2 2 15,0 2 2-15,-7-2-1 16,7 0-1-16,0 0 1 16,0-2-1-16,7-1 3 15,0 3 2-15,7-7-2 16,2 5 2-16,5-5-2 15,4 2-1-15,5-2 2 16,2 0 0-16,0-2 3 16,5 0 1-16,0 2-1 15,0 0-1-15,0-3-4 16,0 3-1-16,-3 0-3 16,-1-4 0-16,-1 4-2 15,-5-3-2-15,-3 3-1 16,-1 7 1-16,-3-7 4 15,-1 5 3-15,1 0 1 0,-3-3 1 16,6 0 0-16,2 0 1 16,7-2 4-16,21 0 0 15,0 0 0 1,0 0 0-16,0 0-1 0,-2 0-4 16,2 0-7-16,0 0-11 15,0 0-53-15,0 0-50 0,0 0-187 63</inkml:trace>
  <inkml:trace contextRef="#ctx1" brushRef="#br0" timeOffset="21064.33">20005 5038 892 0,'0'0'181'0,"0"0"115"0,0 0-78 0,0-5-51 0,0 3-74 15,0 2-23-15,0 0-39 16,0 0-18-16,0 0-38 0,0 0-24 16,0 0-46-1,0 0-22-15,0 0 5 16,0 0 22-16,0 2 51 0,0 3 28 15,0-5 26-15,0 5 2 16,-32 82 2-16,11-66-2 16,1 4 3-1,-13 3-2-15,-1-1 0 0,6 6-2 16,-4-8-10-16,2 5-1 0,9-7-9 16,-2 0-4-1,14 0-8-15,0-2-7 0,9-5-10 16,0 0-4-16,11 2 2 15,5 3 11-15,19 2 24 16,4 5 12-16,14 0 13 16,12 6 1-16,6 3-7 15,-2-3-4-15,-2 3-7 16,-7-7-1-16,-12 2-2 16,-6-2 2-16,-12 3 5 15,-2-8-9-15,-5 0-89 16,-5 1-127-16</inkml:trace>
  <inkml:trace contextRef="#ctx1" brushRef="#br0" timeOffset="21915.76">18201 3755 715 0,'-5'-20'127'0,"-4"-4"136"0,2-3-58 0,-4-5-30 0,-3 2-13 15,0-5-28-15,2 3-19 16,1-5-30-16,-3-2-18 15,-4 2-25-15,-1 0-10 16,-11 3-19-16,3 1-7 0,-8 3-9 16,-7-6-4-16,-6 6-11 15,-5 0-5-15,0 9-4 16,5 5-2-16,6 4-3 16,8 3 4-16,8 9 3 15,3-4-2-15,5 8-2 16,-1 1-7-16,1 6-14 15,2 5-13-15,4 14-18 16,1 5-1-16,6 16-2 16,0 13 18-16,3 17 27 15,2 2 5-15,0 6 15 16,0-3 4-16,5-4 3 16,-3-6 7-16,3 3 8 15,-1-3 1-15,1 2-2 16,0 10 2-16,1 8 7 15,1 3 2-15,-2 10 7 0,0-6-3 16,-1-11-11-16,-2-13-2 16,1-15-4-1,-1-6 2-15,-2-12 8 0,2-7 5 16,-2-7 13-16,0-6 8 16,0-13-14-1,0-13-37-15,0 0-166 0,0 0-158 0</inkml:trace>
  <inkml:trace contextRef="#ctx1" brushRef="#br0" timeOffset="22232.83">17323 4317 379 0,'0'0'63'0,"0"0"70"0,2 0 17 0,0 0-14 16,65 26 6-16,-32-24-16 15,4 2-16-15,12 1-35 16,6 0-16-16,10-3-27 15,5-2-8-15,10 2-11 0,1 1-5 16,5 1-2-16,-3-2-12 16,-4 5-132-16,-5 3-182 15</inkml:trace>
  <inkml:trace contextRef="#ctx1" brushRef="#br0" timeOffset="22634.44">18383 4172 1000 0,'0'0'141'0,"0"0"123"16,0 0-44-16,0 0-77 16,0 0-24-16,0 0-42 15,0 0-25-15,0 0-34 16,0 0-19-16,0 0-73 0,0 0-58 16,0 0-38-1,-5 28 12-15,5 13 63 0,3 8 56 16,-1 13 42-16,0 0-2 15,-2 2 1 1,0 1 1-16,0-14 1 0,0-3 3 16,-2-14 0-16,0-1 6 15,2-10 9 1,0-7 6-16,0-16-14 0,0 0-39 0,0 0-219 16</inkml:trace>
  <inkml:trace contextRef="#ctx1" brushRef="#br0" timeOffset="23135.22">18731 4158 1011 0,'0'0'101'0,"0"0"42"16,0 0-20-16,0 0-69 16,0 0-23-16,0 0-24 0,0 0-7 15,-2 0-10-15,-1 0 1 16,-61 23 8-16,34-13 1 16,-2 3 0-1,-1 1 0-15,6 2-5 0,1 0-2 16,8 1-14-16,4-4-7 15,7 3-17-15,0 1-4 16,7-4 2-16,-2 4 2 0,2 3 11 16,2 1 2-16,0 7 10 15,3 2 6 1,2-1 10-16,0 6 3 0,0 4-6 16,2-2-3-16,5 2 9 15,2-4 15-15,2-5 42 16,8 0 15-16,1 0 12 15,6-5-9-15,4-2-5 16,-3-7-1-16,5-2-9 16,-4 0-5-16,0-7-21 15,1-1-8-15,-6-1-34 16,-2 0-92-16</inkml:trace>
  <inkml:trace contextRef="#ctx1" brushRef="#br0" timeOffset="26127.7">5022 9688 397 0,'0'0'136'0,"0"0"110"0,0 0-37 0,0 0-20 0,0 0-40 16,0 0-22-16,0 0-46 15,-2 0-18-15,-1-2-28 16,1 2-11-16,0-5-20 16,0 3-12-16,-1-1-16 15,1 1-2-15,-3 0 1 16,-68-37 1-16,73 39-14 15,-3 0 7-15,-1 0 10 16,-68-5 7-16,72 5 23 16,-2 0-2-16,0 0-5 15,-1 0-1-15,1 0 3 16,0 0 3-16,-1 0 2 0,1 0-1 16,0 0-24-16,-1 0-20 15,1 0-31 1,2 0-15-16,0 0 21 0,0 0 21 15,2 0 32-15,40 2 17 16,-12 1 9-16,0-3-4 16,9 6 7-16,0-3 1 15,7-1 6-15,10 3 4 0,6-1 0 16,7-1 3-16,7 6-13 16,-7-2-6-16,5 0-1 15,-3 0-1-15,-6-3 10 16,2 1 2-16,-10-3 1 15,-4-2-3-15,0 0-3 16,-2-2-1-16,2-3 6 16,2 1 5-16,5-6 7 15,5 3 0-15,6-2-6 16,-1 2-6-16,1 0-7 16,-6 0-3-16,-3-2-2 15,-5 2 0-15,-6-2 2 16,-7 2 1-16,-10 0 1 15,-4 3 0-15,-7-1-3 16,1 3-1-16,-6-1-4 16,-2 1-2-16,3-2-3 0,-3 1 0 15,0 3-1-15,-2 0-2 16,-3 0 1-16,1 0-1 16,-1 0-1-16,1 0-1 15,-3 0 0-15,2 3-2 16,-1-1 0-16,1 0 0 15,5 3 1-15,5-1 0 0,4 3 1 16,3 0 0-16,2 0 0 16,-2-2-1-16,6 2 1 15,-6-3 0-15,6 1 0 16,-6-1 0-16,4 1 1 16,5-3 0-16,-11 1 1 15,1 1 0-15,-11-4 0 16,-6 3 2-16,-10-3 2 15,0 0 3-15,0 0 5 16,0 0 3-16,0 0 2 16,0 0-2-16,0 0-4 15,0 0-7-15,0 0-79 16,0 0-109-16</inkml:trace>
  <inkml:trace contextRef="#ctx0" brushRef="#br0" timeOffset="28892.1">24423 13863 0</inkml:trace>
  <inkml:trace contextRef="#ctx1" brushRef="#br0" timeOffset="30635.35">21907 8076 235 0,'0'0'22'0,"0"0"16"0,0 0-25 0,0 0-36 0,-2 0-22 15,-1 0-25-15,1 0 6 16,0 0 38-16,-3 0 31 0,-76 0 55 16,81 0 11-16,-2 0 8 15,0 0 0 1,-3 0-4-16,1 0 0 0,-68 20 1 16,72-20 0-16,-2 0 2 15,0 0-1-15,-1 0-8 16,1 0 11-16,0 0-11 15,2 0-12-15,0 0-19 16,0 0-24-16,0 0-8 16,0 0 2-16,0 0 4 15,0 0 2-15,0 0-5 16,0 0-4-16,0 0-1 16,0 0 2-16,0 0 8 15,0 0 7-15,2 0 8 16,0 0 7-16,3 0 11 15,80 7 2-15,-55-9-6 16,5 0-6-16,2-3-12 0,6 5 0 16,-1-7-1-16,-3 5-1 15,2 0-5-15,-1-1-5 16,1 1-2-16,3 0 0 16,4-1 1-16,3 1-1 15,0 0-6 1,2 2-1-16,-7 2-1 0,-5 0 1 15,1-2 1-15,-3 0 2 0,-2 0 5 16,-7 0 0-16,-2 0 2 16,-12 0 0-16,-7 0-3 15,-9 0-1-15,0 0-51 16,0 0-59-16,0 0-226 16</inkml:trace>
  <inkml:trace contextRef="#ctx1" brushRef="#br0" timeOffset="31987.74">21794 8094 178 0,'0'0'86'0,"0"0"55"0,0 0-16 0,0 0-22 16,0 0-42-1,0 0-22-15,0 0-35 0,0 0-6 16,0 0 2-1,2 0 12-15,1 0 25 0,-1 2 4 16,72 51 3-16,-47-34-1 16,12 6 6-16,1 3-1 0,6 2-3 15,0 7-5-15,-5-3-15 16,3 5-7-16,-5 3-11 16,-2-8-4-16,-7 3-1 15,0 0-2-15,-9-5-1 16,0-2 1-16,-8-9 0 15,1 0 3-15,-5-10 5 16,-2 1 3-16,-7-12 6 16,0 0 1-16,0 0-1 15,0 2-3-15,0 0-5 16,0 1-2-16,-2-1 1 16,-53 51-3-16,23-32-7 15,-3-3 0-15,-7 5-6 16,1 5 1-16,-1-5 3 15,1 2-1-15,2 0-2 16,2-2-1-16,14-4-5 16,7-3-4-16,11-7-8 15,5-9-2-15,0 0 0 0,0 2 6 16,2 1 15-16,1-1 25 16,64 30 41-1,-35-27 20-15,7-5 36 0,9 0-6 16,8-7-25-16,1 0-18 15,3-4-36-15,7-1-13 0,-5 3-9 16,10-3-20-16,11 3-133 16,4 0-212-16</inkml:trace>
  <inkml:trace contextRef="#ctx1" brushRef="#br0" timeOffset="32540.74">23497 8251 865 0,'0'0'94'0,"0"0"52"0,0 0-42 0,0 0-95 15,0 0-26-15,-4 44-23 0,-3-10 1 16,-3 31 22 0,-1 8 11-16,2 6 7 0,-3 1 4 15,1-13 4-15,-1-5-3 16,5-9-1 0,-2-9-2-16,4-12-2 0,3-7-3 15,2-11-1-15,0-14 5 0,0 0 21 16,0 0 21-16,0 0 73 15,0 0-17-15,-4-37-9 16,4-2-8-16,2-25-68 16,2-8 16-16,6-17-7 15,1-11-5-15,-2-15 0 16,1 3-1-16,-1 19-2 16,-2 13-3-16,0 34-5 15,2 13-1-15,-2 17-1 16,-7 16 0-16,0 0-6 15,0 0-2-15,0 0-13 16,2 0-2-16,0 0 6 16,63-18 8-16,-10 16 25 15,7-3 10-15,26-6 6 16,7-1-2-16,-10 0-20 16,-2 1-21-16,-21 2-101 0,-9 2-113 15</inkml:trace>
  <inkml:trace contextRef="#ctx1" brushRef="#br0" timeOffset="32807.68">23467 8711 973 0,'14'-9'124'0,"9"5"103"0,5-8-24 0,6 7-71 16,-4-4-27-16,7 7-55 16,-2 0-22-16,4 2-26 15,5 0-28-15,9 2-119 16,2 0-142-16</inkml:trace>
  <inkml:trace contextRef="#ctx1" brushRef="#br0" timeOffset="33158.68">25055 8453 875 0,'0'0'135'0,"0"0"129"16,0 0-27-16,0 0-81 15,0 0-23-15,0 0-46 16,3 0-18-16,43-16-17 16,-16 5-15-16,11-3-25 15,5 0-10-15,12 5-64 16,2-5-39-16,9 3-117 16,5 4-93-16</inkml:trace>
  <inkml:trace contextRef="#ctx1" brushRef="#br0" timeOffset="33325.57">25159 8767 553 0,'0'0'140'16,"0"0"123"-1,0 0-34-15,2 0-49 0,54 0-33 16,-17-10-32-16,9 1-38 15,12-2-133-15,12-3-101 0</inkml:trace>
  <inkml:trace contextRef="#ctx1" brushRef="#br0" timeOffset="34060.31">26369 8235 871 0,'0'0'84'0,"0"0"55"16,0 0-94-16,0 2-107 16,0 42-25-16,0-3-16 15,-2 19 31-15,-1 7 56 16,-1-3 10-16,1-4 7 15,1-14 13-15,0-11 8 16,2-5 7-16,0-10 17 0,0-6-8 16,0-14 13-16,0 0 17 15,0 0 42-15,0 0 28 16,0 0 45-16,0 0 1 16,0 0-60-16,30-41-38 15,-9-12-67-15,6-14-20 16,8-14 1-16,-10-4 4 15,5 5 2-15,0 4-2 0,-5 16 2 16,3 18-2-16,-7 22-10 16,-7 8-36-16,2 21-55 15,0 12-8-15,12 32 2 16,2 16 29-16,-3 23 51 16,1 0 7-16,-7-7 6 15,-1-11 2-15,-4-19 0 16,1-13 2-16,-4-12 6 15,-1-7 5-15,-1-12 17 16,-11-11 12-16,0 0 35 16,0 0 10-16,0 0-2 15,26-23-17-15,-5-18-60 16,-1-17-19-16,8-25-12 16,-3-13 6-16,1-10 25 15,1 7 8-15,3 20 7 0,5 17-2 16,-7 25-7-16,-3 12-6 15,-7 11-27-15,-4 10-20 16,0 8-25-16,-3 10-3 16,8 18 19-16,4 17 18 15,0 24 6-15,2 15 0 16,-2 6-4-16,0 3 5 16,-6-16 39-16,-8-8 21 15,-9-15 13-15,0-7 7 0,-2-17-50 16,-3 1-72-16</inkml:trace>
  <inkml:trace contextRef="#ctx1" brushRef="#br0" timeOffset="34377.49">27602 8774 882 0,'0'0'169'0,"39"-5"132"0,5-2-70 0,11-5-39 16,19-1-64-16,0-3-35 15,0-1-44-15,-1 4-10 16,-6 3-10-16,2-3-4 15,-6 6-12 1,-6 2-6-16,-6 3-4 0,4-1-3 16,-13 3-4-16,-5 3-26 15,-14-1-71-15,-12 0-69 16,-11-2-363-16</inkml:trace>
  <inkml:trace contextRef="#ctx1" brushRef="#br0" timeOffset="34653.46">28259 8688 1054 0,'0'0'137'0,"0"0"103"16,0 0-57-16,0 0-168 16,0 0-42-16,0 3-44 15,-9 50-13-15,4-7 61 16,-2 4 13-16,5 8 15 15,0 4 13-15,2-2 14 16,0 4 9-16,0-1 7 16,0-4-1-16,0-8-8 15,0-7-6-15,0-14-9 16,0-5-4-16,0-16 4 0,0-9-7 16,0 0-147-16,0 0-199 15</inkml:trace>
  <inkml:trace contextRef="#ctx1" brushRef="#br0" timeOffset="35366.78">29690 8239 950 0,'-2'-16'91'0,"-7"-9"64"0,4-1-23 0,-2-3-32 16,-2-1-10-16,0 4-11 15,-5 3-16-15,-2 7-26 16,-3-2-16-16,-6 8-37 16,-3 8-14-16,-11 2-18 0,-9 2-2 15,-3 10 11-15,3 9 12 16,-3 6 18 0,5 6 8-16,2 10 1 0,5 3 0 15,4 17 1 1,5-1-2-16,5 5-2 0,6-3-4 15,8-9-7-15,4-2-2 0,9-14 7 16,10 1 9-16,6-11 25 16,5-1 10-16,10-7 14 15,4-5 1-15,4-11-1 16,3-5 0-16,6-7 4 16,1-7-1-16,0-7-11 15,0-4-7-15,-8-7-16 16,-1-1-3-16,-12-6 4 15,-2-2 3-15,-10 2 10 16,0 2 4-16,-6 16 10 16,-3-2 3-16,-9 23-13 15,0 0-12-15,0 0-27 16,0 0-23-16,0 0-37 16,0 0-5-16,0 0-21 15,2 2 15-15,26 56 36 16,-16-10 12-16,6 17 36 15,3 1 3-15,2-15 1 0,-5-5 1 16,8-4 4-16,-3-8 5 16,4-6 10-16,8-5 3 15,13-9 8-15,17-5-52 16</inkml:trace>
  <inkml:trace contextRef="#ctx0" brushRef="#br0" timeOffset="37782.67">31918 15625 0,'0'0'0,"0"0"15</inkml:trace>
  <inkml:trace contextRef="#ctx1" brushRef="#br0" timeOffset="38386.87">21704 11295 361 0,'-5'-20'126'0,"3"-10"120"0,0 4-30 0,-3 6-9 0,-2-1 7 16,0 5-3-16,1 7-36 15,6 9-27-15,0 0-70 16,0 0-46-16,0 0-138 16,0 0-86-16,2 29 2 0,5 18 21 15,9 24 96-15,0 12 73 16,5-3 2-16,0-6 0 16,-3-9 0-16,-7-12-2 15,3-14 0-15,-4-9 1 16,-4-12 10-16,8-4 10 0,-14-14 40 15,0 0 18-15,0 0 12 16,0 0 13-16,19-30-49 16,-1-2-23-1,5-24-24-15,7-8-18 0,-5-7 12 16,-6-3 10-16,2-2-3 16,-1-2 2-16,-3 15 7 15,-1 17-1-15,-7 26 4 16,-9 20-8-16,0 0-58 15,0 0-47-15,2 0-14 16,21 39 4-16,-7 9 47 16,1 10 43-16,3 4 12 15,3 2 0-15,-2-6 0 16,-3-5-1-16,1-12 1 16,-1-8 3-16,-1-10 4 15,-1-3 5-15,0-13 15 0,2-2 6 16,5-7 8-16,5-8-14 15,4-17-36 1,0-3-10-16,1-14-8 16,-6 3 14-16,-4-5 38 0,-4-3 8 15,-8 12 19-15,-1-2 9 16,-8 16 4 0,0 7 0-16,-2 16-21 0,0 0-21 15,0 0-67-15,0 0-42 16,0 0-102-16,0 2 19 0,-7 61 47 15,7-17 36-15,3 16 103 16,-1 2-12-16,-2-2 2 16,0-2 1-16,-5-4 2 15,1-6 6-15,1 1-19 16,3-3-66-16</inkml:trace>
  <inkml:trace contextRef="#ctx1" brushRef="#br0" timeOffset="39038.25">22949 11933 993 0,'0'0'145'0,"0"0"136"0,0 0-54 0,2-2-95 0,0 0-20 16,3-1-44-16,0 1-24 15,77-60-23-15,-79 62-7 16,-1 0-10-16,0 0-2 16,70-25 1-16,-70 25 1 0,0 0-1 15,1 0 1-15,1 0-2 16,77-10-2-16,-81 10 0 15,2 0-1-15,1 0-4 16,-1 0-3-16,0 0-9 16,1 0-6-16,-1 0-10 15,0 0-2-15,0 5 3 16,1-5 10-16,-1 2 15 16,26 72 4-16,-40-42 10 15,1 0-2-15,-8 12-2 16,-1 5 1-16,-8 10-4 15,-4-1-3-15,-3 4 2 16,-4 0 1-16,-5-6 0 16,-2-1 2-16,-7-9 0 15,0-7 0-15,9-11 0 16,10-5 2-16,15-12 4 0,19-11 1 16,0 0 0-16,0 0-6 15,0 0-37-15,0 0 5 16,30 0 11-16,12-2 13 15,20-7 50-15,2 0-2 16,1-3-6 0,-3 1-5-16,-18 4-12 0,-3 0-3 15,-13 4-5-15,-10 1-3 0,-6 2-9 16,-12 0-2-16,0 0-35 16,2 0-29-16,1 0-161 15,-1 0-275-15</inkml:trace>
  <inkml:trace contextRef="#ctx1" brushRef="#br0" timeOffset="39955.94">24117 11401 669 0,'-4'-23'142'0,"-8"-2"178"0,1-7-203 16,-6 2-41-16,-1-9-29 0,-5 4-12 16,-2 0-1-1,-3 8 4-15,-2 4-13 0,2 4-8 16,1 12-16-1,1 1-6-15,-1 6-16 0,-6 6-4 0,3 11-11 16,-6 6-3-16,3 18-7 16,3 3 0-16,7 18 5 15,9 5 5-15,12-5 11 16,9 0 0-16,9-13 12 16,5-6 12-16,16-8 26 15,0-8 19-15,13-10 31 16,6-4 10-16,4-10 7 15,2-8-8-15,-2-11-33 16,-3-9-18-16,-13-8-18 16,-5-1 5-16,-11-5 23 15,-5 2 16-15,-11 0 17 16,-1-4 4-16,-6 8-1 16,-3 8-5-16,-2 7 0 15,0 18-8-15,0 0-24 16,0 0-21-16,0 0-56 0,0 0-38 15,0 0-75 1,-2 27 6-16,4 17 33 0,3 7 32 16,-1 13 76-16,3 1 2 15,-2-6 8-15,4 4 5 16,0-1 4 0,0 7 4-16,5 12 0 0,0 4 0 15,2 14-1-15,-2 0-1 0,0 9-6 16,-3-4 0-16,-1-12-4 15,-3-5 0-15,-3-18-1 16,1 1-2-16,-3-6 0 16,-2-2-1-16,0 0 0 15,-7 1 1-15,-2 6 2 16,0 0 0-16,-5-5-1 16,0 1-4-16,-7-10-13 15,1-2-8-15,-3-9-9 16,-1-7-4-16,1-12 4 15,-2-7 7-15,-3-8 22 16,1-8 22-16,-10-14 40 16,-2-11 5-16,-14-27 4 15,-5-8 5-15,3-25-11 16,-5-4-1-16,9-22-15 16,10 3-22-16,11-9-29 15,23 5-10-15,23-3-11 16,18-5-2-16,40-6-9 0,7-3-8 15,27 8-23 1,3 8-35-16,4 28-456 0</inkml:trace>
  <inkml:trace contextRef="#ctx1" brushRef="#br0" timeOffset="42618.71">25127 11562 507 0,'0'0'147'0,"0"0"132"0,0 0-67 16,0 0-15-16,0 0-37 0,0 0-17 16,0 0-33-16,0 0-18 15,0 0-24-15,0 0 0 16,0 0-8-16,0 0-8 0,0 0-10 15,0 0-14-15,0 0-19 16,0 0-2-16,0 0-3 16,0 0-2-16,0 0-4 15,0 0-4-15,0 0 1 16,0 0-1-16,0 0-2 16,0 0 8-16,0 0 16 15,0 0 8-15,0 0 15 16,0 0-2-16,2 0-12 15,0 0-4-15,61-6-7 16,-33 3-3-16,4-1-2 16,3-1-2-16,2 3 0 15,0-1 0-15,5 1 0 16,0-2 0-16,11-1-2 16,1 3 0-16,6-1-2 0,-2 3-2 15,-12 0 0 1,-4 0 0-16,-19 3 1 0,-9-3 1 15,-16 0 1-15,0 0 1 16,3 0 2-16,-1 0 0 16,-2 0-13-16,0 0-35 15,0 0-196-15,0 0-246 16</inkml:trace>
  <inkml:trace contextRef="#ctx1" brushRef="#br0" timeOffset="43281.71">27000 10899 917 0,'-2'-18'115'0,"0"-5"82"0,0-3-54 0,-3 1-46 0,0 0-14 15,1 4 13 1,1 5 13-16,-3 7-11 0,-1-5-8 16,-10 0-46-16,-3-2-24 15,-10 4-23 1,0 6-8-16,0-1 11 0,-5 4 4 0,5 3 2 16,-2 0-4-16,7 10-11 15,-3-1-8-15,0 7-11 16,1 5-3-16,1 9-3 15,10 4 1-15,-5 12 5 16,5 7 3-16,5 21 11 16,-8 9 2-16,8 30 8 15,6 9 6-15,-6 2 4 16,6-7 0-16,5-11 0 16,0-9-4-16,7 0-2 15,5-5-1-15,8 9 0 16,-1 10 0-16,8 2 0 15,1-3 2-15,0-18-2 16,-1-11 1-16,-4-10 4 16,-2-13-1-16,0-5 5 0,-7-5 3 15,-7-6 6-15,-7-10 1 16,-7-9-17-16,-5-5-31 16,-6-6-121-16,-1-5-116 15</inkml:trace>
  <inkml:trace contextRef="#ctx1" brushRef="#br0" timeOffset="43549.04">26261 12217 1005 0,'0'0'111'0,"0"0"91"0,0 0-52 0,2 0-36 15,53 0-31-15,-11-5-35 16,9 0-11-16,23 1-15 16,2-3-4-16,19-2-3 15,5-5 1-15,-10-7-16 16,0 3-32-16,-11-3-210 15</inkml:trace>
  <inkml:trace contextRef="#ctx1" brushRef="#br0" timeOffset="43965">27505 11795 711 0,'0'0'204'0,"0"0"206"16,0 0-108-16,0 0-110 15,0 0-42-15,0 0-60 16,0 0-28-16,0 0-57 15,0 0-30-15,0 0-42 16,0 5 3-16,12 41 16 16,-5-14 19-16,4 16 37 15,1 8 1-15,-5 6 4 16,4 7 2-16,-6 7 2 16,2-2 1-16,-5-3-2 15,-2-7-4-15,0-8 0 0,0-6-2 16,0-13 0-16,2-7 0 15,-2-11-35-15,-2-6-63 16,2-13-291-16</inkml:trace>
  <inkml:trace contextRef="#ctx1" brushRef="#br0" timeOffset="44382.71">28088 11846 1267 0,'0'0'113'0,"0"0"68"16,0 0-64-16,0 0-70 16,0 0-20-16,-2 2-14 15,-35 53 2-15,14-34 11 16,-2 0 5-16,-12 4-1 15,-9-2-4-15,-10 5-10 16,-1-1-5-16,2 3-7 16,8-7-3-16,15 0-6 15,9-4-7-15,14-5-10 16,9-14-6-16,0 2-24 16,0 0 2-16,30 44 20 15,0-18 13-15,14 16 30 0,-3-5 6 16,10 9-8-16,-3-2-3 15,1 0 9-15,-3 0 8 16,-7-2 15-16,0-2 10 16,-9-6-8-16,0-1-6 15,-9-10-14-15,-3-4-7 16,-6-5-130-16,-3-2-297 16</inkml:trace>
  <inkml:trace contextRef="#ctx1" brushRef="#br0" timeOffset="46019.43">29010 11383 530 0,'-11'0'126'0,"-3"-7"125"0,0 7-35 0,5-2-64 0,9 2-25 0,0 0-25 15,0 0-11-15,-2 0-10 16,-1 0-6-16,1 0-23 16,2 0-12-16,-2 0-25 15,2 0-10-15,0 0-14 16,0 0-8-16,0 0-8 16,0 0-4-16,0 0 0 15,0 0 11-15,0 0 41 16,37 13 20-16,-1-8 32 15,8-3 4-15,9-6-17 16,5-1-9-16,6-4-22 16,-1 2-9-16,3 0-15 15,-3 3-3-15,-8 4-2 16,-4 4-50-16,-14 5-146 16,-3 3-85-16</inkml:trace>
  <inkml:trace contextRef="#ctx1" brushRef="#br0" timeOffset="46253.45">29176 11710 627 0,'0'0'135'0,"0"0"137"15,0 0-48-15,0 0-67 16,0 0-32-16,0 0-50 15,0 0-23-15,0 0-33 16,0 0-2-16,0 0-4 16,3 0 2-16,47 16 6 15,-24-14 0-15,17 1-6 16,15-1-47-16,27-4-196 16</inkml:trace>
  <inkml:trace contextRef="#ctx1" brushRef="#br0" timeOffset="47171.89">30259 11265 923 0,'0'0'94'0,"0"0"55"16,0 0-60-16,0 0-107 16,0 0-39-16,0 3-20 15,3 36 0-15,-3-2 32 16,0 9 23-16,0 11 10 15,2-1 1-15,5 3 8 16,0 1 6-16,-3-4 22 16,1-1 7-16,-3-7 2 15,-2-2 0-15,3-7-7 16,4-6 1-16,-3-8 7 16,-1-9 7-16,-3-16 39 15,0 0 6-15,0 0 37 16,0 0 2-16,0 0-21 15,11-30-15-15,1-7-54 16,-1-9-16-16,10-11-21 16,7-5-1-16,-1-5 7 0,3 5 6 15,0 6 8 1,-7 3 5-16,0 12 9 0,3 4-1 16,-10 7-1-16,0 9-5 15,-7 8-11-15,-9 13-9 0,0 0-53 16,0 0-27-16,28 25-13 15,-10 9 4-15,1 15 50 16,-3-1 24-16,0 5 13 16,-5-7 1-16,3-9-2 15,0-2-1-15,0-5 3 16,0-5 0-16,-3-9 2 16,1-2 2-16,2-10 3 15,-1-1 4-15,1-6 6 16,0-1 2-16,2-10 6 15,3-2-3-15,-1-7-3 16,-2-2-3-16,0-15-9 16,-2 1-3-16,0-7-1 15,-5 2-1-15,3 5 0 16,-1 2-3-16,-2 10 0 16,-2 6-1-16,0 0 3 15,-7 21 0-15,0 0 0 0,0 0-1 16,0 0-7-1,0 0-8-15,0 0-19 0,0 0-13 16,0 0-4-16,14 37 6 16,-9 7 15-16,-1 7 14 15,1 6 11-15,-3 5 3 16,-4-4 7-16,-3 2-1 0,1-3 3 16,-3 3-2-1,2-2-26-15,1 4-40 16,6 0-157-16</inkml:trace>
  <inkml:trace contextRef="#ctx1" brushRef="#br0" timeOffset="47540.28">31292 12111 873 0,'0'0'127'0,"0"0"120"0,0 0-47 0,0 0-52 0,0 0-18 16,0 0-30-16,2 0-11 15,1 0-20-15,43-17-6 16,-14 6-11-16,9-1-6 16,10 3-14-16,4-5-8 15,8 5-15-15,-1 2-3 0,-2-2-25 16,-9 2-27-16,-8-4-100 16,-1-1-91-16</inkml:trace>
  <inkml:trace contextRef="#ctx1" brushRef="#br0" timeOffset="47790.77">31658 12044 447 0,'0'0'117'16,"0"0"93"-16,0 2-118 15,-11 49-38-15,11-7-49 16,2 11 8-16,1 14 36 16,1 2 8-16,-2-4 36 0,-2-2-1 15,0-12-19-15,-2-3-5 16,-7-11-26-16,0 1-3 16,-1-11-3-16,-1-8-13 15,4-5-160-15</inkml:trace>
  <inkml:trace contextRef="#ctx1" brushRef="#br0" timeOffset="48475.54">32751 11620 1329 0,'-5'-16'104'0,"3"-2"57"16,-3-3-34-16,-2-5-45 16,1 1-11-16,-6-5-19 15,-4-2-15-15,-7 2-25 16,0 0-7-16,-12 2-11 15,-4 1-8-15,-5 6-10 16,5 5-4-16,-5 9-8 0,5 9 0 16,-2 12-1-16,6 5 1 15,0 13-4-15,1 2-3 16,4 12-17-16,2 5-3 16,12 4 6-16,5-2 4 15,8 5 24-15,3-3 9 16,12-6 15-16,6-3 7 0,10-7 11 15,9-7 0-15,18-11 16 16,0-5 5-16,15-7 3 16,-8-9 7-16,-5-16-6 15,-1-2-1-15,-15-8 10 16,-2-1 10-16,-6-6 10 16,-10-1 8-16,-5-1 10 15,-2 1-1-15,-4 4 10 16,-3 4-1-16,-4 6-6 15,-3 6-9-15,-2 14-23 16,0 0-11-16,0 0-15 16,0 0-5-16,0 0-9 15,0 0-5-15,0 0-19 16,0 0-8-16,0 0-11 16,0 0-5-16,14 41 4 15,-7-2 4-15,-5 8 11 0,3 8 7 16,-1 0 6-16,1 0 1 15,4-2 3-15,3-2 0 16,4-5-6-16,9-2-6 16,17-5-61-16,17-5-81 15</inkml:trace>
  <inkml:trace contextRef="#ctx0" brushRef="#br0" timeOffset="50645.68">32275 18561 0,'0'0'0,"-57"35"16,-1 5-1,-17 23 17</inkml:trace>
  <inkml:trace contextRef="#ctx1" brushRef="#br0" timeOffset="50480.34">21640 14054 1014 0,'0'0'167'0,"0"0"146"0,0 0-78 0,0 0-94 0,0 0-39 15,0 0-55-15,0 0-22 16,0 0-81-16,0 0-34 0,-3 46-15 15,6-4 5-15,1 32 49 16,-4 4 32-16,9 9 17 16,1-4 4-16,-1-7 8 15,5-4-3-15,-3-10-2 16,-4-2-1-16,5-10-3 16,-3-4-1-16,2-9 0 15,3-9-1-15,-2-12 8 16,-12-16 2-16,0 0 17 15,0 0 16-15,27-14 16 16,-8-18 0-16,8-21-19 16,1-14-16-16,7-6-17 15,-5-8 3-15,-10 3 12 16,-3 2 3-16,-4 11 7 16,1 12 3-16,-7 23 4 0,-7 30-9 15,0 0-44-15,0 0-47 16,0 0-47-16,12 12 3 15,4 25 35-15,-2 4 37 16,6 10 36-16,-1-1-2 16,2-10-2-16,-3-4 1 15,-4-8 1-15,2-7 3 16,-7-5 8 0,3-5 4-16,-12-11 5 0,0 0 2 0,0 0 4 15,0 0 2-15,30-20-6 16,-10-6-3-16,8-15-12 15,0-5-4-15,-1-12-3 16,-1-11-1-16,-3-9 6 16,-3 0 120-16,-1 8-268 15,-3 4 218-15,-4 27-59 16,-3 11-119-16,-9 28 260 16,0 0-237-16,0 0-69 15,0 0 30-15,14 46 27 16,-3 5 25-16,1 18 123 15,2 7-30-15,-5 4-17 16,-5 1-11-16,-4-5-53 16,0-2-69-16</inkml:trace>
  <inkml:trace contextRef="#ctx1" brushRef="#br0" timeOffset="50880.91">22974 14667 874 0,'0'0'167'0,"0"0"151"0,0 0-90 0,0 0-101 0,0 0-39 0,0 0-55 15,2-2-20-15,58-33-27 16,-32 26-11-16,2 7-4 15,4 2 3-15,-4 7 8 16,0 2 2-16,-4 7-20 16,-3 5-12-16,-9-1-21 15,-3 6-2-15,-11-3 34 16,-4 4 20-16,-13 6 28 16,-6 1 11-16,-7 5 2 15,-2 0 3-15,-5-2 8 16,0 5-1-16,7-10-3 15,3 2-5-15,11-13-18 16,4-5-7-16,10-2-14 0,2-7-12 16,7-2-15-16,4-1 4 15,15-4-35-15,10-2-90 16</inkml:trace>
  <inkml:trace contextRef="#ctx1" brushRef="#br0" timeOffset="51515.5">24143 14349 711 0,'2'-21'210'0,"-2"5"212"15,0 16-107-15,0 0-120 16,0-2-55-16,-2 0-79 16,-1-1-27-16,-64-15-42 15,37 27-8-15,-11 12-5 16,-1 4 3-16,-6 7 3 15,2 3 0-15,5 4-2 16,8 0-5-16,8 0-14 16,6-2 2-16,15-9-5 15,4 2 5-15,14-7-10 16,11-5-6-16,12-4 6 16,9-7-4-16,2-9 8 15,1-7 0-15,-5-17-4 0,-8 1 9 16,-8 0 50-1,-7-3 21-15,-10 10 42 0,-1-3 15 16,-8 5 3-16,0 4 2 16,-2 12-9-16,0 0-14 15,0 0-50-15,0 0-45 16,0 0-126 0,0 0-3-16,3 39 13 0,-1 3 32 15,7 22 108-15,-2 10 4 16,0 23 7-16,0 13 3 0,-7 35 3 15,0 12-1-15,-5 0 1 16,-2-5 0-16,0-30-8 16,-2-3-1-16,0-1 0 15,2 2-3-15,-2-5 2 16,0-7 2-16,-5-30 1 16,-2-16 5-16,-3-22 17 15,1-13 7-15,-5-18 24 16,-10-6 14-16,-13-19-2 15,-11-17-2-15,-22-31-13 16,3-19-15-16,-2-37-19 16,4-13-7-16,21-6-22 15,14-1-26-15,30 9-22 16,16-1-17-16,43 1-57 16,24-2-17-16,55 1-207 0</inkml:trace>
  <inkml:trace contextRef="#ctx1" brushRef="#br0" timeOffset="52901.45">24799 14704 404 0,'-11'0'119'0,"-8"-5"100"0,10 3-25 0,9 2-6 0,0 0-22 16,0 0-22-16,0 0-28 16,0 0-18-16,0 0-48 15,0 0-28-15,3 0-27 16,38 0-4-16,-2-2 1 15,7-1 15-15,10 1 7 16,-6 0 1-16,1-5 5 16,-9 4 7-16,-13 1-4 15,-3 2 0-15,-17 0 2 16,-9 0-5-16,0 0-24 16,0 0-48-16,0 0-266 0</inkml:trace>
  <inkml:trace contextRef="#ctx1" brushRef="#br0" timeOffset="53821.61">25226 15029 695 0,'0'0'143'0,"0"0"155"16,0 0-47-16,0 0-22 16,0 0-17-16,2 0-42 15,0 0-11-15,1-3-65 16,38-54-27-16,-25 27-31 16,5-3-9-16,2-8-6 15,2-5 1-15,5-7-1 16,-2-2-3-16,4-3-5 15,-2 1-4-15,0-6-7 16,-2-3-2-16,-3-10-8 16,-2 2-6-16,-4-4-4 15,-5 2 1-15,-3 16 5 16,-2 7 6-16,-9 18 4 0,7 12 1 16,-7 7-5-1,0 16-6-15,0 0-7 0,0 0-4 16,0 0-42-16,0 0-4 15,0 0-49 1,0 0-4-16,-14 37 45 0,12 4 10 16,-2 22 57-16,4 3 9 15,-5 10 2-15,5 0 1 16,-5 3 1-16,-2-6-2 0,7-15-1 16,0-1-1-16,5-8-6 15,2-3 1-15,7-2 2 16,0-5 1-16,9-7 5 15,2-7 1-15,3-8 0 16,-1-4 1-16,10-8 5 16,0-5 3-16,7-9-1 15,7-10-4-15,-1-13-6 16,-1 0-3-16,-6-14 0 16,-1 0 3-16,-10-10 2 15,0-3 2-15,-11-8 6 16,-5-2-1-16,-9-5 8 15,-4-2 0-15,-3 9 3 16,-3 10 6-16,-1 11 1 16,-1 11 6-16,0 10 3 0,1 6-1 15,4 19-1-15,0 0-1 16,0 0-4 0,0-4-3-16,0 1-13 0,0 1-8 15,0 0-20-15,0 2-15 16,0 0-59-16,0 0-30 15,-9 20 3-15,9 17 11 16,0 28 61-16,-3 11 33 16,1 7 10-16,0 0 0 0,-1 0 0 15,-1-5 0-15,-1-4 0 16,1-5 3-16,1-5 4 16,1-6 1-16,2-12 4 15,2-5 2-15,3-11 3 16,2-9-28-16,4-10-184 15,1-8-213-15</inkml:trace>
  <inkml:trace contextRef="#ctx1" brushRef="#br0" timeOffset="54143.35">26463 14513 637 0,'0'0'138'0,"0"0"122"0,0 0-86 0,0 0-88 0,0 0-28 16,0 0-32-16,0 0-12 16,0 4-22-16,0-4-5 15,-4 58 2-15,4-24 3 0,0 10 6 16,0 7 7-16,0 2 11 15,0 2 4-15,-2 5 5 16,-3-2-3-16,-2 4-3 16,5 4 1-16,-3-10-1 15,3-3-1-15,2-7 2 16,-2-14-6-16,-1-9-120 16,3-7-141-16</inkml:trace>
  <inkml:trace contextRef="#ctx1" brushRef="#br0" timeOffset="55006.34">26793 14526 672 0,'0'0'118'15,"0"0"90"-15,0 0-14 16,0 0-88-16,0 0-36 16,-2 0-40-16,-1 3-9 15,1 1 3-15,0-4 3 16,-74 46-8-16,44-34-4 16,-10 6-9-16,3 3-3 0,-5 2-3 15,3 2-3-15,11 1-5 16,0-5-1-16,18-5-7 15,3-3-3-15,7-1-10 16,2 2-8-16,7-5 7 16,6 3 15-16,6 1 27 15,6 3 17-15,3 1 4 16,2-1-8-16,2 4-13 16,-7 1-5-16,5 2-4 15,5 3 0-15,-3 1 17 16,5-1 6-16,-5-1 6 15,-4 2 4-15,0 3-7 16,-5-4-1-16,0-3 0 16,-5 0-5-16,-4-5-4 15,0-4 0-15,-3 0 7 16,-1-3 6-16,-1-4 8 16,-9-7 4-16,0 0 5 0,0 0 1 15,2 0 0-15,0 5-2 16,1-5-15-16,-1 0-7 15,0 0-13-15,1 0-4 16,-1 2-1-16,0 1 0 16,1-1-1-16,-1 0-1 15,0 3 0-15,0-5-1 0,1 0 3 16,-1 0 1-16,-2 0 1 16,0 0-1-16,2 0-3 15,1 0-2-15,-1 0-1 16,0 2-2-16,1-2-1 15,-1 0 0-15,-2 0 1 16,2 2 0-16,-2 1 2 16,0-3 1-16,2 0 4 15,-2 0 2-15,3 0 3 16,-3 0 0-16,0 0 1 16,2 0-1-16,0 0-4 15,1 0-1-15,-1 0-4 16,0 0 0-16,1 0 2 15,-1 0 1-15,0 0 3 16,1 0-1-16,-1 0-3 16,0 0-1-16,0 0-4 15,1 2-2-15,-1-2-24 0,0 2-46 16,1 3-205-16</inkml:trace>
  <inkml:trace contextRef="#ctx1" brushRef="#br0" timeOffset="59666.5">29937 14418 574 0,'0'0'132'0,"0"0"117"0,0 0-97 0,0 0-32 0,0 0-37 0,0 0-15 16,0 0-15-1,0 0-6-15,0 0-17 0,0 0-6 0,0 0-21 16,0 0-9-16,2 0 6 16,0 0 7-16,61 7 21 15,-27-5 4-15,8 1-6 16,2 4-4-16,5 0-13 16,-3-1-1-16,3 6-74 15,0-3-79-15</inkml:trace>
  <inkml:trace contextRef="#ctx1" brushRef="#br0" timeOffset="59870.85">29969 14833 955 0,'0'0'135'0,"0"0"144"0,2 0-68 16,1 0-36-16,68-12-32 16,-43 5-56-16,4-4-38 15,10-5-114-15,4-5-108 16</inkml:trace>
  <inkml:trace contextRef="#ctx1" brushRef="#br0" timeOffset="60769.31">31018 14045 519 0,'0'0'131'0,"0"0"152"0,0 0-57 0,0 0-52 15,0 0-21-15,0 0-51 0,0-2-26 16,-3 0-48-16,1-1-21 16,0 3-23-16,0 0-14 15,-38 16-20-15,24 12 0 0,-7 25-2 16,2 14 2-16,-4 18 19 16,4-2 4-16,-2 2 13 15,0-2 10-15,5-7 0 16,-3-2 2-16,12-3-9 15,4-2-2-15,5 0 0 16,7 0 0-16,7 0 12 16,2-4 3-16,5-7 6 15,2-3 3-15,0-9 7 16,2-7-8-16,1-9-94 16,1-5-90-16</inkml:trace>
  <inkml:trace contextRef="#ctx1" brushRef="#br0" timeOffset="61488.49">31174 14517 615 0,'0'0'85'0,"0"0"68"15,0 0-109-15,0 0-51 16,0 0-43-16,0 3-2 0,-4 56 12 16,4-19 26-16,0 13 18 15,0 2 3-15,0 2 1 16,2 1-1-16,0-12-6 16,1-7-1-16,-3-7 5 15,0-6 4-15,0-12 22 16,0-14 25-16,0 0 66 15,0 0 19-15,0 0 20 16,0 0-11-16,16-33-70 16,-2-8-23-16,6-19-42 15,6-2-13-15,-1-5 2 16,1 3 2-16,-1 6-1 16,5 10 0-16,-9 15-2 15,-1 6 3-15,-10 11 1 16,-10 16-8-16,0 0-45 0,0 0-48 15,0 0-8 1,16 27 11-16,-12-1 55 0,1 6 47 16,2 2 15-16,-3 3-4 15,6-5-11-15,1 3-4 16,-6-10-2-16,4-4 6 16,0-5 4-16,-2-7 2 15,0-4-5 1,-7-5-2-16,2 0 3 0,1 0 7 0,45-16 12 15,-23 2 7-15,1-9 8 16,1 0 3-16,-6-2 12 16,-7-8 1-16,-2 8-1 15,-6 7-3-15,-1 4-13 16,-5 14-2-16,0 0-9 16,0 0-10-16,0 0-34 15,0 0-35-15,0 0-44 16,0 0 1-16,21 30 20 15,-17 0 27-15,8 11 42 16,-7 5 2-16,-3 5 5 16,0-5-7-16,-2 0-64 15,2 0-72-15</inkml:trace>
  <inkml:trace contextRef="#ctx1" brushRef="#br0" timeOffset="61770.96">31926 14934 372 0,'0'0'69'0,"0"0"64"0,0 37-40 0,2-5-18 0,0 7-8 0,-2 7 6 16,0 3 1-16,0-1-15 15,0 1-4-15,-2-13-14 16,2-1-6-16,0-17-22 16,0-4-56-16</inkml:trace>
  <inkml:trace contextRef="#ctx1" brushRef="#br0" timeOffset="62005.73">32099 14738 741 0,'0'0'124'15,"0"0"112"-15,0 0-41 16,0 0-64-16,2 0-15 16,0 0-32-16,3 0-12 15,78 3-52-15,-55-6-44 16,6-1-184-16</inkml:trace>
  <inkml:trace contextRef="#ctx1" brushRef="#br0" timeOffset="62254.84">32248 14520 700 0,'0'0'106'15,"0"0"113"-15,0 0-165 16,0 0-34-16,0 2-32 15,-13 51-3-15,6-14 9 16,2 5 7-16,-2 9 8 16,3 2 3-16,-3 5 3 15,-3 2 0-15,4-7-48 0,1 5-93 16</inkml:trace>
  <inkml:trace contextRef="#ctx1" brushRef="#br0" timeOffset="62977.51">32447 14655 150 0,'2'42'36'15,"5"4"53"-15,-5-5-18 16,3 1-4-16,-3-8-3 16,-2-4-15-16,2-7-11 15,1-6 5-15,-3-17 15 16,0 0 17-16,0 0 69 16,0 0 6-16,0 0 5 15,0 0-1-15,0 0-68 16,20-33-14-16,-3-1-32 15,3-8-17-15,1 1 3 16,0-3 3-16,-3 5 11 0,-2 0 4 16,1 9-4-16,-4 4 1 15,-1 15-9-15,-12 11-8 16,0 0-15-16,0 0-8 16,0 0-16-16,0 0-10 15,0 0-36-15,0 0 3 0,2 0 18 16,21 37 10-16,-18-3 39 15,2 3 0-15,-5-2-5 16,3-1 1-16,-3-4 0 16,-2-2 2-16,0-10 4 15,0-4 4-15,0-14 4 16,0 0-5-16,0 0-31 16,0 0-38-16,2 0-101 15,35-14-49-15,-14-9-17 16,5-2 33-16,-7-5 137 15,-3 0 73-15,-6 7 89 16,-3 0 23-16,-5 9 20 16,-4 14-6-16,0 0-24 15,0 0-24-15,0 0-62 16,0 0-28-16,0 0-40 16,0 0-19-16,0 0 8 15,0 2 12-15,0 1 26 16,0 54 16-16,0-29 0 0,-2 2 2 15,0 0 2-15,-5 2 3 16,2 0 3-16,-4 5-20 16,2 2-93-16,-2-6-90 15</inkml:trace>
  <inkml:trace contextRef="#ctx1" brushRef="#br0" timeOffset="63426.48">32790 15333 962 0,'0'0'116'0,"0"0"82"0,0 0-58 0,2-3-70 16,1 1-17-16,-1 0-24 16,3-1-7-16,-1 1-17 15,1 2-10-15,66-39-8 16,-71 39-2-16,3 0-14 16,-1 2 1-16,0 0-17 0,1 1 0 15,-1 1-7-15,37 77-13 16,-39-51 22-16,-5 0 4 15,-6 2 25-15,-3 0 21 16,-4 1 8-16,-3-3 15 16,0 2 17-16,-4-5 7 15,2 1 9-15,0-5-14 16,7-7-15-16,16-16-7 0,0 0-10 16,0 5-8-16,0-5-2 15,0 0 3-15,29 14-22 16,1-21-39-16</inkml:trace>
  <inkml:trace contextRef="#ctx1" brushRef="#br0" timeOffset="63775.49">32921 14199 1182 0,'0'0'117'0,"0"0"81"0,0 0-46 15,0 0-84 1,0 0-44-16,0 0-100 0,0 42-21 16,7 18-4-16,3 11 24 15,3 19 73-15,4 4 10 16,-4-1 1-16,1-4-4 15,-5 3-6-15,-2 5-4 16,-7 5 8-16,0 3-1 16,-2-3 0-16,-9-8 0 15,-3-18 2-15,-2-4 3 0,-3-19 2 16,-4-7 3-16,2-9-33 16,3-10-42-16,4-8-190 15</inkml:trace>
  <inkml:trace contextRef="#ctx1" brushRef="#br0" timeOffset="64427.89">33677 14699 864 0,'0'0'173'0,"0"0"146"16,0 0-102-16,0 0-38 16,0 0-51-16,0-2-23 15,0 0-37-15,0-3-16 16,-23-66-24-16,23 71-12 15,-2-3-17-15,0 1-12 0,-1-3-29 16,-68-66-12-16,43 66-17 16,-4-4 2-16,-2 7 13 15,4 4 10-15,2 7 21 16,7 3 0-16,-2 6-1 16,9-2-6-16,0 5-21 15,5 5 2-15,7 3 12 16,-3 4 11-16,10-3 24 15,-3-5 5-15,12 0-10 16,-2-4-15-16,4-7-16 16,2-5-5-16,8-4 12 15,-6-5 18-15,17-5 21 16,2-6 10-16,-6-3 18 16,-1-2 6-16,-14-3 13 15,-6 3 8-15,-1 0 6 0,1 2 2 16,-12 14-8-16,0 0-11 15,0 0-25-15,0 0-12 16,0 0-74-16,0 0-47 16,0 0-6-16,0 44 12 15,0-5 71-15,2 7 54 16,3-4 17-16,4-1-4 0,3-4 10 16,-3-5-5-1,7-7 2-15,2-8-1 0,8-8-88 16,8-9-167-16</inkml:trace>
  <inkml:trace contextRef="#ctx1" brushRef="#br0" timeOffset="66665.8">22126 13916 928 0,'0'0'124'0,"0"0"113"0,0 0-35 0,0 0-52 0,0 0-16 0,0 0-27 15,0 0-12-15,0 0-21 16,0 0-10-16,0 0-14 15,0 0-9-15,0 0-5 16,0 0-1-16,0 0-2 16,0 0 2-16,0 0 5 15,0 0 0-15,0 0 1 16,0 0 1-16,0 0-2 16,0 0-4-16,0 0-19 15,-28-46-10-15,17 23-13 16,-1-5-3-16,-2 8 8 15,1 1 3-15,1 1 5 0,-9-7 0 16,5 4 0 0,-2-7 0-16,-10 1-2 0,0-3-2 15,-13 0-3-15,-3-3-1 16,-4-6-3-16,-5 2 0 16,-3-6 2-16,3-3-2 15,-7-5 2-15,5-4 0 0,-5-3-3 16,0-2 2-16,-7-2 1 15,1 0-1-15,-15 0 0 16,0 4 0-16,-16 5 1 16,-9 0 0-16,-2 0 1 15,-3 0 1-15,12-2-3 16,7-3 2-16,7 1 1 16,-3-8-1-16,-8 1 1 15,-13-3-2-15,-15-4-3 16,-8 2-1-16,1 2-2 15,9 7 1-15,14 7 1 16,6 7-1-16,-6 9-3 16,-12 0-2-16,-18 10-3 15,-8 1 1-15,4 8 3 16,8-5 2-16,16 9 3 16,5 0 3-16,-4 5 3 0,-10-3 2 15,-4 3 3-15,2-2 2 16,13-1-1-16,17 3-1 15,14 0-2-15,2-1-1 16,14 4-1-16,-3-4 0 16,13 6 1-16,3 1 0 15,8-3 6 1,11 3 5-16,5-1 5 0,4 4 1 16,3-5-5-16,2 3-6 15,2 2-8-15,2 0 0 0,1 2-1 16,4-2-1-16,3 5 0 15,-3-3 1-15,2 3-1 16,-6-3 0-16,-1 2-1 16,-4 3-2-16,-4 3 0 15,-6-6 2-15,-6 8 2 16,5-3 0-16,-8 0 0 16,1 3-1-16,-1-5-5 15,1 2-3-15,-5 2-9 16,-3 3-2-16,1 2-3 15,-3 5 2-15,-2-5 5 16,-7 2 3-16,-4 3 7 16,-1 0 3-16,5-5 4 15,10 2 0-15,15-6 4 16,12-7 2-16,23-5 5 16,-2 0 1-16,-1 0 1 0,1 0-1 15,0 0-5 1,-1 0-4-16,1 0-2 0,2 0-1 15,0 0 0-15,0 0 1 16,0 2 0-16,-2-2-1 16,-1 2-3-16,1 1-1 15,0 1-4-15,0-4-1 16,-3 2-4 0,-71 28-1-16,51-14-5 0,-3 1-7 0,-9 10-18 15,-2 5-3-15,-5 15-14 16,0 1-4-16,3 14 12 15,-1 3 4-15,3 6 14 16,4-2 12-16,3-4 7 16,0-3 3-16,7-9 5 15,-3 0 2-15,0 0 4 16,5 0 1-16,-9 2 1 16,4-4 3-16,-6 6 4 15,1 1 1-15,1 8 1 16,-5-8-1-16,5 2-1 15,-2 0 1-15,6-14 7 16,5-7-1-16,2-4 0 16,3-10 0-16,-1-4-6 15,1-3-1-15,9-4-2 0,9-14-15 16,0 0-48-16,0 0-26 16,0 0-154-16,0 0-138 15</inkml:trace>
  <inkml:trace contextRef="#ctx1" brushRef="#br0" timeOffset="66932.89">14695 13336 1247 0,'0'0'141'0,"0"0"95"0,0 0-61 0,0 0-93 0,0 0-30 0,0 0-83 15,0 0-75-15,23 32-15 16,3 10 1-16,15 22 51 16,5 3 64-16,7-10-1 15,3-6-4-15,-8-14-9 16,-4-7 23-16,-3-16 51 16,-8-3 28-16,6-11 51 15,7-4-9-15,14-22-34 16,11-15-25-16,21-38-226 15</inkml:trace>
  <inkml:trace contextRef="#ctx1" brushRef="#br0" timeOffset="69638.81">30114 17246 511 0,'-20'0'112'0,"1"0"118"0,19 0-16 0,0 0-47 0,0 0-17 15,0 0-40-15,0 0-16 16,0 0-35-16,0 0-22 16,0 0-33-16,0 0-19 15,0 0-29-15,0 0 5 16,0 0 24-1,32 5 24-15,5-3 41 0,5 3 2 16,11-3-9-16,0-2-12 16,9-4-13-16,2-1-3 0,-4-2-16 15,0 2-33-15,-14 3-145 16,-6 2-149-16</inkml:trace>
  <inkml:trace contextRef="#ctx1" brushRef="#br0" timeOffset="69856.33">30089 17663 867 0,'0'0'150'16,"0"0"118"-16,0 0-81 15,0 0-31-15,0 0-45 16,0 0-22-16,0 0-44 15,0 0-24-15,0 0-30 16,2 0-8-16,54 0 4 0,-13-4-24 16,36-3-73-1,13-3-63-15,44-10-151 0</inkml:trace>
  <inkml:trace contextRef="#ctx1" brushRef="#br0" timeOffset="70424">31900 17352 680 0,'14'-4'119'0,"-14"4"122"16,0 0-19-16,0 0-25 16,0 0-20-16,0 0-38 15,0 0-15-15,0 0-36 16,0 0-20-16,0 0-36 16,0-3-16-16,0 1-24 15,0 2-10-15,-2-5-12 16,-53-52-4-16,22 43-1 15,-1 5-10-15,-8 2 6 16,-1 7-4-16,-6 5-17 16,3 4 5-16,2 14-4 15,-2 4 6-15,5 10 17 16,1 2 7-16,8 5 14 16,9-2 1-16,12-3 9 15,6-2-1-15,12-5-5 0,16-4 3 16,7-10 8-1,9-4 10-15,19-12 26 0,4-4 7 16,16-17 2-16,1-1-6 16,-10-15-15-16,-12 1 0 15,-15-1 7 1,-5 0 9-16,-14 3 5 0,0 2-1 16,-14 7-3-16,-2 5-2 0,-5 6-2 15,-2 12-5-15,0 0-17 16,0 0-11-16,0 0-67 15,0 0-47-15,0 0-2 16,0 39 1-16,3 12 58 16,1 14 45-16,1 4 8 15,-3-7 1-15,3-7-1 16,4-4-1-16,5-12 14 16,4-4 13-16,10-15 27 15,7-6 11-15,20-21-47 16,19-14-111-16</inkml:trace>
  <inkml:trace contextRef="#ctx1" brushRef="#br0" timeOffset="71594.06">21398 16694 784 0,'0'0'184'0,"0"0"160"0,0 0-124 0,0 0-43 0,0 0-78 16,0 0-36-16,0 0-90 15,0 0-64-15,0 2-29 16,-5 39-2-16,5 5 43 16,2 17 50-16,5 10 19 15,-2 6 6-15,2-3 4 16,0-3 1-16,-3-10 4 16,-1-11 0-16,-1-8 4 15,2-12 1-15,-1-11 15 16,-3-21 11-16,0 0 33 15,0 0-4-15,0 0-6 16,0 0-11-16,7-25-35 0,0-12-1 16,6-32-12-16,6-14-1 15,2-4 3-15,-1 4 11 16,1 18 17-16,2 8 2 16,-7 27-5-16,0 11-7 15,-16 19-39-15,0 0-39 16,0 0-21-16,23 21 3 0,-6 25 30 15,-4 9 34-15,10 24 21 16,-6 1-1-16,3 1-7 16,3-3-1-16,-4-18 0 15,-1-5 1-15,1-25 4 16,-5-7 0-16,4-14 2 16,-2-4 2-16,14-10 7 15,5-11-4-15,6-21-6 16,5-4 2-16,-7-21-3 15,-6-3 9-15,-6-8 12 16,-4-1 1-16,-9 3 4 16,0 11 7-16,-7 18 2 15,-5 12 2-15,-2 30-8 16,0 0-15-16,0 0-69 16,0 0-35-16,3 19-17 15,-1 18 3-15,0 22 57 16,3 15 30-16,-3 14 15 0,-2-1 4 15,-2-4 9-15,-1-9-2 16,1-7-121-16,2-8-148 16</inkml:trace>
  <inkml:trace contextRef="#ctx1" brushRef="#br0" timeOffset="71995.03">22502 17281 649 0,'11'-7'133'0,"8"-7"115"0,1 5-86 0,8-7-77 16,2 7-45-16,2 2-37 15,-4 4-3-15,2 6-4 16,-9 4-1-16,-3 4 1 16,0 3-1-16,-4 4-8 15,0 1-14-15,-5 8-25 16,-9 6-7-16,-14 10 8 16,-6 4 16-16,-17 1 28 0,-7 3 7 15,-2 2 14-15,-2-5 11 16,13 0 7-16,7-4 6 15,14-9-2-15,5-3-8 16,9-11-10-16,5-5-1 16,11-7 10-16,12-7 7 15,32-6-16-15,11-15-63 16</inkml:trace>
  <inkml:trace contextRef="#ctx1" brushRef="#br0" timeOffset="72663.08">23677 17076 1145 0,'2'-25'170'0,"-2"2"144"15,-4 4-56-15,-8 3-97 16,1 0-42-16,-12-3-63 16,-3 3-22-16,-6-4-26 15,-3 8-8-15,5 3-23 16,-2 7-11-16,0 9-20 15,0 6-6-15,-1 15 6 16,3 7 8-16,0 17 8 16,3 11 4-16,6 3-18 15,5 6-2-15,14-10 7 0,4-9 1 16,14-14 17-16,7-14 9 16,12-13 16-16,6-3 6 15,12-18 20-15,7-9 0 16,2-15 3-16,-2-4 5 15,-11 1 14-15,-12-1 3 16,-12 7 5-16,-11 5 3 0,-12 6 2 31,-2 19-1-31,0-2-10 0,0 2-8 0,0-5-47 16,0 5-33-16,0 0-70 16,0 30-4-16,2 23 25 15,3 12 25-15,0 13 66 16,1-4 5-16,1 2 1 15,7 0 1-15,-5-3-2 16,5 3 0-16,-7 7 1 16,-2 2 2-16,-5 10 4 15,-12-3-20-15,-4-7 0 16,-5-9-3-16,-6-23-21 16,-1-11 9-16,-2-12-15 15,-2-5-5-15,-5-7 14 16,-2-2 10-16,0-9 31 15,-3-4 19-15,5-8 41 16,5-7 24-16,7-11 24 0,-1-9 5 16,5-14-11-16,-2-14-16 15,10-16-37-15,1-14-28 16,17-9-36-16,11-4-25 16,23 1-72-16,19 10-54 15,41 5-416-15</inkml:trace>
  <inkml:trace contextRef="#ctx1" brushRef="#br0" timeOffset="72979.52">24313 17205 740 0,'0'0'127'0,"0"0"143"0,2 0-136 0,38-16-30 0,-6 11-4 0,15-6-2 15,17-1-21-15,10-2-17 16,12 1-23-16,0 1-12 16,-8-2-30-16,-6 3-36 15,-7-1-192-15</inkml:trace>
  <inkml:trace contextRef="#ctx1" brushRef="#br0" timeOffset="73949.6">25330 17613 830 0,'0'0'192'0,"0"0"198"0,0 0-74 0,0 0-86 0,0 0-34 0,0 0-65 16,2-3-31-16,23-47-45 16,-11 15-25-16,2-16-20 15,7-9-5-15,0-22-5 16,5-15 0-16,-3-11-1 16,-4-5 3-16,4 16 2 15,-4 16 3-15,-5 26 5 16,-9 11 0-16,-2 21 4 15,-5 23-6-15,0 0-10 16,0 0-17-16,0 0-42 16,0 0-21-16,0 0-52 15,-5 14 7-15,5 21 34 16,0 13 21-16,5 14 60 16,2 7 6-16,0 3 3 15,4-1 0-15,3-9-3 0,-3-9-2 16,12-11-1-16,-2-12 3 15,9-5 3-15,7-9 4 16,5-11 8-16,6-3 2 16,-2-9 0-16,5-9-9 15,-1-12-10-15,-3-6-6 0,-4-17-11 16,-1-6 3 0,-12-10 2-16,0-2 1 0,-12 4 9 15,-4 3 6-15,-5 9 17 16,-4 14 12-16,-5 11 12 15,0 28 2-15,0-2-11 16,0 2-9-16,0-5-16 16,0 5-12-16,0 0-28 15,0 0 3-15,0 0-44 16,0 0-4-16,-2 28 21 16,2 4-6-16,-3 19 45 15,3 4 12-15,0 14 7 16,0 3 6-16,0-3 7 15,0 0 12-15,5-9-71 16,-1-5-72-16</inkml:trace>
  <inkml:trace contextRef="#ctx1" brushRef="#br0" timeOffset="74399.66">26606 17143 468 0,'0'0'136'0,"0"0"151"0,0 0-49 0,0 0-65 15,0 0-25-15,0 0-64 16,0 0-50-16,0 0-68 0,5 53-15 15,0 2-2-15,-3-2 24 16,0 7 34-16,1-3 9 16,-3-4 20-16,4 5 1 15,-6-7-2-15,4-5-1 16,-2-7-9-16,-7-14 1 16,7-9-92-16,0-16-143 15</inkml:trace>
  <inkml:trace contextRef="#ctx1" brushRef="#br0" timeOffset="74666.89">26980 17173 614 0,'-16'18'95'0,"-10"10"73"16,-4 4-22-16,-7-2-61 15,-4 2-18-15,-14 3-21 16,2-1-8-16,-3-2-6 16,10-4 4-16,21-3-6 15,13-8-1-15,22 3 8 16,13 1 17-16,32 2 40 16,12 5 8-16,25-12-1 15,7-2-22-15,0-5-66 16,5-7-70-16</inkml:trace>
  <inkml:trace contextRef="#ctx1" brushRef="#br0" timeOffset="77757">27784 14326 1114 0,'-4'-23'158'0,"-6"-2"150"0,3-5-135 0,-2 2-20 16,5 10-20-16,-1 2-9 16,5 16-18-16,0 0-13 0,0 0-28 15,0 0-16-15,0 0-25 16,0 0-9-16,0 0-9 15,0 0-3-15,0 0 9 16,0 0 6-16,0 0 9 16,0 0 2-16,0 0-11 15,0 0-19-15,0 0-55 16,0 46-9-16,0 23-1 16,0 9 13-16,2 21 44 15,-4-2 7-15,-3 0 2 16,1-5 1-16,-6 9 0 15,4 0-1-15,6-4-2 16,0-5-1-16,4-16 2 16,5-11 1-16,3-24-8 15,-5-11-46-15,-7-30-116 16,0 0-53-16</inkml:trace>
  <inkml:trace contextRef="#ctx1" brushRef="#br0" timeOffset="78180.67">27775 14289 1224 0,'0'0'139'0,"0"0"100"16,0 0-58-16,0 0-80 16,0 0-26-16,0 0-46 15,0 0-29-15,0 3-20 16,16 50-5-16,7-5 6 15,5 5 14-15,6 7 4 16,5-3-1-16,-2 1 4 16,3 2 0-16,-1 2 0 15,2 7 1-15,1-2 2 16,-3 0 0-16,-7-7 1 16,-2-8 0-16,-9-19-3 15,-5-10 3-15,-7-14 20 16,-9-9 22-16,0 0 61 15,0 0 24-15,12-48-3 16,-10-1-19-16,0-24-48 0,-2-15-19 16,-2-11-8-16,-3-5 1 15,-6-8-11-15,-1-13-8 16,3-8-13 0,-2-1-7-16,4 23-11 0,2 17-7 15,3 32-33-15,2 20-39 16,-3 19-145-16,3 23-298 15</inkml:trace>
  <inkml:trace contextRef="#ctx1" brushRef="#br0" timeOffset="79377.1">27623 16809 684 0,'0'0'107'0,"0"0"100"0,-3 0-41 0,1 0-61 0,0-3-23 0,0 3-45 16,2 0-30-16,0 0-39 15,0 0-5-15,-19 28 7 16,21 9 11-16,-2 18 22 0,0 3 3 15,3 9-1-15,-6-8 1 16,6 4 4 0,1-1 1-16,3-16 3 0,0 0 6 15,-2-21 10 1,-3-2 4-16,3-13 19 0,-5-10 20 16,0 0 25-16,0 0 12 15,0 0 14-15,0 0-16 16,9-33-30-16,2-4-17 0,12-27-37 15,3-10-12-15,1-6-11 16,1-3-1-16,-2 11-2 16,-1 10-4-16,-4 18-1 15,-3 12 1-15,-6 16 0 16,-12 16 0-16,0 0-12 16,0 0-19-16,0 0-59 15,2 0 2-15,26 21 14 16,-15 11 19-16,3 12 62 15,1 6 2-15,-6 6 2 16,-2-3-2-16,-2-7 0 16,2 0 0-16,1-9-1 15,-1-12 1-15,0-2 2 16,3-9 1-16,-3-12 11 16,0-2 8-16,3-14 24 0,1-4 23 15,8-26 9-15,0-4-3 16,0-14-14-16,-1-1-19 15,-3 1-9-15,-4 12 0 16,-3 10 1-16,-3 10-6 16,-5 12-8-16,-2 18-9 0,0 0-14 15,0 0-8-15,0 0-19 16,0 0-11-16,0 0-25 16,0 0-9-16,0 0 5 15,2 0 13-15,26 32 31 16,-17 5 13-16,1 21 12 15,2 15 5-15,-10 3 2 16,1 3 3-16,-5-3 1 16,-7-7-1-16,0-9-10 15,-2-3-7-15,4-18-58 16,3-4-61-16,2-14-359 16</inkml:trace>
  <inkml:trace contextRef="#ctx1" brushRef="#br0" timeOffset="79795.23">28688 17205 1106 0,'0'0'154'0,"0"0"135"0,0 0-75 0,0 0-94 0,0 0-42 0,0 0-85 16,0 0-34-16,-12 30-15 15,14 7 4-15,1 18 33 16,4 3 22-16,-3-1 16 16,1-2 2-16,-1-6 3 15,-1-1 1-15,1-6-5 16,-4-3 0-16,5-9-3 16,-3-10 1-16,-2-20-42 15,0 0-75-15,0 0-324 16</inkml:trace>
  <inkml:trace contextRef="#ctx1" brushRef="#br0" timeOffset="80563.3">29536 16760 309 0,'-51'-4'86'16,"-2"-5"76"-16,7 4-53 15,4 5-34-15,6 7-25 16,3 2-3-16,-1 12-15 16,1 0-3-16,1 13 16 15,2 3-2-15,3 18-9 16,-1 7-3-16,7 14-29 15,5-2-8-15,5 2-15 16,6-9-13-16,7-14-22 16,7-12-3-16,10-11 16 15,9-14 18-15,13-11 43 16,7-7 21-16,15-17 22 16,8-11 10-16,1-11 27 0,-6-5 14 15,-17 2 41-15,-12 0 12 16,-19 10 11-16,-9 4-4 15,-9 2-25-15,-4 3-13 16,-6 6-29-16,4 6-17 16,6 13-31-16,0 0-13 15,0 0-24-15,0 0-14 16,0 0-42-16,0 0-36 16,0 0-39-16,-10 30 7 15,15 18 33-15,0 12 35 0,1 9 36 16,-1 0 2-16,0 2 1 15,4-2 0-15,0-2-1 16,0 0-1-16,1 2-1 16,1 0 0-16,3 5 2 15,-5 4 1-15,-4 3 3 16,-5 2 0-16,-3-3-3 16,-1-4-22-16,-12-9-4 15,2-12-1-15,-9-11 0 16,-7-9 23-16,-7-12-6 15,-9-3-3-15,-2-8 14 16,-1-5 22-16,-4-12 40 16,5-4 28-16,-3-12 18 15,3-9-1-15,8-9-5 16,4-5-13-16,15-13-16 16,2-8-11-16,19-8-34 0,7-12-17 15,26-1-42-15,20 1-28 16,32 7-58-16,19 11-61 15</inkml:trace>
  <inkml:trace contextRef="#ctx1" brushRef="#br0" timeOffset="81866.72">21098 18202 442 0,'0'0'147'0,"0"0"179"0,0 0-73 0,0 0-68 15,0 0-34-15,0 0-63 16,0 0-25-16,0 0-33 0,0 0-10 15,0 0-4-15,0 0 5 16,2 0 6-16,1 0 0 16,73-9-6-16,-42 9-6 15,10-5 1-15,4 1 2 16,12-1 3-16,7 3 3 16,16-7-1-1,12 2-3-15,13-5-1 0,3 3-4 16,1 2-5-16,-8-2 0 15,-9 4-4-15,-5 1-1 0,-5-1 0 16,2 3-1-16,13 2 1 16,3 0-1-16,13 0 0 15,-1-3-2-15,-5 3 1 16,-8 3 0-16,-8 4 1 16,-2 0-1-16,3 2-1 15,9 0-1-15,13-2 0 16,12-3-1-16,7-1 3 15,-11-3-1-15,-8-3 3 16,-6 1 0-16,-7 0 0 16,9 2 0-16,9 0-3 15,9 0 1-15,5 0-2 16,-5 0 0-16,-13 0 1 16,-7 0 0-16,-5 2 0 15,4-2 0-15,19 0 0 0,3 0-1 16,4-2 0-16,-7 2-1 15,-21 0 0-15,-7 0 0 16,-15 0 0 0,1 2 0-16,3 0 0 0,14 1 1 15,4-1 0-15,-4-2 1 16,7 0-2-16,-15 0 0 16,-1 0 3-16,-1 0 3 15,-11 5 2-15,5-3 1 0,9 3-1 16,4-1-2-16,8 1-1 15,1-5-2-15,1 2 2 16,-12-2 0-16,2-2 1 16,3-3 0-16,11-11 1 15,12 2 0-15,23 3-1 16,7-5-1-16,-5 4 1 16,-9 3-1-16,-21 0 0 15,-9-1-1-15,-5 8-2 16,-2 2 0-16,-18 0-1 15,-15 7 0-15,-29 5-1 16,-12-3-1-16,-15-2-25 16,-4 0-35-16,-6-3-132 15,-7-4-150-15</inkml:trace>
  <inkml:trace contextRef="#ctx1" brushRef="#br0" timeOffset="82467.16">24069 18356 1065 0,'0'0'120'0,"0"0"84"0,0 0-57 0,0 0-76 0,0 0-29 16,0 0-32-16,0 0-27 0,-2 3-21 15,-35 38-1-15,16 1 2 16,0 6 17-16,0 16 8 16,3 8 5-16,2 4 5 15,2-2 1-15,12-1 4 16,2-4 2-16,11-13-3 15,5-8-17-15,7-23-81 16,5-11-84-16</inkml:trace>
  <inkml:trace contextRef="#ctx1" brushRef="#br0" timeOffset="83069.05">24394 18462 429 0,'0'0'80'16,"0"0"80"-16,0 3-58 15,-5 57-29-15,5-31-11 16,0 6-7-16,0 0 3 16,2-1-12-16,1-2-8 15,-1-4-12-15,0-5-10 16,1-7 5-1,-3-16-1-15,0 0 15 0,0 0 13 0,0 0 1 16,0 0 6-16,0 0 2 16,0 0-7-16,23-30-10 15,-9-7-12-15,9-11-16 16,0 0 1-16,2 4 16 16,-2 5 5-16,-7 13 10 15,0 10 5-15,-16 16-13 16,0 0-11-16,0 0-62 15,0 0-26-15,0 0-2 16,30 35 9-16,-11-1 49 16,-1 3 11-16,-6-2-2 15,2-5 0-15,2-10 0 16,2-1 4-16,3-8 7 16,4-4 3-16,3-7 5 15,6-2-1-15,13-12-16 0,1-11-14 16,7-12-15-1,3-2-2-15,-12-5 9 0,-5 0 13 16,-13 7 22-16,-5-2 3 16,-9 16 17-16,-14 23 15 15,0 0-3-15,0-4-6 16,0 4-61-16,0 0-22 16,9 30-14-16,-13 6 4 0,-1 15 46 15,0 2 2-15,1 0 4 16,-1 0 1-16,1 0-27 15,4-7-72-15</inkml:trace>
  <inkml:trace contextRef="#ctx1" brushRef="#br0" timeOffset="83337.92">25698 18557 686 0,'-7'7'113'0,"0"0"86"0,1 4-46 0,1 10-80 0,3 4-24 15,-3 12-22-15,5 4-6 16,-2 8-5-16,-1 6-3 15,3-7-5-15,-2 5 0 16,4-6-30-16,-2-11-70 16</inkml:trace>
  <inkml:trace contextRef="#ctx1" brushRef="#br0" timeOffset="83605.6">25933 18665 677 0,'0'0'115'0,"0"0"127"16,0 0-48-16,37-7-39 15,-7 5-12-15,14-5-44 16,4 0-31-16,3 5-51 15,4-10-7-15,1 5 5 16,1 0-17-16,3-2-109 16,7-2-142-16</inkml:trace>
  <inkml:trace contextRef="#ctx1" brushRef="#br0" timeOffset="83859.2">26298 18536 935 0,'0'0'80'0,"0"0"56"16,0 0-44-16,0 2-26 15,0 1-2-15,13 66 4 16,-8-39-7-16,-3 4-21 15,1 3-1-15,-3 2-12 16,0-4-4-16,0-1-3 16,2-1-3-16,0-13-58 15,0-4-77-15</inkml:trace>
  <inkml:trace contextRef="#ctx1" brushRef="#br0" timeOffset="84488.83">27014 18423 765 0,'-11'23'73'16,"-1"7"46"-16,1 2-26 16,2 8-24-16,4 1-1 15,3 0 9-15,2 1-12 16,0-3-23-16,2 0-7 15,0-4-19-15,-2-5-1 0,5-5-1 16,-5-13 2-16,0-12 9 16,0 0 2-16,0 0 6 15,0 0 1-15,0 0-1 16,23-35 0-16,-7-6-7 16,0-8-7-16,3-4-9 15,-1-2-4-15,-2 7-3 16,3 4 0-16,-6 19 0 15,-1 1 7-15,-12 24 18 16,0 0 0-16,0 0-19 16,0 0-34-16,0 0-31 15,2 0 1-15,19 44 17 16,-14-12 30-16,0 8 11 16,-3-8-1-16,3-2 0 15,0-7-2-15,-2-9 0 16,-5-14-1-16,0 0 1 0,2 0 3 15,0 0 8-15,1 0-4 16,61-7-5-16,-36-7-1 16,7-16-3-16,1 2 2 15,1 1 7-15,0-1 1 16,-5 7-4-16,-6 5 0 16,-8 7-2-16,-2 4 0 15,-11 5 5-15,-5 0 4 0,0 0 0 16,0 0 0-16,2 3 0 15,21 45-3-15,-18-11 2 16,0 7-1-16,-3-5-9 16,-2 2-15-16,7-2-109 15,4-4-123-15</inkml:trace>
  <inkml:trace contextRef="#ctx1" brushRef="#br0" timeOffset="84906.65">27821 18695 1163 0,'0'0'128'0,"0"0"101"0,0 0-64 0,18-21-97 0,12 5-23 15,3-2-44-15,-1-1-8 16,-2 8-22-16,-7 2-11 16,-2 6-22-16,-5 3-10 15,-2 5-13-15,-3 4-5 16,-4 3 2-16,-5 4 5 16,-2 7 31-16,-7 0 11 15,-6 9 24-15,-1 3 12 0,-7-1 13 16,0 5 12-16,3-9 16 15,2 0 8-15,7-9-4 16,4 0 4-16,0-12-6 16,5-9-4-16,0 0 4 15,0 0 2-15,0 0 4 16,0 0 3-16,3 0-6 16,40 11-18-16,-13-25-48 15,5 3-55-15,9-10-333 16</inkml:trace>
  <inkml:trace contextRef="#ctx1" brushRef="#br0" timeOffset="85147.07">28457 18409 704 0,'5'14'164'15,"11"2"134"-15,5 10-51 16,9 13-97-16,2 7-28 16,2 9-10-16,-6 5 11 0,-5 2-12 15,-7 10-19 1,-13 15-40-16,-3 8-25 0,-37 8-87 16,-16 5-60-16</inkml:trace>
  <inkml:trace contextRef="#ctx1" brushRef="#br0" timeOffset="90285.69">20416 4762 618 0,'2'-12'144'0,"0"1"125"0,-2 11-64 0,0 0-26 0,0-3-37 15,0 1-23-15,0 2-57 16,0 0-24-16,0 0-31 16,0 0-8-16,0 0 2 15,0 0 6-15,0 0 7 16,0 0 6-16,0 0-15 0,0 0-17 15,0 0-6-15,0 0-1 16,-13 37 15-16,-4-9 14 16,-6 4 1-16,-4 0 0 15,-3 3-3-15,0-1-3 16,0 1 0-16,2-3-3 16,3 0-6-16,2-4 1 15,7-3-4-15,2-4 0 0,5-3 4 16,6-2 0-16,-6 0 2 15,0 1 1-15,-5 3 3 16,-2 1 1-16,-5 7 3 16,3 4-1-16,-10 5 1 15,-2 0-2-15,-2-1-3 16,-3 1 0-16,8-2-2 16,6-5 0-16,7-9-4 15,2-3-5-15,10 0-5 16,0-6-5-16,-3 4 0 15,8-4 0-15,-3-1 0 16,0-11 1-16,0 0 1 16,0 0 3-16,2 5 8 15,0-3 6-15,53 49 7 16,-25-38 0-16,14 8 0 16,5 0-1-16,-1-3 2 15,7 5-34-15,5 0-202 0</inkml:trace>
  <inkml:trace contextRef="#ctx1" brushRef="#br0" timeOffset="100674.8">27816 5531 456 0,'0'0'81'0,"0"0"78"0,0 0-29 0,0 0-10 16,0 0-3-16,0 0-8 16,0 0-5-16,0 0-33 15,0 0-19-15,0 0-32 16,0 0-9-16,0 0-8 16,0 0 1-16,0-5 2 15,0 5 0-15,0 0-10 0,0 0-6 16,0 0 8-1,-2-2 6-15,0 0 23 0,-1-1 13 16,1 1 12 0,0 2 2-16,0-5 17 0,-1 5 1 15,1-2-4-15,2 0-7 16,0 2-35-16,0 0-17 16,0 0-17-1,0 0-3-15,0 0 6 0,0 0 4 16,0-2 9-16,32-26 4 15,-9 21 5-15,5 0 2 0,0-2 2 16,-3 0 1-16,-2 2 0 16,2-2-1-16,-4 4-3 15,0 0-1-15,-3-2-4 16,1 3-1-16,-3-3-3 16,0 2-3-16,0 3-3 15,0 0-2-15,5 2 1 16,4 0 2-16,5 0-1 15,7 0 0-15,12 0-1 16,4-7-1-16,20 2 1 16,3 3 1-16,10 0-1 15,-8-3 0-15,-7 5-1 16,-1-2 0-16,-15 2 1 16,-2 0 0-16,-7 0 1 0,-4-3 0 15,-6 1 0-15,1 2 1 16,-9-2-2-16,0 2 1 15,-1 0-2-15,3 0-1 16,0 4 0-16,0 1 0 16,0 2 0-1,2-7 0-15,3 4 0 0,6-1 2 16,3-3 1 0,2 0-1-16,5-5 2 0,0 1 0 0,9-3 1 15,0 0-1 1,2-5 0-16,0 3-1 0,0-2-1 15,-2-3 0-15,2 2 0 16,1 3-1-16,6-3 1 16,5 3 0-16,8-2 0 15,6 2 0-15,4-1 0 16,-2-1-1-16,-2 4-1 16,-5 2 1-16,-10-4-1 15,-6 4 1-15,-11 3 0 16,-8 0-1-16,-6 2 0 15,-6 0 0-15,-8 0 0 16,-5 2 0-16,-9 3 2 16,-14-5-1-16,0 0 3 15,0 0 3-15,0 0 7 16,0 0 3-16,0 0 4 0,0 0-8 16,0 0-28-1,0 0-35-15,0 0-123 0,0 0-95 16</inkml:trace>
  <inkml:trace contextRef="#ctx1" brushRef="#br0" timeOffset="101376.3">30054 4891 591 0,'0'0'99'0,"0"0"89"0,0 0-41 0,0 0-39 16,0 0-21-16,0 0-22 0,0 0-7 16,0 0-12-1,3 0 0-15,-1 2 0 16,0 0-3-16,56 33-5 0,-33-19-3 16,10 2-8-16,6 3-1 15,15 7 0 1,6-3 3-16,9 5 10 0,3-7 2 15,-3 0-3-15,-1-2-4 0,-8-1-10 16,-11-3-4-16,-12-1-5 16,-7-2-1-16,-14-8-2 15,-18-6-1-15,3 0 0 16,-1 0 1-16,-2 0 0 16,2 0 0-16,-2 0-3 15,0 3-1-15,0-1-3 16,0 0-2-16,0 1-2 15,0 1-1-15,0-4-3 16,-4 62 1-16,-10-27-1 16,0 0 1-16,-11 13 2 15,2 0 1-15,-10 10 2 16,3 2-2-16,-9 0 1 16,-2-3-2-16,-3-6 2 15,-4-7 3-15,1-5 4 16,1-2 1-16,7-10 5 0,7-4 0 15,11-7 1 1,21-16 3-16,0 0 14 16,-2 0 10-16,2 0-14 0,0 0-21 15,0 0-85-15,0 0 327 16</inkml:trace>
  <inkml:trace contextRef="#ctx1" brushRef="#br0" timeOffset="102245.18">30227 5158 708 0,'-2'-12'126'16,"-3"-4"127"-16,5 16-51 0,0 0-51 0,0-4-18 0,0 4-47 15,0-3-28-15,0 3-60 16,0 0-36-16,0 0-56 16,0 0-4-16,3 0 29 15,36 23 29-15,7 10 59 16,7 3 6-16,18 4-2 16,3-4-5-16,2-3 0 15,2-3-2-15,-18-7-7 0,-9-5 0 16,-19-4-4-16,-11-10 1 15,-12 1 2 1,-9-5 4-16,0 0 4 0,0 0 0 16,0 0-16-16,0 0-10 15,0 0-2 1,0 2 4-16,-34 33 20 0,8-14 11 0,-15 6-3 16,-12-4-3-16,-9 7-6 15,-5-2-5-15,5-1-3 16,6-3-3-16,15-11-12 15,13-3 1-15,28-10 0 16,0 0 7-16,0 0 0 16,0-3 3-16,-23-47 6 15,14 8-1-15,7-2 31 16,-3-9 6-16,5-4 12 16,2 2 13-16,1 6 15 15,4 8 5-15,-7 20 0 16,0 21-9-16,0-2-38 15,0-1-23-15,0 3-95 16,0 0-40-16,18 30-6 16,-9 16 11-16,3 33 73 15,2 6 36-15,-14 7 9 0,-3 0-1 16,-6-18 2 0,0-12-2-16,2-23-3 0,7-9 1 15,4-18 12-15,-4-12 14 16,0 0 47-16,0 0 30 15,33-23 11-15,-8-19-14 16,-2-22-44-16,7-15-31 16,-11-13-16-16,-10-2 3 15,-5 4 8-15,3 12-15 0,-4 22 4 16,6 24-2-16,-9 32-14 16,0 0-3-16,0 0-115 15,0 0-34-15,4 26 0 16,-4 22 17-16,7 26 104 15,-2 4 33-15,0-2 5 16,-3-7 12-16,-2-14 3 16,0-9 1-16,-5-20 4 15,5-3-9-15,5-7-43 16,4 2-245-16</inkml:trace>
  <inkml:trace contextRef="#ctx1" brushRef="#br0" timeOffset="104984.36">20436 4898 641 0,'0'0'124'0,"0"0"114"0,0 0-23 0,0 0-49 16,0 0-36-16,0 0-46 15,0 0-14-15,0 0-26 16,0 0-15-16,0 0-41 0,0 0-23 16,0 0-34-16,0 0-1 15,0 0 15-15,-2 0 13 16,-49 34 28-16,24-13 7 16,-10 6 13-16,-7 3 4 15,-9 7 9 1,-7 0-2-16,-11 0-5 0,-3 0 1 0,0 2-8 15,7 2-1-15,19-6-10 16,9-5-8-16,23-12-13 16,6-4-4-16,10-2 2 15,0-3 6-15,7 0 15 16,3 3 7-16,-10-12 17 16,0 0 7-16,0 0 11 15,0 0 0-15,0 0 3 16,32-14-2-16,5-7 1 15,9-4 0-15,11-8 0 16,-1-1 3-16,-8 2 1 16,-6 2 0-16,-10 2 4 15,-4 3-1-15,-10 4-2 16,-6 0-1-16,-3 7-8 16,0 3-5-16,-4-1-10 15,-5 12-4-15,0 0-6 0,0 0-2 16,0 0-1-1,0 0-1-15,0 0-3 0,0 0 0 16,0 0-2-16,0 0 2 16,0 0-5-1,0 0-8-15,0 0-57 0,0 0-10 16,11 23 1 0,-6 17 9-16,-1 17 53 0,3 10 7 0,-2 21 4 15,-1-3 0-15,-1 2 5 16,-3-4 1-16,2-14-1 15,0-13-1-15,1-20 2 16,-1-13 0-16,-2-23 8 16,0 0 7-16,0 0 29 15,0 0 18-15,0 0 15 16,0 0 6-16,0 0-20 16,14-27-19-16,-7-12-22 15,-3-10-13-15,1-6-9 16,0-7 0-16,-1 11 2 15,1 3 0-15,-3 9 2 16,0 4 1-16,-2 10 1 16,3 6 2-16,-3 19 6 15,0 0-1-15,0 0-4 16,0 0-8-16,0 0-40 16,0 0-34-16,0 0-93 0,-5 28 2 15,0 39 33 1,1 9 31-16,2 11 95 0,-1 5 3 15,3-32 0-15,-2-2 0 16,2-17 2-16,0-13 1 16,2-12 18-16,-2-16 17 15,0 0 45-15,0 0 21 0,0 0 49 16,0 0 14-16,0 0-38 16,5-46-28-16,-5 0-69 15,0-9-30-15,-7-8-12 16,0-3 1-16,-2-1 6 15,0 5 1-15,-1 20 4 16,3 12 0-16,7 30-26 16,0-2-39-16,0 2-114 15,-29-7-149-15</inkml:trace>
  <inkml:trace contextRef="#ctx1" brushRef="#br0" timeOffset="111599.82">31048 12778 596 0,'0'0'137'0,"0"0"121"0,0 0-74 0,0 0-107 0,0 0-35 15,-3 0-41-15,1 0-9 16,-79 3-5-16,49 6 0 0,0 5 0 15,-5-5-1-15,2 5 2 16,1 0 2-16,-3 2 5 16,-2-2 1-16,9 2 4 15,-2 0 1-15,4-2 10 16,7-1 7-16,3-1 10 16,18-12 2-16,0 0 11 15,0 0 10-15,0 0 6 16,0 0-1-16,0 0-22 15,0 0-14-15,32 5-18 16,14-10-3-16,21-7-1 16,7 1 0-16,11-3 3 15,0 5 2-15,7-5 0 16,8 5 2-16,17 4-4 16,10 3 1-16,2-5 0 15,-7 5 2-15,-27-1 10 16,-19 1 4-16,-28 2 7 0,-11-2 1 15,-21 2-1-15,-16 0 2 16,0 0-24-16,0 0-29 16,0 0-82-16,0 0-76 15</inkml:trace>
  <inkml:trace contextRef="#ctx1" brushRef="#br0" timeOffset="112067.63">30937 13200 440 0,'0'0'56'0,"-2"0"54"0,-1 0-31 0,1 0-26 15,0 0 4-15,0 0 4 0,-3 0-5 16,0 5 3 0,1-5-1-16,-1 2 1 0,0 0 1 15,1 0 0-15,2 1 10 16,-1-1-5-1,1 3-2-15,-10 25 25 0,47-33-3 16,27-4 24-16,14-4 13 16,26-5-13-16,6-3-9 15,19-1-31-15,-3-1-16 16,-13 5-24-16,-10 2-6 0,-43 7-7 16,-14 2-2-16,-28 1 1 15,-16 4-2-15,0 0-4 16,0 0-22-16,0 0-102 15,0 0-170-15</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4.620"/>
    </inkml:context>
    <inkml:brush xml:id="br0">
      <inkml:brushProperty name="width" value="0.05" units="cm"/>
      <inkml:brushProperty name="height" value="0.05" units="cm"/>
      <inkml:brushProperty name="color" value="#004F8B"/>
    </inkml:brush>
  </inkml:definitions>
  <inkml:trace contextRef="#ctx0" brushRef="#br0">31 94 3505,'-1'-8'1300,"0"-1"1,0 1 0,0 0-1,-6-13 1,0-7 1424,7 26-2164,0-3 1181,0 1-1224,-2 8-3829,-2 21 3247,1 2 1,1-1 0,1 0-1,4 47 1,-1-18-23,15 337 1265,-7-113-971,-4-235-1266</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5.304"/>
    </inkml:context>
    <inkml:brush xml:id="br0">
      <inkml:brushProperty name="width" value="0.05" units="cm"/>
      <inkml:brushProperty name="height" value="0.05" units="cm"/>
      <inkml:brushProperty name="color" value="#004F8B"/>
    </inkml:brush>
  </inkml:definitions>
  <inkml:trace contextRef="#ctx0" brushRef="#br0">1 0 1312,'0'0'11397,"15"0"-10470,314 32 215,-292-28-1734,52-2 1,-87-2 474,10 0-1566</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5.866"/>
    </inkml:context>
    <inkml:brush xml:id="br0">
      <inkml:brushProperty name="width" value="0.05" units="cm"/>
      <inkml:brushProperty name="height" value="0.05" units="cm"/>
      <inkml:brushProperty name="color" value="#004F8B"/>
    </inkml:brush>
  </inkml:definitions>
  <inkml:trace contextRef="#ctx0" brushRef="#br0">0 49 3737,'0'0'7836,"14"-2"-7532,36-12-72,57-9-1,-81 19-379,1 1-1,-1 1 0,0 2 0,40 3 0,-49 0-1309</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6.485"/>
    </inkml:context>
    <inkml:brush xml:id="br0">
      <inkml:brushProperty name="width" value="0.05" units="cm"/>
      <inkml:brushProperty name="height" value="0.05" units="cm"/>
      <inkml:brushProperty name="color" value="#004F8B"/>
    </inkml:brush>
  </inkml:definitions>
  <inkml:trace contextRef="#ctx0" brushRef="#br0">0 1 4209,'0'0'6663,"14"0"-7485,279 10 1110,-281-8-1688</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6.855"/>
    </inkml:context>
    <inkml:brush xml:id="br0">
      <inkml:brushProperty name="width" value="0.05" units="cm"/>
      <inkml:brushProperty name="height" value="0.05" units="cm"/>
      <inkml:brushProperty name="color" value="#004F8B"/>
    </inkml:brush>
  </inkml:definitions>
  <inkml:trace contextRef="#ctx0" brushRef="#br0">1 27 3761,'0'0'7928,"12"-1"-6710,240-19-1705,-207 15-1019</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7.897"/>
    </inkml:context>
    <inkml:brush xml:id="br0">
      <inkml:brushProperty name="width" value="0.05" units="cm"/>
      <inkml:brushProperty name="height" value="0.05" units="cm"/>
      <inkml:brushProperty name="color" value="#004F8B"/>
    </inkml:brush>
  </inkml:definitions>
  <inkml:trace contextRef="#ctx0" brushRef="#br0">0 19 10090,'0'0'2041,"15"1"-3522,32 1 1965,-1-2 0,0-2 0,0-3 0,46-9-1,-91 14 219,13 0-1074,-11 0-728</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8.424"/>
    </inkml:context>
    <inkml:brush xml:id="br0">
      <inkml:brushProperty name="width" value="0.05" units="cm"/>
      <inkml:brushProperty name="height" value="0.05" units="cm"/>
      <inkml:brushProperty name="color" value="#004F8B"/>
    </inkml:brush>
  </inkml:definitions>
  <inkml:trace contextRef="#ctx0" brushRef="#br0">1 0 12011,'0'0'1904,"2"8"-5011,17 78 2974,-2 1 0,4 105 0,6 30 365,-23-175-125,2 15-343,-2-53-1702</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9.201"/>
    </inkml:context>
    <inkml:brush xml:id="br0">
      <inkml:brushProperty name="width" value="0.05" units="cm"/>
      <inkml:brushProperty name="height" value="0.05" units="cm"/>
      <inkml:brushProperty name="color" value="#004F8B"/>
    </inkml:brush>
  </inkml:definitions>
  <inkml:trace contextRef="#ctx0" brushRef="#br0">284 0 9018,'0'0'69,"-5"17"-1241,0-4 1240,-1 0 0,0 0 1,-1-1-1,0 0 0,-1 0 0,-19 21 0,6-12 25,-117 110 325,132-126-417,-1 1 0,1 0 0,0 0-1,1 1 1,0 0 0,-9 14 0,14-20 2,-1-1 0,1 1 0,-1 0 0,1-1 0,-1 1 0,1 0 0,0 0 0,0 0 1,-1 0-1,1-1 0,0 1 0,0 0 0,0 0 0,0 0 0,0 0 0,0 0 1,0 1-1,1 0 111,0-1 1,0 1 0,0 0 0,0 0 0,0-1-1,1 1 1,-1-1 0,0 1 0,1-1 0,-1 0-1,3 2 1,14 10-90,1-1 0,0-1-1,36 15 1,0-4 219,-2 2-1,94 59 1,-130-71-908</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49.884"/>
    </inkml:context>
    <inkml:brush xml:id="br0">
      <inkml:brushProperty name="width" value="0.05" units="cm"/>
      <inkml:brushProperty name="height" value="0.05" units="cm"/>
      <inkml:brushProperty name="color" value="#004F8B"/>
    </inkml:brush>
  </inkml:definitions>
  <inkml:trace contextRef="#ctx0" brushRef="#br0">1 0 11298,'0'0'954,"0"9"-3641,3 92 2345,-2-22 116,20 142 0,-12-181 271,2-1-1,1 0 1,2-1-1,1 0 0,37 63 1,-41-79-133,-9-18 53,-1 0 1,1 0 0,0 0 0,0 0 0,0-1 0,1 1 0,-1 0-1,1-1 1,0 0 0,0 0 0,0 0 0,0 0 0,1 0-1,-1 0 1,1-1 0,-1 0 0,1 1 0,0-2 0,0 1 0,7 2-1,4-1-1532</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0.494"/>
    </inkml:context>
    <inkml:brush xml:id="br0">
      <inkml:brushProperty name="width" value="0.05" units="cm"/>
      <inkml:brushProperty name="height" value="0.05" units="cm"/>
      <inkml:brushProperty name="color" value="#004F8B"/>
    </inkml:brush>
  </inkml:definitions>
  <inkml:trace contextRef="#ctx0" brushRef="#br0">1 0 8778,'0'0'4445,"2"4"-6950,41 86 2862,43 127 0,-26-75-199,-57-136-1271,0-1-1274</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0.960"/>
    </inkml:context>
    <inkml:brush xml:id="br0">
      <inkml:brushProperty name="width" value="0.05" units="cm"/>
      <inkml:brushProperty name="height" value="0.05" units="cm"/>
      <inkml:brushProperty name="color" value="#004F8B"/>
    </inkml:brush>
  </inkml:definitions>
  <inkml:trace contextRef="#ctx0" brushRef="#br0">207 1 11362,'0'0'559,"-2"6"-2546,-42 86 1514,14-31 499,2 3 1,-26 88 0,50-139-326,-1-1 1,0 1 0,-1-1-1,-10 16 1,9-16-1063,1-2-494</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1.493"/>
    </inkml:context>
    <inkml:brush xml:id="br0">
      <inkml:brushProperty name="width" value="0.05" units="cm"/>
      <inkml:brushProperty name="height" value="0.05" units="cm"/>
      <inkml:brushProperty name="color" value="#004F8B"/>
    </inkml:brush>
  </inkml:definitions>
  <inkml:trace contextRef="#ctx0" brushRef="#br0">1 35 8458,'0'0'5744,"11"-2"-5626,79-20-607,-48 14-3085,-27 5 903</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1.994"/>
    </inkml:context>
    <inkml:brush xml:id="br0">
      <inkml:brushProperty name="width" value="0.05" units="cm"/>
      <inkml:brushProperty name="height" value="0.05" units="cm"/>
      <inkml:brushProperty name="color" value="#004F8B"/>
    </inkml:brush>
  </inkml:definitions>
  <inkml:trace contextRef="#ctx0" brushRef="#br0">0 0 6617,'3'1'7,"-1"-1"0,1 1 0,-1 0 0,1 0 0,-1 0 0,0 0 0,1 1 0,-1-1 0,4 4 0,11 5 75,33 12 96,-2-2 136,0 3 1,61 38-1,-88-44-248,-1 0 0,0 2 1,-1 0-1,-2 1 0,21 29 1,-26-33-109,-6-10-1058</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2.478"/>
    </inkml:context>
    <inkml:brush xml:id="br0">
      <inkml:brushProperty name="width" value="0.05" units="cm"/>
      <inkml:brushProperty name="height" value="0.05" units="cm"/>
      <inkml:brushProperty name="color" value="#004F8B"/>
    </inkml:brush>
  </inkml:definitions>
  <inkml:trace contextRef="#ctx0" brushRef="#br0">280 1 10586,'0'0'1743,"-6"7"-3899,-23 39 1906,3 1 0,2 1 0,-20 57 0,33-80 155,-1-1 0,-2 0 0,0-1 0,-1 0 0,-2-1 0,0-1-1,-27 25 1,38-38-1628</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3.650"/>
    </inkml:context>
    <inkml:brush xml:id="br0">
      <inkml:brushProperty name="width" value="0.05" units="cm"/>
      <inkml:brushProperty name="height" value="0.05" units="cm"/>
      <inkml:brushProperty name="color" value="#004F8B"/>
    </inkml:brush>
  </inkml:definitions>
  <inkml:trace contextRef="#ctx0" brushRef="#br0">0 210 2304,'4'1'360,"1"-1"-1,-1 0 0,1 1 0,-1-1 0,1-1 0,-1 1 0,1-1 0,-1 0 0,0 0 0,1 0 0,-1 0 0,0-1 0,0 0 0,0 0 0,0 0 0,6-4 947,2-11 2067,9-16-3188,-19 30-80,2-7 268,-5-2-373,4-44-707,-3 55 601,0 0-1,0 0 1,0 0 0,0-1 0,-1 1-1,1 0 1,0 0 0,-1 0 0,1 0-1,0 0 1,-1 0 0,0 0-1,1 0 1,-1 0 0,0-1 0,-23-16-644,-8-2 689,24 15 10,-2 20-60,-7 17 37,15-28 46,-2 4-96,3 1 89,-4 17 1,-3 50 0,15-59-45,8 16 38,-15-32 29,0 0-1,1 0 0,-1-1 1,0 1-1,1 0 1,-1 0-1,0-1 1,1 1-1,-1 0 1,1-1-1,-1 1 1,1 0-1,0-1 1,-1 1-1,1-1 1,-1 1-1,1-1 0,0 1 1,0-1-1,-1 1 1,1-1-1,0 0 1,0 1-1,-1-1 1,1 0-1,0 0 1,1 1-1,6 1 17,0 1 18,-5-1 7,0-1 1,0 0 0,0 0 0,0 0-1,0 0 1,0-1 0,0 1 0,0-1-1,5 0 1,-6 0 222,0-1 0,0 0 0,0 0 0,-1 0 0,1 0 0,0 0 0,0 0 0,-1 0 0,1-1 1,0 1-1,-1-1 0,0 1 0,1-1 0,-1 0 0,0 1 0,0-1 0,2-3 0,14-27-244,-17 31 204,5-7 144,-3 3-10,-3-5-313,-1-40 302,2 48-315,0 0 1,0 0-1,0 1 1,0-1 0,0 0-1,-1 0 1,1 0-1,-1 0 1,1 1 0,-1-1-1,0 0 1,0 0-1,-1-2 1,1 3-175,0-1 0,0 1-1,0-1 1,0 0 0,1 0 0,-1 0 0,0 0 0,1 1 0,0-1-1,-1 0 1,1 0 0,0 0 0,0-3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7:38:54.628"/>
    </inkml:context>
    <inkml:brush xml:id="br0">
      <inkml:brushProperty name="width" value="0.05" units="cm"/>
      <inkml:brushProperty name="height" value="0.05" units="cm"/>
      <inkml:brushProperty name="color" value="#004F8B"/>
    </inkml:brush>
  </inkml:definitions>
  <inkml:trace contextRef="#ctx0" brushRef="#br0">1 0 11306,'0'0'4785,"7"6"-7293,97 133 2777,-94-125-223,-1 0 1,0 1-1,-1 0 0,0 1 0,-1 0 0,-1 0 0,0 0 0,-2 1 0,4 19 1,-2 3 36,-2 1 1,-1 73-1,2-36-4,-2-53-14,0 38-1,-4-54-44,1 0 0,-1 0-1,-1-1 1,1 1 0,-1-1 0,-1 1-1,1-1 1,-1 0 0,-5 8 0,-12 24 122,-24 67 0,32-70-53,10-26-34,-1 0 0,-1-1 1,0 1-1,0-1 0,-7 11 0,9-17-162,0-1-1,1 0 1,0 1-1,-1 0 1,1-1 0,0 1-1,0 0 1,1-1-1,-1 1 1,0 0 0,1 0-1,0 3 1</inkml:trace>
</inkml:ink>
</file>

<file path=ppt/ink/ink628.xml><?xml version="1.0" encoding="utf-8"?>
<inkml:ink xmlns:inkml="http://www.w3.org/2003/InkML">
  <inkml:definitions>
    <inkml:context xml:id="ctx0">
      <inkml:inkSource xml:id="inkSrc0">
        <inkml:traceFormat>
          <inkml:channel name="X" type="integer" max="27446" units="cm"/>
          <inkml:channel name="Y" type="integer" max="18298" units="cm"/>
          <inkml:channel name="F" type="integer" max="4095" units="dev"/>
          <inkml:channel name="T" type="integer" max="2.14748E9" units="dev"/>
        </inkml:traceFormat>
        <inkml:channelProperties>
          <inkml:channelProperty channel="X" name="resolution" value="1000.21869" units="1/cm"/>
          <inkml:channelProperty channel="Y" name="resolution" value="1000.43738" units="1/cm"/>
          <inkml:channelProperty channel="F" name="resolution" value="0" units="1/dev"/>
          <inkml:channelProperty channel="T" name="resolution" value="1" units="1/dev"/>
        </inkml:channelProperties>
      </inkml:inkSource>
      <inkml:timestamp xml:id="ts0" timeString="2025-09-18T16:40:09.343"/>
    </inkml:context>
    <inkml:brush xml:id="br0">
      <inkml:brushProperty name="width" value="0.05292" units="cm"/>
      <inkml:brushProperty name="height" value="0.05292" units="cm"/>
      <inkml:brushProperty name="color" value="#FF0000"/>
    </inkml:brush>
  </inkml:definitions>
  <inkml:trace contextRef="#ctx0" brushRef="#br0">32016 9741 454 0,'0'0'57'0,"0"-2"68"0,0 0-110 0,0-1-31 0,-2-1-9 15,-21-72-12-15,23 76-44 16,0-3-30-16</inkml:trace>
  <inkml:trace contextRef="#ctx0" brushRef="#br0" timeOffset="267.1">32016 9495 221 0,'0'0'48'0,"0"0"55"16,0 0-8-16,0 0-7 0,0 0-3 15,0 0-9-15,0 0-9 16,0 0-29-1,-2 0-15-15,0 0-23 0,-1 0-5 16,1 0 8-16,0 0 9 16,-3 2 10-16,1 0 0 15,-1 1-9-15,-66 29-7 16,71-32-9-16,0 0-3 0,0 0-38 16,0 0-52-16</inkml:trace>
  <inkml:trace contextRef="#ctx0" brushRef="#br0" timeOffset="1386.13">31800 9711 404 0,'0'0'109'0,"0"0"115"15,0 0-38-15,0 0-42 16,0 0-10-16,0 0-17 16,0 0-10-16,0 0-23 15,0 0-14-15,0 0-24 0,0 0-10 16,0 0-20-16,0 0-9 16,0 0-24-16,0 0-25 15,0 0-17-15,0 0-1 16,0 0 12-1,0 2 18-15,-5 72 11 0,7-44 4 16,1 0 3-16,-1 2-7 16,0 1-12-1,3 1 4-15,2 3 12 0,2 4 10 0,-2 3 15 16,2 2-2-16,3-7-8 16,-1 1-1-16,3-4 1 15,0-6 2-15,2-7 5 16,-2 0 5-16,0-13 18 15,-1-6 9-15,1-2 20 16,0-2 9-16,-2-9 13 16,1 5 5-16,4-12 0 15,-1 4-4-15,4-13-16 16,1-5-8-16,2-2-14 16,-2-8-7-16,2 1-11 15,2 0-7-15,3 0-8 16,-3 7-5-16,10 2-5 15,4 2-1-15,5 0 0 16,2 8-1-16,-4 1 0 16,-6 5 1-16,-1 3 0 15,-7 4 0-15,-1 2-1 0,-1 1-4 16,-6 4-7-16,3 2-1 16,5 5-5-1,2 5-1-15,0 4 2 0,-5 0 2 16,1 5 7-16,-3-1 3 15,-2-1 2-15,-3 1 1 16,0 8-1-16,-1-7-1 16,-1 6 0-16,0-1-2 15,-2 1-2-15,-3 1-3 0,-2 0-9 16,-4-3-12-16,-3-4-9 16,1-1-1-16,-3 1 8 15,-3 0 13-15,1-10 18 16,2-11 7-16,0 0 24 15,0 0 9-15,0 0 23 16,0 0 10-16,0 0-2 16,0 0-2-16,0 0-21 15,0-2-12-15,-5-60-15 16,10 37-5-16,4-15-9 16,5 4-3-16,2 1-5 15,3-2-2-15,-1 10 2 16,3 1-1-16,-3 6-2 15,1 1-1-15,-3 5-11 0,-2 5-4 16,-1 4-4-16,6 1-4 16,2 4 5-16,11-2-7 15,9 2-12-15,3 0 1 16,9 6 2 0,-7 4 12-16,0-1 20 0,0 0 2 15,5 3 8-15,-2-3 1 16,-13-7 5-16,-8 0 7 15,-28-2 35-15,2 0 22 0,1 0 22 16,-1-2-1-16,44-39-26 16,-30 13-18-16,3-7-21 15,-3 1-8-15,0-3-28 16,-4 3-30-16,-6-6-111 16,-1 1-104-16</inkml:trace>
  <inkml:trace contextRef="#ctx0" brushRef="#br0" timeOffset="2372.65">32493 11201 697 0,'5'-9'194'0,"2"-5"219"0,-7 14-115 0,0 0-101 0,0 0-43 0,0 0-57 16,0 0-29-16,0 0-31 15,0 0-15-15,0 0-46 16,0 0-15-16,0 0-40 16,0 5 13-16,-28 52 24 0,5-15 20 15,-9 20 39-15,-3-2-6 16,-13 2-2-16,0-4 1 16,-3-5-1-16,5-3-2 15,2 1-2 1,5-5-1-16,2 2-1 0,0-2 1 15,7 0-2-15,0 1-2 16,12-8-7 0,2-5-5-16,11-8-11 0,3-1-6 15,4-7-4-15,3-6 4 16,4 2 10-16,0-10 8 16,3 1 14-16,4-1 4 0,4-4 4 15,3-4 0-15,10-1-2 16,6 1-3-16,12-6-2 15,6 4-2-15,12 3-2 16,10 1 0-16,1 2 0 16,1 5-1-16,-9 1-2 15,-8 4 0-15,-16-1 0 16,-11-5 0-16,-11 1 3 16,-6 2 0-16,-10-5 5 15,-10-2 3-15,0 0 16 16,0 0 3-16,0 0 11 15,0 0 3-15,0 0 2 16,0 0-1-16,0-2-2 16,7-46 0-16,-10 13-6 15,1-4 2-15,-10-7-3 0,3 2-6 16,-7 0-1-16,-5 1-1 16,3 1-1-16,-1 3 0 15,-1 2-7-15,-1 3-4 16,0 1-8-16,0 3-4 15,3 3-4 1,7 1-3-16,-3-3-7 0,7 1-10 16,-2-2-13-16,-1 2-8 0,8-2-29 15,0 7-24 1,2 0-79-16,0 5-76 16,4 2-236-16</inkml:trace>
  <inkml:trace contextRef="#ctx0" brushRef="#br0" timeOffset="2983.6">33037 11427 582 0,'0'0'123'0,"0"0"127"0,0 0-34 0,0 0-44 0,0 0-21 0,0 0-29 15,0 0-16-15,0 0-31 16,0 0-18-16,0 0-40 15,0 0-27-15,0 0-81 16,0 0-18-16,10 23-5 16,-1 7 19-16,7 16 65 15,5 0 17-15,6 0 13 16,6 2 0-16,3 1 3 16,4-5 0-16,3 2 3 15,-3 2 1-15,-1 0 4 16,0-2-1-16,-4 5-2 15,-3 0 4-15,-2-3 6 0,-5 0 3 16,-9-6 6-16,0-10-1 16,-6-9-40-16,-3-4-34 15,-1-10-118-15,-6-9-96 16</inkml:trace>
  <inkml:trace contextRef="#ctx0" brushRef="#br0" timeOffset="3328.39">33708 11646 512 0,'0'0'155'0,"0"0"149"15,0-3-77-15,-2 1-77 16,-1 0-20-16,1-1-24 15,0 1-2-15,-1 0-32 16,1 0-22-16,0-1-35 16,0 1-15-16,-1 0-32 15,1 2-2-15,-60 4 4 16,29 26 6-16,-15 9 18 0,-5 10 1 16,-5 6 5-1,-1 7 0-15,-6 7 6 16,0 10 2-16,6 13 3 0,6 4 2 15,2 3 0-15,2-2 0 16,1-16-31 0,0-3-64-16</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3:48.050"/>
    </inkml:context>
    <inkml:brush xml:id="br0">
      <inkml:brushProperty name="width" value="0.025" units="cm"/>
      <inkml:brushProperty name="height" value="0.025" units="cm"/>
    </inkml:brush>
  </inkml:definitions>
  <inkml:trace contextRef="#ctx0" brushRef="#br0">0 0 15483,'0'0'232</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1.979"/>
    </inkml:context>
    <inkml:brush xml:id="br0">
      <inkml:brushProperty name="width" value="0.05" units="cm"/>
      <inkml:brushProperty name="height" value="0.05" units="cm"/>
      <inkml:brushProperty name="color" value="#004F8B"/>
    </inkml:brush>
  </inkml:definitions>
  <inkml:trace contextRef="#ctx0" brushRef="#br0">1 0 2497,'0'0'2263,"10"8"-1702,-1 0-546,-1 2 0,0-1 0,0 1 0,0 1 0,-2-1 0,9 16 0,68 182 497,11 19 952,-40-105-2225</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2.459"/>
    </inkml:context>
    <inkml:brush xml:id="br0">
      <inkml:brushProperty name="width" value="0.05" units="cm"/>
      <inkml:brushProperty name="height" value="0.05" units="cm"/>
      <inkml:brushProperty name="color" value="#004F8B"/>
    </inkml:brush>
  </inkml:definitions>
  <inkml:trace contextRef="#ctx0" brushRef="#br0">265 1 2809,'0'0'5107,"-3"12"-4940,-172 466 1343,172-471-1515,-37 103-479,6-39-2701,25-52 1283</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3.110"/>
    </inkml:context>
    <inkml:brush xml:id="br0">
      <inkml:brushProperty name="width" value="0.05" units="cm"/>
      <inkml:brushProperty name="height" value="0.05" units="cm"/>
      <inkml:brushProperty name="color" value="#004F8B"/>
    </inkml:brush>
  </inkml:definitions>
  <inkml:trace contextRef="#ctx0" brushRef="#br0">1 50 3601,'0'0'2950,"-1"24"-2762,2 14-70,6 55 0,-5-86-151,1 0 1,-1 0-1,1-1 1,0 1-1,0-1 1,1 0-1,0 0 1,0 0 0,1 0-1,-1-1 1,1 1-1,0-1 1,1-1-1,-1 1 1,1-1-1,11 7 1,-13-10 22,-1 0 0,0 0 0,1-1 0,-1 1 1,1-1-1,-1 1 0,1-1 0,-1-1 0,1 1 0,-1 0 1,0-1-1,1 1 0,-1-1 0,0 0 0,1 0 0,-1-1 1,0 1-1,0-1 0,0 1 0,5-5 0,1 0 131,0 0 0,0-1 1,-1 0-1,1 0 0,8-12 0,-12 13 1,0 0 0,-1 0 1,0-1-1,0 1 0,0-1 0,-1 0 1,0 0-1,0-1 0,-1 1 0,0-1 1,0 1-1,0-1 0,-1 1 0,-1-1 1,1 0-1,-1 0 0,-2-12 0,1 15-81,0 1-1,-1 0 1,0-1 0,0 1-1,0 0 1,0 0-1,-1 1 1,0-1 0,0 0-1,0 1 1,0 0-1,0 0 1,0 0 0,-1 0-1,0 0 1,-5-3-1,-1 0-137,0 1 0,-1 0 0,1 0 0,-1 1 0,-14-3 0,14 5-265,0 0 0,0 0-1,0 2 1,0-1 0,0 1 0,0 1-1,0 0 1,-16 4 0,13-3-1164</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3.807"/>
    </inkml:context>
    <inkml:brush xml:id="br0">
      <inkml:brushProperty name="width" value="0.05" units="cm"/>
      <inkml:brushProperty name="height" value="0.05" units="cm"/>
      <inkml:brushProperty name="color" value="#004F8B"/>
    </inkml:brush>
  </inkml:definitions>
  <inkml:trace contextRef="#ctx0" brushRef="#br0">120 0 2401,'0'0'6896,"-25"13"-8086,-16 9 245,17-2-3374,12 0 4611,-1 1 2028,12-21-2212,-3 8 1469,5-7-1517,0-1 1,-1 1-1,1 0 1,0-1-1,-1 1 1,1 0 0,0-1-1,0 1 1,-1-1-1,1 1 1,0-1-1,0 1 1,0-1 0,0 0-1,0 1 1,0-1-1,0 0 1,0 0 0,1 0-1,9 4 15,-6-3-38,1 1-1,-1-1 0,1 0 0,-1 0 0,1 0 1,-1-1-1,1 0 0,0 0 0,-1 0 0,1-1 0,6-1 1,136-33 773,-138 33-979,-8 2-275</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4.347"/>
    </inkml:context>
    <inkml:brush xml:id="br0">
      <inkml:brushProperty name="width" value="0.05" units="cm"/>
      <inkml:brushProperty name="height" value="0.05" units="cm"/>
      <inkml:brushProperty name="color" value="#004F8B"/>
    </inkml:brush>
  </inkml:definitions>
  <inkml:trace contextRef="#ctx0" brushRef="#br0">1 38 2280,'0'0'2186,"24"-1"2821,44 0-2822,70-8-872,-41-9-3884,-68 10 69</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4.964"/>
    </inkml:context>
    <inkml:brush xml:id="br0">
      <inkml:brushProperty name="width" value="0.05" units="cm"/>
      <inkml:brushProperty name="height" value="0.05" units="cm"/>
      <inkml:brushProperty name="color" value="#004F8B"/>
    </inkml:brush>
  </inkml:definitions>
  <inkml:trace contextRef="#ctx0" brushRef="#br0">42 141 4041,'0'0'4912,"-6"20"-3943,-2 4-876,1-1-1,0 1 1,2 0-1,-3 33 1,8-34-104,0-1 0,2 1 0,0-1-1,2 0 1,0 0 0,9 25 0,-9-37-15,-1-1 0,1 0-1,1 0 1,0 0 0,0-1 0,1 0-1,8 9 1,-10-12-6,0-1-1,1 0 1,0 0-1,0 0 1,0-1-1,0 1 1,0-1 0,1-1-1,-1 1 1,1-1-1,0 0 1,10 2-1,-14-4 107,1 1-1,-1-2 1,1 1-1,-1 0 1,1 0-1,-1-1 1,1 1-1,-1-1 1,0 0-1,1 0 1,-1 0-1,0 0 1,0 0-1,0 0 0,0-1 1,0 1-1,0-1 1,0 1-1,0-1 1,0 0-1,-1 0 1,1 0-1,1-2 1,3-5 262,0 1 0,-1-1 1,0 0-1,5-12 0,-3 1-187,-1 1-1,-1-1 0,-1 1 1,0-1-1,-2-1 1,0 1-1,-2 0 1,0 0-1,-1-1 1,-4-21-1,2 19-332,-2-1-1,-1 2 1,-1-1-1,0 1 1,-2 0 0,-1 0-1,0 1 1,-21-30-1,27 45-247,-1 0 0,0 1 0,0-1-1,0 1 1,-1 0 0,-9-6-1,-14-7-2552</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6.965"/>
    </inkml:context>
    <inkml:brush xml:id="br0">
      <inkml:brushProperty name="width" value="0.05" units="cm"/>
      <inkml:brushProperty name="height" value="0.05" units="cm"/>
      <inkml:brushProperty name="color" value="#004F8B"/>
    </inkml:brush>
  </inkml:definitions>
  <inkml:trace contextRef="#ctx0" brushRef="#br0">0 13 4537,'0'0'4366,"8"-1"-4596,35-5 90,-1 3 0,1 1 0,0 2 0,0 1 0,-1 3 0,1 2 0,-1 1 0,48 15 1,-8 3 65,98 42 0,-148-53 40,-1 2 0,-1 1 0,0 1 1,-1 2-1,51 45 0,-66-50 34,0 1 0,-1 0 0,-1 1 0,0 0 0,16 35 0,36 103 123,-28-60-107,55 137 94,73 162 114,-148-365-199,1-2 1,1 0-1,37 42 0,76 64-14,23 28 245,-114-106 15,-3 2-1,-2 2 0,33 76 1,25 42-149,-72-142 142,1-1 0,53 61-1,14-4 316,69 81 27,-76-70-463,-16-22 103,57 93 1,-107-148-215,21 36 108,2-1-1,50 56 1,-78-102-102,-1 0 1,11 19-1,7 10 116,-27-42-119,0 1-14,1 0 0,-1 0 0,1 0 0,0 0 0,0 0 0,-1 0-1,1-1 1,0 1 0,1-1 0,2 2 0,133 90 38,-128-87-51,8 5-2134,-14-10 426</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6:24:09.126"/>
    </inkml:context>
    <inkml:brush xml:id="br0">
      <inkml:brushProperty name="width" value="0.05" units="cm"/>
      <inkml:brushProperty name="height" value="0.05" units="cm"/>
      <inkml:brushProperty name="color" value="#004F8B"/>
    </inkml:brush>
  </inkml:definitions>
  <inkml:trace contextRef="#ctx0" brushRef="#br0">251 1 3281,'0'0'6028,"-9"16"-5690,-111 164-339,26-75-171,69-75 84,25-30 80,0 0-1,0 0 1,-1 1-1,1-1 1,0 0-1,0 1 1,0-1-1,-1 0 1,1 0-1,0 1 1,0-1-1,0 0 1,0 1 0,0-1-1,0 1 1,0-1-1,-1 0 1,1 1-1,0-1 1,0 0-1,0 1 1,0-1-1,1 0 1,-1 1-1,0-1 1,0 0 0,0 1-1,0-1 1,0 0-1,0 1 1,0-1-1,1 0 1,-1 1-1,0-1 1,0 0-1,1 0 1,-1 1-1,0-1 1,21 17-157,-16-13 165,9 5-17,34 28-104,-25-17-13,0 2 1,-1 1-1,-2 1 1,25 35 0,-8 2 1662,-24-47-2585,-11-11-566</inkml:trace>
</inkml:ink>
</file>

<file path=ppt/ink/ink638.xml><?xml version="1.0" encoding="utf-8"?>
<inkml:ink xmlns:inkml="http://www.w3.org/2003/InkML">
  <inkml:definitions>
    <inkml:context xml:id="ctx0">
      <inkml:inkSource xml:id="inkSrc0">
        <inkml:traceFormat>
          <inkml:channel name="X" type="integer" max="27446" units="cm"/>
          <inkml:channel name="Y" type="integer" max="18298" units="cm"/>
          <inkml:channel name="F" type="integer" max="4095" units="dev"/>
          <inkml:channel name="T" type="integer" max="2.14748E9" units="dev"/>
        </inkml:traceFormat>
        <inkml:channelProperties>
          <inkml:channelProperty channel="X" name="resolution" value="1000.21869" units="1/cm"/>
          <inkml:channelProperty channel="Y" name="resolution" value="1000.43738" units="1/cm"/>
          <inkml:channelProperty channel="F" name="resolution" value="0" units="1/dev"/>
          <inkml:channelProperty channel="T" name="resolution" value="1" units="1/dev"/>
        </inkml:channelProperties>
      </inkml:inkSource>
      <inkml:timestamp xml:id="ts0" timeString="2026-02-17T17:56:01.257"/>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10980" units="cm"/>
          <inkml:channel name="Y" type="integer" max="7320" units="cm"/>
          <inkml:channel name="T" type="integer" max="2.14748E9" units="dev"/>
        </inkml:traceFormat>
        <inkml:channelProperties>
          <inkml:channelProperty channel="X" name="resolution" value="400" units="1/cm"/>
          <inkml:channelProperty channel="Y" name="resolution" value="400" units="1/cm"/>
          <inkml:channelProperty channel="T" name="resolution" value="1" units="1/dev"/>
        </inkml:channelProperties>
      </inkml:inkSource>
      <inkml:timestamp xml:id="ts1" timeString="2026-02-17T17:56:57.633"/>
    </inkml:context>
  </inkml:definitions>
  <inkml:trace contextRef="#ctx0" brushRef="#br0">13013 16102 1872 0,'0'0'95'0,"0"0"12"0,0 0-72 0,-3 0-49 0</inkml:trace>
  <inkml:trace contextRef="#ctx1" brushRef="#br0">26019 10415 0,'0'0'0,"0"0"16,0 0-16,0 0 15,0 0 1,-75 29-16,35-23 15,-18 5 1,-17 12 0,-6 0-16,-5 6 0,0 5 15,-1 1 1</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3:51.143"/>
    </inkml:context>
    <inkml:brush xml:id="br0">
      <inkml:brushProperty name="width" value="0.05" units="cm"/>
      <inkml:brushProperty name="height" value="0.05" units="cm"/>
      <inkml:brushProperty name="color" value="#004F8B"/>
    </inkml:brush>
  </inkml:definitions>
  <inkml:trace contextRef="#ctx0" brushRef="#br0">1 1 1344,'0'0'12732</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3:58.680"/>
    </inkml:context>
    <inkml:brush xml:id="br0">
      <inkml:brushProperty name="width" value="0.05" units="cm"/>
      <inkml:brushProperty name="height" value="0.05" units="cm"/>
    </inkml:brush>
  </inkml:definitions>
  <inkml:trace contextRef="#ctx0" brushRef="#br0">1 1 4905,'0'0'5024,"2"19"-6699,10 39 1615,-10-47 53,12 34-40,1-8 59,4 8 71,-7-23-52,5-1 130,13 12-132,-22-24 36,-5-6 4,8 1-18,3 3-19,1-2 1,-1 0-1,1 0 1,0-1-1,0-1 1,0-1-1,27 1 1,410-13 697,-314 20-350,-109-6-298,-16 0-526</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3:59.616"/>
    </inkml:context>
    <inkml:brush xml:id="br0">
      <inkml:brushProperty name="width" value="0.05" units="cm"/>
      <inkml:brushProperty name="height" value="0.05" units="cm"/>
    </inkml:brush>
  </inkml:definitions>
  <inkml:trace contextRef="#ctx0" brushRef="#br0">0 85 6625,'0'0'951,"10"-17"-4607,-2 4 3407,-5 7 480,0 1 1,0 0-1,1 0 0,0 0 1,0 0-1,7-7 0,-8 11-117,1-1 0,-1 0 0,0 1 0,1 0 0,-1 0 0,0 0 0,1 0-1,0 0 1,-1 1 0,1 0 0,-1-1 0,1 1 0,5 1 0,-4-1 23,0 0-93,1 0 19,1 7-16,28 18 401,1-2-1,1-1 0,67 28 1,-89-44-157,-9-3 132,1-1 1,0 1-1,-1-1 0,1 0 0,12 1 0,-25 14-1155,0-7 815,0 0 1,0 0 0,-1 0 0,-1-1-1,0 0 1,0-1 0,0 1 0,-1-2-1,-17 12 1,-102 50 946,109-55-1088,12-7-2697</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1.019"/>
    </inkml:context>
    <inkml:brush xml:id="br0">
      <inkml:brushProperty name="width" value="0.05" units="cm"/>
      <inkml:brushProperty name="height" value="0.05" units="cm"/>
    </inkml:brush>
  </inkml:definitions>
  <inkml:trace contextRef="#ctx0" brushRef="#br0">0 0 3233,'0'0'4399,"8"9"-4057,1 2-202,0 0 0,18 15 0,10 10 252,175 212 475,-179-209-739,33 43 397,-54-58-331</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2.778"/>
    </inkml:context>
    <inkml:brush xml:id="br0">
      <inkml:brushProperty name="width" value="0.05" units="cm"/>
      <inkml:brushProperty name="height" value="0.05" units="cm"/>
    </inkml:brush>
  </inkml:definitions>
  <inkml:trace contextRef="#ctx0" brushRef="#br0">197 0 2048,'-6'24'3820,"-8"8"-3528,-8 12 1036,15-33-1213,-30 63 840,13-24-794,3 2 0,2 0 0,-24 104 0,40-91 381,3-48 995,23-14-1358,64 4-315,82-18 129,20 2-873</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3.729"/>
    </inkml:context>
    <inkml:brush xml:id="br0">
      <inkml:brushProperty name="width" value="0.05" units="cm"/>
      <inkml:brushProperty name="height" value="0.05" units="cm"/>
    </inkml:brush>
  </inkml:definitions>
  <inkml:trace contextRef="#ctx0" brushRef="#br0">1 1 1632,'0'0'5189,"17"0"-5061,30 3-122,-37 1 135,8 5 157,0 0-1,-1 1 1,-1 1 0,0 0-1,0 1 1,14 14-1,69 96 869,-47-56-977,20 14 559,-49-55-613,-14-17-2262</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4.690"/>
    </inkml:context>
    <inkml:brush xml:id="br0">
      <inkml:brushProperty name="width" value="0.05" units="cm"/>
      <inkml:brushProperty name="height" value="0.05" units="cm"/>
    </inkml:brush>
  </inkml:definitions>
  <inkml:trace contextRef="#ctx0" brushRef="#br0">259 14 3001,'0'0'3675,"-4"-9"-3881,0 5 3029,2 6-2680,-1 1 1,0 0 0,1-1-1,-1 1 1,1 0 0,0 1 0,0-1-1,0 0 1,-2 6 0,-12 23 195,-148 335 387,146-330-668,14-30-188,0 0-1,1 1 1,0-1 0,0 1 0,0 0-1,1-1 1,0 1 0,1 0 0,-1 9-1</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4.937"/>
    </inkml:context>
    <inkml:brush xml:id="br0">
      <inkml:brushProperty name="width" value="0.05" units="cm"/>
      <inkml:brushProperty name="height" value="0.05" units="cm"/>
    </inkml:brush>
  </inkml:definitions>
  <inkml:trace contextRef="#ctx0" brushRef="#br0">1 1 8066,'0'0'632</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5.206"/>
    </inkml:context>
    <inkml:brush xml:id="br0">
      <inkml:brushProperty name="width" value="0.05" units="cm"/>
      <inkml:brushProperty name="height" value="0.05" units="cm"/>
    </inkml:brush>
  </inkml:definitions>
  <inkml:trace contextRef="#ctx0" brushRef="#br0">1 5 1928,'0'0'1542,"6"7"-810,0-3-600,1-1 0,-1 0 1,1-1-1,0 1 0,-1-1 0,1-1 0,0 1 0,0-1 0,0 0 0,1-1 0,-1 0 1,0 0-1,0 0 0,0-1 0,7-2 0,296-27 4021,-296 30-4418,-4 0-401</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5.507"/>
    </inkml:context>
    <inkml:brush xml:id="br0">
      <inkml:brushProperty name="width" value="0.05" units="cm"/>
      <inkml:brushProperty name="height" value="0.05" units="cm"/>
    </inkml:brush>
  </inkml:definitions>
  <inkml:trace contextRef="#ctx0" brushRef="#br0">1 0 688,'0'0'32</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5.792"/>
    </inkml:context>
    <inkml:brush xml:id="br0">
      <inkml:brushProperty name="width" value="0.05" units="cm"/>
      <inkml:brushProperty name="height" value="0.05" units="cm"/>
    </inkml:brush>
  </inkml:definitions>
  <inkml:trace contextRef="#ctx0" brushRef="#br0">0 10 1552,'0'0'732,"15"5"4156,11-2-4143,0-1-1,1-2 1,44-3-1,-57 1-695,68-7-147,1 4-1,92 5 0,-165 2-1818</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6.586"/>
    </inkml:context>
    <inkml:brush xml:id="br0">
      <inkml:brushProperty name="width" value="0.05" units="cm"/>
      <inkml:brushProperty name="height" value="0.05" units="cm"/>
    </inkml:brush>
  </inkml:definitions>
  <inkml:trace contextRef="#ctx0" brushRef="#br0">1 67 5737,'0'0'2952,"7"-26"-7000,-2 13 3454,6-12 6290,-5 22-5893,5 10 372,-1 0-98,0 0 0,-1 0 0,0 1 0,0 0 0,-1 1 0,11 14 0,23 41 224,51 69-109,-40-66-151,-25-31 145,54 57-1,-50-63 326,-31-30-534</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6.879"/>
    </inkml:context>
    <inkml:brush xml:id="br0">
      <inkml:brushProperty name="width" value="0.05" units="cm"/>
      <inkml:brushProperty name="height" value="0.05" units="cm"/>
    </inkml:brush>
  </inkml:definitions>
  <inkml:trace contextRef="#ctx0" brushRef="#br0">0 1 5681,'0'0'3361</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7.368"/>
    </inkml:context>
    <inkml:brush xml:id="br0">
      <inkml:brushProperty name="width" value="0.05" units="cm"/>
      <inkml:brushProperty name="height" value="0.05" units="cm"/>
    </inkml:brush>
  </inkml:definitions>
  <inkml:trace contextRef="#ctx0" brushRef="#br0">267 0 2545,'0'0'11118,"-9"9"-13139,-16 30 2103,2 0-1,-27 66 1,2-7 511,12-26-110,-36 64 588,68-128-700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7.922"/>
    </inkml:context>
    <inkml:brush xml:id="br0">
      <inkml:brushProperty name="width" value="0.05" units="cm"/>
      <inkml:brushProperty name="height" value="0.05" units="cm"/>
    </inkml:brush>
  </inkml:definitions>
  <inkml:trace contextRef="#ctx0" brushRef="#br0">1 122 4209,'0'0'5209,"6"-6"-5308,33-9 80,1 1-1,68-15 1,-54 15 80,181-30 1989,-233 44-1890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8.731"/>
    </inkml:context>
    <inkml:brush xml:id="br0">
      <inkml:brushProperty name="width" value="0.05" units="cm"/>
      <inkml:brushProperty name="height" value="0.05" units="cm"/>
    </inkml:brush>
  </inkml:definitions>
  <inkml:trace contextRef="#ctx0" brushRef="#br0">1 1 2737,'0'0'7517,"16"14"-7153,7 16-16,-1 1 0,-1 1-1,28 60 1,-21-30 126,60 94-1,-87-155-188</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09.663"/>
    </inkml:context>
    <inkml:brush xml:id="br0">
      <inkml:brushProperty name="width" value="0.05" units="cm"/>
      <inkml:brushProperty name="height" value="0.05" units="cm"/>
    </inkml:brush>
  </inkml:definitions>
  <inkml:trace contextRef="#ctx0" brushRef="#br0">339 0 2609,'0'0'6974,"-18"17"-6780,-13 17 532,0 2 1,-33 53-1,15-6-315,-75 117-222,122-197-353,-1 0-26,1 1 0,0-1 0,-1 0 0,1 1 0,1 0 0,-1-1 0,0 1 0,0 5 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10.426"/>
    </inkml:context>
    <inkml:brush xml:id="br0">
      <inkml:brushProperty name="width" value="0.05" units="cm"/>
      <inkml:brushProperty name="height" value="0.05" units="cm"/>
    </inkml:brush>
  </inkml:definitions>
  <inkml:trace contextRef="#ctx0" brushRef="#br0">84 5 7186,'0'0'1230,"-4"-4"-1662,-1 8 424,1 1-1,-1 0 0,1 0 1,1 1-1,-5 6 0,1 0 11,-23 35 105,23-35-100,7-11 20,-1-1 0,1 1 0,-1-1 0,0 1 0,1 0 0,-1-1 0,1 1 0,0-1 0,-1 1 0,1 0 0,-1 0 0,1-1 0,0 1 0,0 0 0,-1 0 0,1-1 0,0 1 0,0 0 0,0 0 0,0 0 0,0-1 0,0 1 0,0 0 0,0 0 0,0 0 0,1-1 0,-1 1 0,0 0 0,0 0 0,1-1 0,-1 1 0,0 0 0,1 0 0,-1-1 0,1 1 0,0 0 0,2 5 216,19 26 21,-20-30-240,0 0-1,0 0 0,0-1 1,0 1-1,1-1 1,-1 0-1,0 0 1,1 0-1,-1 0 1,1 0-1,-1 0 1,1 0-1,-1-1 0,1 0 1,-1 1-1,1-1 1,3 0-1,39-5 1084,-45 5-1081,4 0 72,0-1 0,-1 0-1,0-1 1,1 1 0,-1 0 0,0-1-1,0 0 1,1 0 0,-1 0 0,-1 0-1,1 0 1,0-1 0,0 1 0,-1-1 0,0 0-1,1 1 1,-1-1 0,0 0 0,0 0-1,-1-1 1,1 1 0,-1 0 0,1-1-1,-1 1 1,0-1 0,-1 1 0,1-1 0,0-3-1,-1 5-17,-8-8-289,4 5 97,-1-1-119,-1 0 0,0 1 0,0-1 0,0 1 0,0 1 0,-1-1 0,0 1 0,0 1 0,0-1 0,0 1 0,-1 0 0,-7-2 0,-22-1-1838,-5 1-449</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28.119"/>
    </inkml:context>
    <inkml:brush xml:id="br0">
      <inkml:brushProperty name="width" value="0.05" units="cm"/>
      <inkml:brushProperty name="height" value="0.05" units="cm"/>
      <inkml:brushProperty name="color" value="#004F8B"/>
    </inkml:brush>
  </inkml:definitions>
  <inkml:trace contextRef="#ctx0" brushRef="#br0">50 9 4313,'0'0'4842,"-1"-9"-497,1 9-4309,0 1-1,0-1 1,0 0 0,-1 0-1,1 0 1,0 0 0,0 0-1,0 0 1,0 1-1,0-1 1,0 0 0,0 0-1,0 0 1,0 0 0,0 0-1,0 0 1,0 0 0,-1 0-1,1 0 1,0 1 0,0-1-1,0 0 1,0 0-1,0 0 1,0 0 0,-1 0-1,1 0 1,0 0 0,0 0-1,0 0 1,0 0 0,0 0-1,0 0 1,-1 0-1,1 0 1,0 0 0,0 0-1,0 0 1,0 0 0,0 0-1,0 0 1,-1 0 0,1 0-1,0 0 1,0 0 0,0 0-1,0-1 1,0 1-1,0 0 1,0 0 0,-1 0-1,1 0 1,0 0 0,-8 23-253,1 1 1,1 0-1,-5 49 1,0 82-320,11-153 531,0 18 5,1-1 1,0 0-1,1 1 1,2-1 0,-1 0-1,2-1 1,1 1-1,15 35 1,-19-52 58,0 0 1,0 0-1,0 0 1,0-1-1,0 1 1,0-1-1,0 1 1,1-1-1,-1 0 1,0 0-1,1 0 1,-1 0-1,1 0 1,-1 0-1,1-1 1,0 1-1,-1-1 0,1 0 1,4 0-1,1 1 90,19 3-166,1-2 1,-1-1-1,29-2 1,-7 0 246,-48 1-172,3-1-2953</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28.527"/>
    </inkml:context>
    <inkml:brush xml:id="br0">
      <inkml:brushProperty name="width" value="0.05" units="cm"/>
      <inkml:brushProperty name="height" value="0.05" units="cm"/>
      <inkml:brushProperty name="color" value="#004F8B"/>
    </inkml:brush>
  </inkml:definitions>
  <inkml:trace contextRef="#ctx0" brushRef="#br0">1 7 3993,'0'0'10805,"14"-1"-11747,32-4-302</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29.034"/>
    </inkml:context>
    <inkml:brush xml:id="br0">
      <inkml:brushProperty name="width" value="0.05" units="cm"/>
      <inkml:brushProperty name="height" value="0.05" units="cm"/>
      <inkml:brushProperty name="color" value="#004F8B"/>
    </inkml:brush>
  </inkml:definitions>
  <inkml:trace contextRef="#ctx0" brushRef="#br0">1 1 2881,'0'0'13384,"9"1"-15041,28 8 1109,136 35-433,-154-39-408</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29.525"/>
    </inkml:context>
    <inkml:brush xml:id="br0">
      <inkml:brushProperty name="width" value="0.05" units="cm"/>
      <inkml:brushProperty name="height" value="0.05" units="cm"/>
      <inkml:brushProperty name="color" value="#004F8B"/>
    </inkml:brush>
  </inkml:definitions>
  <inkml:trace contextRef="#ctx0" brushRef="#br0">1 0 5201,'0'0'4070,"9"7"-4412,272 270 1785,-263-260-1589</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29.951"/>
    </inkml:context>
    <inkml:brush xml:id="br0">
      <inkml:brushProperty name="width" value="0.05" units="cm"/>
      <inkml:brushProperty name="height" value="0.05" units="cm"/>
      <inkml:brushProperty name="color" value="#004F8B"/>
    </inkml:brush>
  </inkml:definitions>
  <inkml:trace contextRef="#ctx0" brushRef="#br0">255 1 5249,'0'0'8127,"-5"6"-8563,-201 221 345,198-219-748,1 0-1,0 1 1,-11 17-1,14-17-1081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0.666"/>
    </inkml:context>
    <inkml:brush xml:id="br0">
      <inkml:brushProperty name="width" value="0.05" units="cm"/>
      <inkml:brushProperty name="height" value="0.05" units="cm"/>
      <inkml:brushProperty name="color" value="#004F8B"/>
    </inkml:brush>
  </inkml:definitions>
  <inkml:trace contextRef="#ctx0" brushRef="#br0">15 1 2553,'0'0'12373,"-2"7"-14680,-1 5 2184,0 1 1,0 0-1,2-1 1,-1 1-1,2 0 1,1 22-1,39 452 7,-36-459 186,1 19 248,10-49-1539,-9 1 1013,-1-1 0,1 1 1,-1-1-1,0-1 0,0 1 1,0-1-1,0 0 0,-1 0 1,1 0-1,-1 0 0,0-1 1,0 0-1,4-5 0,7-11-1887</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1.590"/>
    </inkml:context>
    <inkml:brush xml:id="br0">
      <inkml:brushProperty name="width" value="0.05" units="cm"/>
      <inkml:brushProperty name="height" value="0.05" units="cm"/>
      <inkml:brushProperty name="color" value="#004F8B"/>
    </inkml:brush>
  </inkml:definitions>
  <inkml:trace contextRef="#ctx0" brushRef="#br0">1 56 2833,'0'0'9047,"10"0"-9799,155-29 753,-31 4 92,-132 24-168,0 1 0,0 0 0,-1-1-1,1 1 1,0 0 0,0 0 0,0 1-1,-1-1 1,1 0 0,0 1-1,0-1 1,0 1 0,-1-1 0,1 1-1,0 0 1,-1-1 0,1 1 0,-1 0-1,1 0 1,2 3 0,-3-3 30,0 1-1,1 0 1,-1 0 0,0 0 0,-1 0-1,1 0 1,0 0 0,0 1 0,-1-1-1,1 0 1,-1 0 0,0 0 0,0 1-1,0-1 1,0 0 0,0 0-1,-1 4 1,-2 16 133,1-8-176,0 0 0,1 1 0,0-1 0,1 0 0,3 21 1,-3-32 118,0-1 1,1 1 0,0-1 0,0 1 0,-1-1 0,2 0-1,-1 1 1,0-1 0,0 0 0,1 0 0,-1 0-1,1 0 1,-1 0 0,1 0 0,0 0 0,0 0 0,0-1-1,0 1 1,0-1 0,0 1 0,0-1 0,1 0-1,-1 0 1,0 0 0,1 0 0,-1 0 0,1-1 0,-1 1-1,1-1 1,-1 0 0,1 1 0,-1-1 0,1 0-1,-1-1 1,1 1 0,0 0 0,3-2 0,-2 2 128,0-1 1,0 0-1,0 0 0,0 0 1,0-1-1,0 1 1,0-1-1,-1 0 1,1 0-1,-1 0 1,1-1-1,-1 1 0,0-1 1,0 0-1,0 0 1,0 0-1,0 0 1,-1 0-1,1-1 0,-1 1 1,0-1-1,0 1 1,0-1-1,-1 0 1,1 0-1,-1 0 1,0 0-1,0 0 0,0 0 1,-1 0-1,0 0 1,1-1-1,-1 1 1,-1 0-1,1 0 0,0 0 1,-1 0-1,0 0 1,0 0-1,0 0 1,-1 0-1,-2-5 1,1 4-159,0-1 1,-1 1-1,0-1 1,0 1-1,0 0 1,-1 1-1,0-1 1,1 1-1,-11-7 1,13 10-79,-1 0 0,0-1 1,1 1-1,-1 0 0,0 0 0,0 1 0,0-1 1,1 0-1,-1 1 0,0 0 0,0 0 0,0 0 1,0 0-1,0 0 0,0 0 0,0 1 0,0 0 0,1-1 1,-1 1-1,0 0 0,0 0 0,1 1 0,-1-1 1,-2 2-1,-1 1 33,1 0 0,0 0 0,0 1 0,0-1 0,1 1 0,-1 0 0,1 0 0,0 0 0,1 1 0,-1 0 1,1 0-1,0-1 0,0 2 0,1-1 0,0 0 0,0 0 0,1 1 0,-1-1 0,1 1 0,1-1 0,-1 1 0,1 0 0,0-1 0,1 1 0,0 0 0,0-1 1,0 1-1,0-1 0,4 8 0,-3-8 60,0 0 1,0-1-1,1 1 1,-1-1-1,1 0 1,1 1-1,-1-1 1,1-1-1,-1 1 1,1 0-1,1-1 1,-1 0-1,1 0 1,-1 0-1,1-1 1,0 0-1,1 0 1,-1 0-1,0 0 1,1-1-1,0 0 1,-1 0-1,1 0 1,0-1-1,0 0 1,0 0-1,0 0 1,0-1-1,0 0 0,0 0 1,0 0-1,8-2 1,-1-1-618,1-1 0,-1 0 1,24-10-1,-13 1-1602</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2.205"/>
    </inkml:context>
    <inkml:brush xml:id="br0">
      <inkml:brushProperty name="width" value="0.05" units="cm"/>
      <inkml:brushProperty name="height" value="0.05" units="cm"/>
      <inkml:brushProperty name="color" value="#004F8B"/>
    </inkml:brush>
  </inkml:definitions>
  <inkml:trace contextRef="#ctx0" brushRef="#br0">35 0 4097,'0'0'1808,"0"10"-1237,0 109-274,2-62-64,-3 0 1,-12 85 0,13-142-150,0 0 0,0 0 0,0 0 0,0 1 1,0-1-1,0 0 0,0 0 0,0 0 0,0 0 1,0 0-1,0 1 0,0-1 0,0 0 0,0 0 1,0 0-1,0 0 0,0 0 0,0 0 0,0 1 1,0-1-1,0 0 0,-1 0 0,1 0 0,0 0 1,0 0-1,0 0 0,0 0 0,0 1 0,0-1 1,0 0-1,0 0 0,-1 0 0,1 0 0,0 0 1,0 0-1,0 0 0,0 0 0,0 0 0,0 0 1,-1 0-1,1 0 0,0 0 0,0 0 0,0 0 0,0 0 1,0 0-1,-1 0 0,1 0 0,0 0 0,0 0 1,0 0-1,0 0 0,0 0 0,-1 0 0,-6-10 897,5 6-898,0-1 0,1 1 0,0 0 0,-1-1 0,1 1 0,0-5 0,1-6 53,0 0 0,2 0 1,0 1-1,0-1 0,1 1 0,1-1 1,1 1-1,0 0 0,0 1 1,1-1-1,9-13 0,-10 18-196,0 1-1,1 0 1,0 0-1,0 0 1,0 0-1,1 1 0,0 0 1,1 1-1,-1 0 1,1 0-1,1 0 0,-1 1 1,1 0-1,0 1 1,0 0-1,0 0 1,14-3-1,-18 6-37,-1 1-1,0-1 1,1 1-1,-1 0 1,0 0 0,1 1-1,-1-1 1,0 1-1,1 0 1,-1 0-1,0 1 1,0-1 0,0 1-1,7 4 1,-5-2-28,0 0 0,-1 0 0,0 1 0,0 0 1,0 0-1,0 0 0,-1 0 0,7 10 0,-4-1 98,0-1-1,-1 1 1,0 0-1,-1 1 1,0-1-1,-1 1 1,3 28-1,-5-10 443,-4 58 0,-2-15-2130,4-61-208</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3.098"/>
    </inkml:context>
    <inkml:brush xml:id="br0">
      <inkml:brushProperty name="width" value="0.05" units="cm"/>
      <inkml:brushProperty name="height" value="0.05" units="cm"/>
      <inkml:brushProperty name="color" value="#004F8B"/>
    </inkml:brush>
  </inkml:definitions>
  <inkml:trace contextRef="#ctx0" brushRef="#br0">373 0 2641,'2'164'4800,"-6"226"-2107,4-383-3060,1 4 2663,-4-24-128,1-2-2071,-2 0 0,1 1 0,-7-15 0,4 18-230,0 1 0,0 0-1,-1 0 1,-1 1 0,1 0-1,-2 0 1,1 0 0,-1 1 0,0 1-1,-1 0 1,0 0 0,0 0 0,0 2-1,-1-1 1,0 1 0,-16-5-1,22 8 75,-1 1-1,1-1 0,-1 1 0,1 0 0,-1 1 0,0-1 0,1 1 0,-1 0 0,0 0 0,1 1 0,-1 0 0,0 0 0,1 0 0,-1 1 0,1 0 0,0 0 0,0 0 0,-1 0 1,1 1-1,1 0 0,-1 0 0,0 0 0,1 1 0,-1 0 0,1 0 0,0 0 0,1 0 0,-1 0 0,1 1 0,-1 0 0,1 0 0,1-1 0,-1 2 0,1-1 0,-2 6 1,0-2 52,1-1 1,1 1 0,0 0 0,0 0 0,0 0 0,1 0 0,1 0 0,0 0 0,0 0 0,1 10 0,0-16 68,-1 0 0,1 0 0,0 0 0,0 0-1,0 0 1,0 0 0,0 0 0,1 0 0,0 0 0,-1-1-1,1 1 1,0 0 0,0-1 0,0 0 0,0 1 0,1-1-1,-1 0 1,1 0 0,-1-1 0,1 1 0,0 0 0,-1-1-1,1 1 1,0-1 0,0 0 0,0 0 0,0 0 0,0-1-1,0 1 1,1-1 0,4 1 0,14-1 200,0-1 0,-1-1 0,1 0 0,0-2 0,-1-1 0,26-8 0,8-7-1722,58-28 0,-70 26-1576</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3.762"/>
    </inkml:context>
    <inkml:brush xml:id="br0">
      <inkml:brushProperty name="width" value="0.05" units="cm"/>
      <inkml:brushProperty name="height" value="0.05" units="cm"/>
      <inkml:brushProperty name="color" value="#004F8B"/>
    </inkml:brush>
  </inkml:definitions>
  <inkml:trace contextRef="#ctx0" brushRef="#br0">11 28 2785,'0'0'208,"5"12"1403,-2-6-1388,1 0 1,0 0-1,0 0 1,0-1-1,1 1 1,-1-1-1,1 0 1,1-1-1,-1 1 1,1-1-1,0 0 1,-1 0 0,2-1-1,-1 1 1,0-1-1,1-1 1,7 3-1,-6-4 103,0 0-1,0-1 0,0 0 1,0 0-1,0-1 1,0 0-1,0 0 1,0-1-1,10-3 0,-13 3-68,0 1-1,-1-1 0,1 0 1,-1-1-1,0 1 0,1-1 0,-1 1 1,0-1-1,0-1 0,-1 1 0,1 0 1,-1-1-1,0 0 0,0 0 1,0 0-1,3-5 0,-6 8-218,1 0 0,-1 0-1,0 0 1,0 0 0,1 0 0,-1 0-1,0 0 1,0 0 0,0 0 0,0-1-1,0 1 1,0 0 0,-1 0 0,1 0-1,0 0 1,-1 0 0,1 0 0,0 0-1,-1 0 1,1 0 0,-1 0 0,0 0-1,1 0 1,-1 0 0,0 1 0,1-1-1,-1 0 1,0 0 0,0 1 0,0-1-1,-1-1 1,-29-14-904,26 14 1031,0 0-267,0 0-1,-1 1 1,1-1 0,-1 1 0,0 0-1,0 1 1,1-1 0,-1 1 0,0 0-1,0 0 1,1 1 0,-1 0 0,0 0-1,1 0 1,-1 1 0,1 0 0,-1 0-1,1 0 1,0 1 0,-7 4 0,2-1 62,0 1 0,0 0 0,1 1 0,0 0 0,0 0 1,1 1-1,0 0 0,-8 13 0,13-19 38,1 1 0,0 0 0,0 0 0,1 0 0,-1 0 0,1 0 1,0 0-1,0 0 0,1 1 0,-1-1 0,1 0 0,0 1 0,0-1 0,0 0 0,0 1 0,1-1 0,0 0 0,0 0 0,0 0 0,0 1 1,1-1-1,-1 0 0,1-1 0,0 1 0,0 0 0,1 0 0,-1-1 0,7 7 0,-4-4-50,0-1 0,1 1 1,-1-1-1,1-1 0,0 1 0,1-1 0,-1 0 0,1 0 0,0-1 1,-1 0-1,2 0 0,-1 0 0,0-1 0,0 0 0,1-1 0,7 1 1,1-2-447,0-1 0,0-1 0,0-1 0,0 0 0,-1-1 1,21-8-1,20-7-2117</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4.470"/>
    </inkml:context>
    <inkml:brush xml:id="br0">
      <inkml:brushProperty name="width" value="0.05" units="cm"/>
      <inkml:brushProperty name="height" value="0.05" units="cm"/>
      <inkml:brushProperty name="color" value="#004F8B"/>
    </inkml:brush>
  </inkml:definitions>
  <inkml:trace contextRef="#ctx0" brushRef="#br0">295 317 4353,'0'0'7443,"-7"-4"-5776,-1 1-1635,-1 1 1,1 0-1,-1 1 1,1 0-1,-1 0 1,1 0 0,-1 1-1,0 1 1,1-1-1,-1 1 1,0 1-1,1 0 1,0 0-1,-1 1 1,1-1-1,0 2 1,0-1-1,1 1 1,-1 1-1,1-1 1,0 1-1,0 0 1,0 1-1,1 0 1,-10 10-1,12-11-53,-6 7-87,1 1 1,0-1-1,0 2 1,1-1-1,-7 19 1,14-29 61,0 1 1,-1-1-1,2 1 1,-1 0-1,0 0 0,1 0 1,0-1-1,0 1 1,0 0-1,0 0 0,0 0 1,1 0-1,0-1 1,0 1-1,0 0 0,0-1 1,0 1-1,1-1 0,0 1 1,0-1-1,0 0 1,0 1-1,0-1 0,0 0 1,1 0-1,5 4 1,-5-4 78,1 1 0,-1-1 0,1 0 0,0 0 0,0-1 1,0 1-1,0-1 0,1 0 0,-1 0 0,0 0 0,1-1 1,0 1-1,-1-1 0,1 0 0,0-1 0,0 1 0,-1-1 1,1 0-1,0 0 0,0 0 0,-1-1 0,1 0 0,0 0 0,0 0 1,-1 0-1,1-1 0,-1 1 0,1-1 0,-1-1 0,0 1 1,7-5-1,-1-1 90,-1 1 0,0-1 0,0-1 0,0 0 0,-2 0 0,1-1 0,-1 0 0,0 0 0,-1 0 0,0-1 0,6-16 1,-3-1 151,-2 0 1,0-1 0,-2 0 0,-1 0 0,-2 0 0,-1 0 0,-1-1-1,-1 1 1,-1 0 0,-2-1 0,-1 2 0,-2-1 0,-18-52 0,25 80-183,-7 87-5080,7 91 4521,1-121 458,-1 4 120,4 90 55,-2-127-84,1 0 0,1 0 1,1 0-1,10 28 0,-14-48-77,0-1-84,-1 0-1,1 0 1,0 0 0,0 0 0,0 0 0,0 0 0,0-1 0,0 1-1,0 0 1,3 2 0,6 2-1075</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4.849"/>
    </inkml:context>
    <inkml:brush xml:id="br0">
      <inkml:brushProperty name="width" value="0.05" units="cm"/>
      <inkml:brushProperty name="height" value="0.05" units="cm"/>
      <inkml:brushProperty name="color" value="#004F8B"/>
    </inkml:brush>
  </inkml:definitions>
  <inkml:trace contextRef="#ctx0" brushRef="#br0">2 63 5617,'0'-4'9646,"-1"-15"-8543,0-21-3126</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5.230"/>
    </inkml:context>
    <inkml:brush xml:id="br0">
      <inkml:brushProperty name="width" value="0.05" units="cm"/>
      <inkml:brushProperty name="height" value="0.05" units="cm"/>
      <inkml:brushProperty name="color" value="#004F8B"/>
    </inkml:brush>
  </inkml:definitions>
  <inkml:trace contextRef="#ctx0" brushRef="#br0">11 1 3529,'0'0'6281,"0"1"-5505,1 1 24,19 43-79,-16-23 39,0 5-48,-3 5-104,-1 6-192,0 6-104,-6 12-88,-2 5-160,-5 10-952,-1 7-1600</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8.110"/>
    </inkml:context>
    <inkml:brush xml:id="br0">
      <inkml:brushProperty name="width" value="0.05" units="cm"/>
      <inkml:brushProperty name="height" value="0.05" units="cm"/>
      <inkml:brushProperty name="color" value="#004F8B"/>
    </inkml:brush>
  </inkml:definitions>
  <inkml:trace contextRef="#ctx0" brushRef="#br0">1 1 1712,'21'14'704,"-1"1"-1,0 1 0,-1 1 1,-1 1-1,0 1 0,-2 0 1,18 26-1,85 159 68,-75-121 432,-39-70-1255</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38.792"/>
    </inkml:context>
    <inkml:brush xml:id="br0">
      <inkml:brushProperty name="width" value="0.05" units="cm"/>
      <inkml:brushProperty name="height" value="0.05" units="cm"/>
      <inkml:brushProperty name="color" value="#004F8B"/>
    </inkml:brush>
  </inkml:definitions>
  <inkml:trace contextRef="#ctx0" brushRef="#br0">346 0 3633,'0'0'7153,"-17"18"-7031,-134 166-100,136-168 27,1 2-1,1-1 0,0 2 0,1 0 1,-10 21-1,-11 15 309,5-16-198,6-7-243,17-24-431</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42.609"/>
    </inkml:context>
    <inkml:brush xml:id="br0">
      <inkml:brushProperty name="width" value="0.05" units="cm"/>
      <inkml:brushProperty name="height" value="0.05" units="cm"/>
      <inkml:brushProperty name="color" value="#004F8B"/>
    </inkml:brush>
  </inkml:definitions>
  <inkml:trace contextRef="#ctx0" brushRef="#br0">1 1 1576,'0'0'4889,"7"3"-1052,6 4-3015,32 28-560,-33-24-22,1-1 0,0-1 0,18 10-1,31 18 197,-59-36-403,0 1 0,0 0-1,0-1 1,0 1 0,0 1 0,0-1-1,0 0 1,2 4 0,-3-4-26,1 1 1,-1-1 0,1 0 0,-1 0-1,1 0 1,0 0 0,0-1 0,3 3-1,-2-2 32,0 0-1,0 0 0,0 1 0,0 0 0,-1-1 0,1 1 0,-1 1 0,3 3 0,3 2 0,39 35 209,-37-32-224,-5-6 124,0 0 0,0 0 0,-1 1 0,7 10 0,10 10 116,-19-24-255,0 0 0,-1 0 1,0 0-1,1 0 0,-1 0 1,0 1-1,0-1 0,1 6 1,2 1 5,29 49 422,11 17 733,-40-68-1135,4 4 177</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43.486"/>
    </inkml:context>
    <inkml:brush xml:id="br0">
      <inkml:brushProperty name="width" value="0.05" units="cm"/>
      <inkml:brushProperty name="height" value="0.05" units="cm"/>
      <inkml:brushProperty name="color" value="#004F8B"/>
    </inkml:brush>
  </inkml:definitions>
  <inkml:trace contextRef="#ctx0" brushRef="#br0">401 0 2280,'0'0'12182,"-10"15"-12270,-102 112 56,20-26-3,91-99 33,-81 99-7,72-86-16,1-1 0,0 2 1,0-1-1,2 1 0,-8 22 0,13-33-2,2-4 110,-10 24 134,-6 10-210,6-15-12,4-6 413,6-1-3086</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44.884"/>
    </inkml:context>
    <inkml:brush xml:id="br0">
      <inkml:brushProperty name="width" value="0.05" units="cm"/>
      <inkml:brushProperty name="height" value="0.05" units="cm"/>
      <inkml:brushProperty name="color" value="#004F8B"/>
    </inkml:brush>
  </inkml:definitions>
  <inkml:trace contextRef="#ctx0" brushRef="#br0">1 1 5233,'0'0'10690,"9"7"-12291,228 144 3202,-205-131-1338,0 2 1,-2 1-1,46 44 3762,-81-57-4727,-115 159 280,109-154 422,-1-1 0,0 1 0,-2-2 0,-25 21 1,-65 40 111,95-68-96,7-5-160,-3 2 291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45.854"/>
    </inkml:context>
    <inkml:brush xml:id="br0">
      <inkml:brushProperty name="width" value="0.05" units="cm"/>
      <inkml:brushProperty name="height" value="0.05" units="cm"/>
      <inkml:brushProperty name="color" value="#004F8B"/>
    </inkml:brush>
  </inkml:definitions>
  <inkml:trace contextRef="#ctx0" brushRef="#br0">1 69 3657,'0'0'10954,"13"-11"-14709,27-23 1147,-19 14 7688,-20 19-4941,1 1-1,-1-1 0,0 1 1,1 0-1,-1-1 0,1 1 1,-1 0-1,0 0 1,1 0-1,-1 0 0,1 0 1,-1 0-1,1 0 1,-1 1-1,0-1 0,1 0 1,-1 1-1,2 0 0,19 7-736,-16-4 588,0 0-1,0 0 1,-1 1-1,0-1 1,0 1-1,0 0 1,8 11-1,7 8 18,26 23 219,49 64 1,-76-86-78,-2 0 1,-1 1-1,-1 1 1,20 54-1,-22-56 482,-13-25-758</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46.314"/>
    </inkml:context>
    <inkml:brush xml:id="br0">
      <inkml:brushProperty name="width" value="0.05" units="cm"/>
      <inkml:brushProperty name="height" value="0.05" units="cm"/>
      <inkml:brushProperty name="color" value="#004F8B"/>
    </inkml:brush>
  </inkml:definitions>
  <inkml:trace contextRef="#ctx0" brushRef="#br0">432 1 6321,'0'0'8914,"-4"6"-9015,-29 38 139,-47 47-1,-35 45 91,82-90-136,-63 96-15,81-119-101,2 1 0,1 1 1,1 0-1,-8 29 0,18-52-331</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4:46.979"/>
    </inkml:context>
    <inkml:brush xml:id="br0">
      <inkml:brushProperty name="width" value="0.05" units="cm"/>
      <inkml:brushProperty name="height" value="0.05" units="cm"/>
      <inkml:brushProperty name="color" value="#004F8B"/>
    </inkml:brush>
  </inkml:definitions>
  <inkml:trace contextRef="#ctx0" brushRef="#br0">1 20 6433,'0'0'5580,"0"6"-5793,3 24 72,14 116-131,-13-124 284,0-1 1,2 1-1,1-1 0,14 33 0,-19-51 1,0 0 1,0 0 0,0 0-1,0 0 1,0 0-1,1 0 1,-1-1-1,1 1 1,0-1 0,-1 0-1,1 0 1,0 0-1,1 0 1,-1-1-1,0 1 1,0-1 0,1 0-1,-1 1 1,1-2-1,-1 1 1,1 0 0,-1-1-1,1 1 1,-1-1-1,1 0 1,0 0-1,-1-1 1,1 1 0,-1-1-1,1 0 1,-1 0-1,1 0 1,4-2-1,-2 1 124,0-1-1,-1 1 0,0-1 0,0 0 0,0 0 0,0 0 0,0-1 1,0 0-1,-1 0 0,0 0 0,0 0 0,0-1 0,0 1 0,-1-1 1,0 0-1,0 0 0,0 0 0,0-1 0,-1 1 0,2-6 0,-1-2 150,-1 0-1,-1 0 0,0 1 0,0-1 0,-1 0 0,-1 0 0,0 0 0,-1 0 0,-5-22 0,4 28-356,0-1 1,0 1 0,-1-1 0,0 1 0,0 0-1,-1 1 1,1-1 0,-2 1 0,1 0-1,-1 0 1,1 0 0,-1 1 0,-1 0 0,1 0-1,-1 1 1,-13-7 0,-26-9-1705,25 12 280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2.426"/>
    </inkml:context>
    <inkml:brush xml:id="br0">
      <inkml:brushProperty name="width" value="0.05" units="cm"/>
      <inkml:brushProperty name="height" value="0.05" units="cm"/>
    </inkml:brush>
  </inkml:definitions>
  <inkml:trace contextRef="#ctx0" brushRef="#br0">293 215 7786,'0'-4'8489,"-2"-17"-7903,1 12-559,0 5-26,1 0 0,-1 1-1,0-1 1,0 0 0,0 1 0,0-1-1,-1 1 1,1 0 0,-5-6 0,-48-80-1150,48 80 844,-2 2-78,-5-1 169,-21-12 7,30 18-92,4 1 273,0 1 0,0 0-1,0 0 1,-1-1-1,1 1 1,0 0-1,0 0 1,0 0-1,-1-1 1,1 1 0,0 0-1,0 0 1,-1 0-1,1-1 1,0 1-1,0 0 1,-1 0-1,1 0 1,0 0 0,0 0-1,-1 0 1,1 0-1,0 0 1,-1 0-1,1 0 1,0 0 0,-1 0-1,1 0 1,0 0-1,0 0 1,-1 0-1,1 0 1,0 0-1,0 0 1,-1 0 0,1 0-1,0 1 1,-1-1-1,1 0 1,0 0-1,-1 1 1,-6 4-263,-1 0 108,0 1 0,0 0 0,0 1 0,1-1 0,0 1-1,0 1 1,1-1 0,0 1 0,-6 11 0,2-2-74,0 2-1,2-1 1,0 1-1,1 0 1,-7 33-1,13-44 186,-1 1 0,2 0 0,-1-1-1,1 1 1,1 0 0,0-1 0,0 1 0,0-1 0,1 1 0,1-1-1,-1 0 1,1 0 0,0 0 0,1 0 0,8 14 0,-8-17 76,7 13-136,0-2 0,2 1 1,25 26-1,-33-39 343,-1-1 0,0 1 1,1-1-1,-1 0 0,1 0 0,0 0 0,0-1 0,0 0 0,0 0 1,0 0-1,1 0 0,-1-1 0,0 0 0,1 0 0,-1 0 0,1-1 1,0 0-1,-1 0 0,8-1 0,-2-2-185,0 1 0,0-2-1,-1 1 1,1-1 0,-1-1 0,13-7 0,-10 4-1989</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3.028"/>
    </inkml:context>
    <inkml:brush xml:id="br0">
      <inkml:brushProperty name="width" value="0.05" units="cm"/>
      <inkml:brushProperty name="height" value="0.05" units="cm"/>
    </inkml:brush>
  </inkml:definitions>
  <inkml:trace contextRef="#ctx0" brushRef="#br0">61 134 5401,'0'0'5781,"-2"0"-7901,-7 14 1881,6-6 203,0 0 1,1-1-1,0 1 0,0 0 0,1 0 0,-1 16 1,2-20 10,0-1 1,0 0 0,0 1 0,1-1-1,0 0 1,0 0 0,0 0 0,0 1-1,0-1 1,0 0 0,1 0 0,0 0 0,-1-1-1,1 1 1,0 0 0,0-1 0,1 1-1,-1-1 1,0 0 0,1 0 0,0 0 0,-1 0-1,5 2 1,-3-1 108,1-1 0,0-1 1,-1 1-1,1-1 0,0 1 0,0-1 0,0-1 1,0 1-1,1-1 0,-1 0 0,0 0 1,0 0-1,0-1 0,0 1 0,0-1 0,0 0 1,0-1-1,0 0 0,-1 1 0,1-1 0,0-1 1,-1 1-1,1-1 0,5-4 0,-7 5 74,0-1-1,0 1 0,0-1 1,0 0-1,0 0 1,-1 0-1,1 0 1,-1-1-1,0 1 0,1 0 1,-2-1-1,1 0 1,0 1-1,-1-1 1,0 0-1,0 0 1,0 0-1,0 0 0,-1 0 1,1 0-1,-1 0 1,0 0-1,0 0 1,0 0-1,-1 0 0,0 0 1,0 0-1,0 0 1,0 0-1,-3-6 1,0 1-224,-2-1 0,1 1 1,-1 0-1,-1 0 1,1 1-1,-2-1 1,1 2-1,-1-1 1,0 1-1,-9-6 0,4 4-451,-1 1 0,0 1 0,0 0-1,-1 1 1,0 0 0,-18-4-1,-1 2-938</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4.400"/>
    </inkml:context>
    <inkml:brush xml:id="br0">
      <inkml:brushProperty name="width" value="0.05" units="cm"/>
      <inkml:brushProperty name="height" value="0.05" units="cm"/>
    </inkml:brush>
  </inkml:definitions>
  <inkml:trace contextRef="#ctx0" brushRef="#br0">14 42 5313,'-1'-1'7802,"-2"11"-9957,2-5 2138,-2 7-6,1-1 0,0 1 0,1 1 0,0-1 0,1 0 1,1 0-1,-1 0 0,4 13 1222,4-31-510,-1-3-660,13-15-106,2 0-1,1 2 0,26-21 1,-45 40 52,5-4-69,1 0 0,0 1 0,0 0 1,0 0-1,13-3 0,-20 8 60,1 0 1,0 0-1,0 0 0,-1 1 1,1 0-1,0-1 1,0 2-1,0-1 0,-1 0 1,1 1-1,0-1 1,-1 1-1,1 0 0,0 0 1,-1 1-1,1-1 0,-1 1 1,1 0-1,-1 0 1,3 2-1,0 0 37,-1 1-1,0 0 1,0 0 0,0 0-1,0 0 1,-1 1 0,0-1-1,0 1 1,-1 0 0,0 1-1,0-1 1,0 0 0,0 1-1,-1 0 1,0 0 0,-1-1-1,0 1 1,0 0 0,0 0-1,-1 0 1,0 0 0,0 0-1,-1 0 1,0 0 0,0 0-1,-3 8 5013,4-28-4531,1 2-559,-1 0 0,2 1 0,-1-1 0,1 0 0,1 0 1,0 1-1,1 0 0,7-16 0,-9 21-12,0 1 1,0 0-1,1 0 1,0 0-1,-1 1 1,2-1-1,-1 1 0,0-1 1,1 1-1,-1 0 1,1 0-1,0 1 1,0-1-1,0 1 1,0 0-1,1 0 0,-1 0 1,1 0-1,-1 1 1,1 0-1,-1 0 1,1 0-1,0 0 1,5 1-1,-3 0-32,-1 0 1,1 1-1,-1 0 0,1 0 1,-1 0-1,0 1 1,0 0-1,1 0 0,-1 1 1,-1 0-1,1 0 0,0 0 1,-1 0-1,1 1 0,-1 0 1,0 0-1,0 1 1,6 7-1,-8-8 82,0 1 1,0 0 0,0 0-1,0 0 1,-1 0-1,0 0 1,0 0 0,0 1-1,-1-1 1,0 1-1,0-1 1,0 1-1,0-1 1,-1 1 0,0 0-1,-1-1 1,1 1-1,-1 0 1,0-1-1,0 1 1,-4 9 0,-12 34-1153,9-26-184</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4.915"/>
    </inkml:context>
    <inkml:brush xml:id="br0">
      <inkml:brushProperty name="width" value="0.05" units="cm"/>
      <inkml:brushProperty name="height" value="0.05" units="cm"/>
    </inkml:brush>
  </inkml:definitions>
  <inkml:trace contextRef="#ctx0" brushRef="#br0">0 1 3833,'0'0'4066,"2"8"-2524,18 65-789,-3 1 1,15 139-1,-31 7 9,-3-138-665,3-1 1,13 83-1,-5-94-1443</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5.422"/>
    </inkml:context>
    <inkml:brush xml:id="br0">
      <inkml:brushProperty name="width" value="0.05" units="cm"/>
      <inkml:brushProperty name="height" value="0.05" units="cm"/>
    </inkml:brush>
  </inkml:definitions>
  <inkml:trace contextRef="#ctx0" brushRef="#br0">1 71 4985,'7'-9'1150,"0"1"-1,1 0 0,0 0 1,0 1-1,14-9 1,-17 13-1078,-1 1 1,1 0 0,-1 1-1,1-1 1,0 1 0,-1 0-1,1 0 1,0 0 0,0 1-1,0 0 1,0 0 0,-1 0-1,1 0 1,0 1-1,5 1 1,2 1-200,0 0 0,-1 1 0,1 0 0,-1 0 0,0 2 0,0-1 0,-1 1 0,0 1 0,19 15 1,-28-21 107,1 0 1,-1 0 0,0 1 0,0-1 0,1 1 0,-1-1 0,0 1 0,0-1 0,0 1 0,-1 0 0,1 0 0,0-1 0,-1 1 0,1 0 0,-1 0 0,1 0 0,-1-1 0,0 1 0,0 0 0,0 0 0,0 0 0,0 0 0,0 0 0,0 0 0,-1-1-1,1 1 1,-1 0 0,1 0 0,-1 0 0,0-1 0,0 1 0,0 0 0,0-1 0,0 1 0,0-1 0,0 1 0,-2 1 0,-2 2 56,0 1 0,0-1 0,-1-1 0,1 1 0,-1-1 0,0 0 0,-1-1 0,-7 4-1,11-6-1496</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6.554"/>
    </inkml:context>
    <inkml:brush xml:id="br0">
      <inkml:brushProperty name="width" value="0.05" units="cm"/>
      <inkml:brushProperty name="height" value="0.05" units="cm"/>
    </inkml:brush>
  </inkml:definitions>
  <inkml:trace contextRef="#ctx0" brushRef="#br0">1 4 2857,'0'0'5729,"5"5"-5050,8 6-614,-2 1 1,1 0 0,-2 1 0,1 0-1,-2 1 1,0 0 0,0 0 0,11 29 0,-16-32-85,0 0 0,-1 1 0,0-1 0,-1 1 0,0 0 0,-1 0 0,0 0 0,-1 0 0,0 0 0,-1 0 0,0 0 0,-1 0 0,-5 15 0,-1-6 565,8-21-512,0 0-1,-1 0 1,1 0 0,0 1 0,0-1 0,0 0 0,0 0-1,0 0 1,0 0 0,0 0 0,0 0 0,0 0 0,-1 0-1,1 0 1,0 0 0,0 0 0,0 0 0,0 0-1,0 0 1,0 0 0,-1 0 0,1 0 0,0 0 0,0 0-1,0 0 1,0 0 0,0 0 0,0 0 0,-1 0 0,1 0-1,0 0 1,0 0 0,0 0 0,0 0 0,0 0 0,0 0-1,0 0 1,-1 0 0,1 0 0,0 0 0,0 0 0,0 0-1,0 0 1,0-1 0,0 1 0,0 0 0,0 0-1,0 0 1,0 0 0,0 0 0,-1 0 0,1 0 0,0-1-1,0 1 1,0 0 0,0 0 0,0 0 0,0 0 0,0 0-1,0 0 1,0-1 0,0 1 0,-4-40 1660,4 27-1607,1 0 1,0-1 0,1 1 0,1 0 0,0 0 0,0 0 0,1 1-1,1-1 1,0 1 0,14-23 0,-10 21-206,1 0 1,0 0 0,1 1-1,1 1 1,0 0-1,0 0 1,1 1-1,18-11 1,-26 19-69,0 0 0,0 0 0,0 0 0,1 1 0,0-1 0,-1 1-1,1 1 1,0-1 0,0 1 0,0 0 0,0 0 0,0 1 0,0 0 0,0 0 0,0 0 0,0 1 0,7 1 0,-8-1 98,0 1 0,0 0 1,0 1-1,0-1 0,0 1 1,-1 0-1,1 0 1,-1 0-1,0 0 0,0 1 1,0 0-1,0 0 0,0 0 1,-1 0-1,0 1 0,0-1 1,0 1-1,4 9 1,9 35-93,-14-41 151,0 0 0,1 0 0,-1 0 0,2 0 1,-1 0-1,1-1 0,0 1 0,0-1 0,1 0 0,6 6 0,-10-12 93,1 1 0,-1-1 0,1 0 0,0 0 0,0 0 0,-1-1 0,1 1 0,0 0-1,0-1 1,0 1 0,0-1 0,0 1 0,0-1 0,0 0 0,0 0 0,0 0 0,0 0 0,0 0 0,0 0 0,0-1 0,0 1 0,-1-1-1,1 1 1,0-1 0,0 0 0,0 0 0,0 1 0,-1-1 0,1-1 0,0 1 0,-1 0 0,1 0 0,-1-1 0,0 1 0,1 0 0,-1-1-1,2-2 1,1 0 169,-1-1-1,1 1 0,-1-1 0,0 1 0,-1-1 1,1 0-1,-1 0 0,0 0 0,0 0 0,0 0 1,-1-1-1,1-9 0,-1 11-213,-1-1-1,0 0 1,-1 1 0,1-1 0,-1 0-1,0 1 1,0-1 0,0 1-1,-1-1 1,1 1 0,-1 0 0,0 0-1,-1 0 1,1 0 0,-1 0 0,0 0-1,0 0 1,0 1 0,0-1-1,0 1 1,-1 0 0,1 0 0,-1 1-1,0-1 1,-8-3 0,11 5-157,0 1 75,1 0-1,-1-1 0,0 1 1,0 0-1,0 0 0,0 0 1,0 0-1,0 0 0,0 0 0,1 0 1,-1 1-1,0-1 0,0 0 1,0 0-1,0 1 0,1-1 1,-1 0-1,0 1 0,0-1 0,1 1 1,-1-1-1,0 1 0,0 0 1,0 0-1,-7 4 27,0 0 0,0 1-1,1 0 1,0 0 0,0 1 0,0 0 0,1 0-1,0 0 1,-6 10 0,2-1 52,1 0-1,1 0 1,0 1-1,2 0 1,-8 28 0,13-41 24,0-1 0,0 1 1,1-1-1,0 1 0,-1 0 1,1-1-1,1 1 0,-1-1 0,1 1 1,-1 0-1,1-1 0,0 0 1,0 1-1,0-1 0,1 1 1,-1-1-1,1 0 0,0 0 1,0 0-1,0 0 0,0 0 1,0 0-1,1-1 0,-1 1 0,1-1 1,0 0-1,0 1 0,0-1 1,0 0-1,0-1 0,0 1 1,0-1-1,1 1 0,-1-1 1,7 2-1,-2-1-146,0 0 0,1 0 0,-1 0 0,1-1-1,-1 0 1,1-1 0,0 0 0,-1 0 0,1-1 0,-1 0 0,1 0 0,-1-1 0,1 0-1,-1-1 1,13-6 0,-1-2-1808</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7.256"/>
    </inkml:context>
    <inkml:brush xml:id="br0">
      <inkml:brushProperty name="width" value="0.05" units="cm"/>
      <inkml:brushProperty name="height" value="0.05" units="cm"/>
    </inkml:brush>
  </inkml:definitions>
  <inkml:trace contextRef="#ctx0" brushRef="#br0">147 36 5073,'-1'-5'9549,"0"4"-9619,1 0 1,-1 0-1,0 0 1,0 0-1,1 0 1,-1 0-1,0 0 1,0 0-1,0 0 1,0 1-1,0-1 1,0 0-1,0 0 1,0 1-1,-1-1 1,-1 0-1,-32-12-346,31 11 79,-3 2-283,-1 6 384,0 0 105,0 1 0,0-1 0,1 1 1,-1 1-1,2-1 0,-10 14 1,14-20 103,1 1 0,0 0 1,0 0-1,0-1 1,0 1-1,0 0 1,0 0-1,0 0 0,0 1 1,1-1-1,-1 0 1,1 0-1,-1 0 0,1 0 1,0 0-1,0 1 1,0-1-1,0 0 1,1 0-1,-1 0 0,0 0 1,1 0-1,0 1 1,-1-1-1,1 0 0,0 0 1,0 0-1,0-1 1,0 1-1,1 0 1,-1 0-1,0 0 0,1-1 1,-1 1-1,1-1 1,-1 1-1,1-1 0,0 0 1,0 0-1,0 1 1,0-1-1,0-1 1,0 1-1,2 1 0,9 3-155,0-1 0,1 0-1,0 0 1,-1-2 0,18 2-1,-15-2-637,-1 0 0,0 1-1,0 0 1,19 8 0,-19-3-687</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7.382"/>
    </inkml:context>
    <inkml:brush xml:id="br0">
      <inkml:brushProperty name="width" value="0.05" units="cm"/>
      <inkml:brushProperty name="height" value="0.05" units="cm"/>
    </inkml:brush>
  </inkml:definitions>
  <inkml:trace contextRef="#ctx0" brushRef="#br0">204 16 2889,'-23'9'824,"-4"-1"664,0-4-192,-1-2-95,4-4-345,3-1-176,3-4-480,4 1-192,0-3-928,7-2-1313</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7.938"/>
    </inkml:context>
    <inkml:brush xml:id="br0">
      <inkml:brushProperty name="width" value="0.05" units="cm"/>
      <inkml:brushProperty name="height" value="0.05" units="cm"/>
    </inkml:brush>
  </inkml:definitions>
  <inkml:trace contextRef="#ctx0" brushRef="#br0">84 0 6601,'0'0'4488,"-6"15"-5440,-11 22 849,15-33 65,0-1-1,1 1 1,-1 0 0,1 0 0,0 0-1,0-1 1,0 1 0,1 0-1,-1 7 1,0 0-3,1-11 39,0 1 0,0-1 0,-1 1 0,1-1 0,0 1 0,0-1 0,0 1 0,0-1 0,0 1 0,0-1 0,0 1 0,0-1 0,0 1 0,0-1 0,0 1 0,0-1 0,0 1 0,0-1 0,0 1 0,1-1 0,-1 0 0,0 1 0,0-1 0,1 1 0,-1 0 0,6 5 41,-1 0-1,1-1 1,0 1 0,0-1-1,1-1 1,-1 1 0,1-1 0,0 0-1,0-1 1,0 0 0,9 3-1,18 5 126,44 7-1,-9-2-131,-67-15 247,-5 1-82,-3 3-80,0-1-1,-1 0 1,1-1-1,-1 0 1,0 0-1,0 0 1,-10 2 0,-61 12 527,35-9-451,17-2-169,-76 14-586,100-20-299</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8.560"/>
    </inkml:context>
    <inkml:brush xml:id="br0">
      <inkml:brushProperty name="width" value="0.05" units="cm"/>
      <inkml:brushProperty name="height" value="0.05" units="cm"/>
    </inkml:brush>
  </inkml:definitions>
  <inkml:trace contextRef="#ctx0" brushRef="#br0">58 15 2248,'0'2'4886,"1"0"-4842,-1 0 0,1-1-1,0 1 1,-1 0 0,1 0 0,0-1-1,0 1 1,0-1 0,1 1 0,-1-1-1,2 3 1,27 28 48,-25-27-3,2 0 164,3-4-99,-2 1 42,0 0-1,0-1 1,0 0 0,0-1-1,1 0 1,-1 0 0,0 0 0,0-1-1,0-1 1,15-3 0,-18 3 32,1 0 0,0 0 0,-1-1 0,1 1 0,-1-1 1,0 0-1,0-1 0,0 1 0,-1-1 0,9-9 1566,-13 9-355,-15-7-1783,-22-7 84,29 13 84,5 5-80,-5 1-6,-3 0 163,1 0 0,0 1 0,-1 1 0,1-1 0,0 2-1,0-1 1,1 2 0,-1-1 0,1 1 0,0 0 0,0 1-1,0 0 1,-10 11 0,10-9 64,1 2-1,0-1 1,0 1-1,1 0 1,0 1-1,1 0 1,-7 17-1,11-25 38,1 1-1,0 0 1,0-1 0,0 1-1,0 0 1,0 0-1,1-1 1,0 1 0,-1 0-1,2 0 1,-1 0 0,0 0-1,1 0 1,0-1-1,-1 1 1,1 0 0,1 0-1,-1-1 1,1 1-1,-1-1 1,1 1 0,0-1-1,0 0 1,1 0 0,-1 0-1,1 0 1,3 4-1,1-1 14,1 0-1,-1-1 0,1 1 0,0-1 0,1-1 1,-1 0-1,1 0 0,0 0 0,0-1 0,0-1 0,0 1 1,1-1-1,-1-1 0,1 0 0,10 0 0,-13-2-290,0 1 0,0-1 0,0-1 0,-1 1 0,1-1 0,0 0 0,-1-1 0,8-3 0,11-7-2294</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09.214"/>
    </inkml:context>
    <inkml:brush xml:id="br0">
      <inkml:brushProperty name="width" value="0.05" units="cm"/>
      <inkml:brushProperty name="height" value="0.05" units="cm"/>
    </inkml:brush>
  </inkml:definitions>
  <inkml:trace contextRef="#ctx0" brushRef="#br0">309 0 5329,'0'0'530,"0"10"1233,2 432-564,0-369-1025,-1-71 1516,0-13-294,1 1-1319,2-24 129,-7 24-303,-12-25-93,15 33 161,-1 0 0,1 1 0,-1-1-1,1 1 1,-1-1 0,0 1 0,0-1-1,0 1 1,0 0 0,0-1 0,0 1-1,0 0 1,-1 0 0,1 0 0,0 0-1,-1 0 1,1 0 0,-1 0 0,-1-1-1,-3-1-104,0 0-24,0-1 0,-1 1 0,1 1-1,-1-1 1,1 1 0,-1 0-1,0 1 1,0 0 0,0 0 0,0 0-1,1 1 1,-1 0 0,0 0 0,0 0-1,0 1 1,0 1 0,-10 2-1,7-2 140,0 1-1,1 1 0,-1 0 0,1 0 0,0 0 0,0 1 0,1 1 1,-1-1-1,1 1 0,1 1 0,-10 9 0,14-13 49,0 0 1,0 1-1,1 0 0,-1-1 1,1 1-1,0 0 0,0 0 1,0 0-1,1 0 0,-1 0 1,1 1-1,0-1 0,1 0 0,-1 1 1,1-1-1,-1 1 0,1-1 1,0 0-1,1 1 0,-1-1 1,1 1-1,0-1 0,0 0 1,0 0-1,1 1 0,0-1 0,-1 0 1,1 0-1,1-1 0,-1 1 1,1 0-1,-1-1 0,1 1 1,0-1-1,0 0 0,0 0 1,1 0-1,-1 0 0,1-1 1,0 1-1,-1-1 0,1 0 0,0 0 1,0 0-1,6 1 0,4 0-69,0 0 0,1-1 0,-1-1 0,0 0 0,1-1 0,-1-1 0,1 0 0,-1 0 0,0-2 0,23-6 0,3-5-1753</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0.049"/>
    </inkml:context>
    <inkml:brush xml:id="br0">
      <inkml:brushProperty name="width" value="0.05" units="cm"/>
      <inkml:brushProperty name="height" value="0.05" units="cm"/>
    </inkml:brush>
  </inkml:definitions>
  <inkml:trace contextRef="#ctx0" brushRef="#br0">1 0 4633,'0'0'10075,"6"21"-13263,17-17 7205,-18-5-7227</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0.605"/>
    </inkml:context>
    <inkml:brush xml:id="br0">
      <inkml:brushProperty name="width" value="0.05" units="cm"/>
      <inkml:brushProperty name="height" value="0.05" units="cm"/>
    </inkml:brush>
  </inkml:definitions>
  <inkml:trace contextRef="#ctx0" brushRef="#br0">33 10 3377,'0'0'7331,"18"-2"-4915,16-4-2561,-27 5 53,-2 2-82,-1 4 110,0-1 93,0 1 0,0 0 0,-1 0-1,1 0 1,-1 0 0,-1 0 0,1 1-1,-1-1 1,0 1 0,0 0 0,0 0-1,-1-1 1,0 1 0,0 0 0,0 10-1,-2 9 76,0-1 0,-2 0-1,-1 0 1,-1 0 0,0-1-1,-2 1 1,-1-1 0,-1-1-1,-1 1 1,0-1 0,-2-1-1,-1 0 1,-17 22-1,9-18-1300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1.210"/>
    </inkml:context>
    <inkml:brush xml:id="br0">
      <inkml:brushProperty name="width" value="0.05" units="cm"/>
      <inkml:brushProperty name="height" value="0.05" units="cm"/>
    </inkml:brush>
  </inkml:definitions>
  <inkml:trace contextRef="#ctx0" brushRef="#br0">1 0 4073,'0'0'5929</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1.654"/>
    </inkml:context>
    <inkml:brush xml:id="br0">
      <inkml:brushProperty name="width" value="0.05" units="cm"/>
      <inkml:brushProperty name="height" value="0.05" units="cm"/>
    </inkml:brush>
  </inkml:definitions>
  <inkml:trace contextRef="#ctx0" brushRef="#br0">0 0 4705,'0'0'11508,"7"4"-11892,33 32 118,62 68 0,-43-41 187,-24-26 236,-2 2 1,-2 2 0,-2 0-1,-2 2 1,-1 1-1,30 74 1,-56-117-230</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2.248"/>
    </inkml:context>
    <inkml:brush xml:id="br0">
      <inkml:brushProperty name="width" value="0.05" units="cm"/>
      <inkml:brushProperty name="height" value="0.05" units="cm"/>
    </inkml:brush>
  </inkml:definitions>
  <inkml:trace contextRef="#ctx0" brushRef="#br0">436 1 7290,'0'0'9566,"-2"5"-10177,-43 86 32,26-50 546,-1 0-1,-3-1 1,-50 67 0,53-83 25,1-4-30,2 1 0,0 0-1,1 1 1,2 1 0,0 1 0,-15 36 0,16-29 22,-24 43-1,27-56-441,-33 43-4670,39-53 3723</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3.553"/>
    </inkml:context>
    <inkml:brush xml:id="br0">
      <inkml:brushProperty name="width" value="0.05" units="cm"/>
      <inkml:brushProperty name="height" value="0.05" units="cm"/>
    </inkml:brush>
  </inkml:definitions>
  <inkml:trace contextRef="#ctx0" brushRef="#br0">359 0 4201,'0'0'13864,"-2"6"-14597,-25 35 694,-1 0 0,-2-2 0,-1-1 0,-2-1 0,-63 52 0,18-25-65,73-59 120,2-4 24,1 1 0,-1-1 0,1 1 0,0 0 0,-1 0 0,1 0 0,0 1 0,0-1 0,1 0 0,-1 1 0,-2 4 1283,14 1-2174,27 11 776,60 21-1,-66-29 96,0 1-1,-1 2 0,-1 0 1,52 36-1,-47-21 7,-17-15-202,31 22-1</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4.158"/>
    </inkml:context>
    <inkml:brush xml:id="br0">
      <inkml:brushProperty name="width" value="0.05" units="cm"/>
      <inkml:brushProperty name="height" value="0.05" units="cm"/>
    </inkml:brush>
  </inkml:definitions>
  <inkml:trace contextRef="#ctx0" brushRef="#br0">1 0 3153,'0'0'10761,"3"3"-11052,-2-1 270,54 56-72,-3 1 0,74 113 0,-2 13 1753,-71-110-730,-49-70-869,3 2-78</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4.619"/>
    </inkml:context>
    <inkml:brush xml:id="br0">
      <inkml:brushProperty name="width" value="0.05" units="cm"/>
      <inkml:brushProperty name="height" value="0.05" units="cm"/>
    </inkml:brush>
  </inkml:definitions>
  <inkml:trace contextRef="#ctx0" brushRef="#br0">343 0 7306,'0'0'8560,"-5"7"-9255,-13 24 753,1 0-1,-13 35 1,13-28 103,-31 54 0,23-58 93,-56 62 1,51-63 178,-38 53 1,66-83-293,0 1-3165</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9T14:15:15.435"/>
    </inkml:context>
    <inkml:brush xml:id="br0">
      <inkml:brushProperty name="width" value="0.05" units="cm"/>
      <inkml:brushProperty name="height" value="0.05" units="cm"/>
    </inkml:brush>
  </inkml:definitions>
  <inkml:trace contextRef="#ctx0" brushRef="#br0">57 27 5777,'0'0'2948,"-8"18"-1223,-11 16-1491,15-25-185,0-1 1,1 0 0,-1 1 0,2-1-1,-1 1 1,1 0 0,-1 10-1,1-6-17,1-8-37,1-1-1,-1 1 1,1 0-1,-1 0 1,2 0-1,-1-1 1,0 1 0,1 0-1,0 0 1,0-1-1,0 1 1,1 0-1,0-1 1,-1 0-1,2 1 1,-1-1 0,4 6-1,-2-6 68,-1 0 1,1-1-1,0 1 1,0-1-1,1 0 0,-1 0 1,1-1-1,-1 1 1,1-1-1,0 0 0,0 0 1,0 0-1,0-1 0,0 0 1,10 1-1,-4-1 96,0-1 0,0 0-1,0-1 1,0-1 0,0 1 0,0-2-1,0 1 1,0-2 0,-1 1 0,1-1-1,-1-1 1,0 0 0,0 0 0,-1-1-1,0-1 1,11-8 0,-13 9-75,-1 1 1,-1-1-1,1 0 0,-1-1 1,0 1-1,-1-1 1,1 0-1,-1 0 0,-1 0 1,5-10-1,-7 11-112,1 1-1,-1-1 1,0 0-1,0 0 1,-1 0-1,1 0 1,-1 1-1,-1-1 1,1 0-1,-1 0 1,0 0-1,0 0 1,-1 1 0,0-1-1,-3-6 1,4 8-179,-1 0 1,0 1 0,0-1 0,-1 1-1,1-1 1,-1 1 0,0 0 0,0 0 0,0 0-1,0 0 1,0 1 0,-8-5 0,-12-5-1486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317EC8-6F8C-4179-A92A-3E46160568EE}"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6F0500-5721-4C9B-B2D6-22EF7E7F6295}" type="slidenum">
              <a:rPr lang="en-US" smtClean="0"/>
              <a:t>‹#›</a:t>
            </a:fld>
            <a:endParaRPr lang="en-US"/>
          </a:p>
        </p:txBody>
      </p:sp>
    </p:spTree>
    <p:extLst>
      <p:ext uri="{BB962C8B-B14F-4D97-AF65-F5344CB8AC3E}">
        <p14:creationId xmlns:p14="http://schemas.microsoft.com/office/powerpoint/2010/main" val="1863712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48B0525-2244-4A7D-8125-94889492020F}"/>
              </a:ext>
            </a:extLst>
          </p:cNvPr>
          <p:cNvSpPr>
            <a:spLocks noGrp="1" noChangeArrowheads="1"/>
          </p:cNvSpPr>
          <p:nvPr>
            <p:ph type="sldNum" sz="quarter" idx="5"/>
          </p:nvPr>
        </p:nvSpPr>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00621ACE-2197-40DE-91FD-C39947BB7DB2}" type="slidenum">
              <a:rPr lang="en-US" altLang="en-US"/>
              <a:pPr>
                <a:spcBef>
                  <a:spcPct val="0"/>
                </a:spcBef>
              </a:pPr>
              <a:t>6</a:t>
            </a:fld>
            <a:endParaRPr lang="en-US" altLang="en-US"/>
          </a:p>
        </p:txBody>
      </p:sp>
      <p:sp>
        <p:nvSpPr>
          <p:cNvPr id="4098" name="Rectangle 2">
            <a:extLst>
              <a:ext uri="{FF2B5EF4-FFF2-40B4-BE49-F238E27FC236}">
                <a16:creationId xmlns:a16="http://schemas.microsoft.com/office/drawing/2014/main" id="{BD541700-7545-41CE-9349-BC13AB0BB562}"/>
              </a:ext>
            </a:extLst>
          </p:cNvPr>
          <p:cNvSpPr>
            <a:spLocks noGrp="1" noRot="1" noChangeAspect="1" noChangeArrowheads="1" noTextEdit="1"/>
          </p:cNvSpPr>
          <p:nvPr>
            <p:ph type="sldImg"/>
          </p:nvPr>
        </p:nvSpPr>
        <p:spPr>
          <a:ln/>
          <a:extLst>
            <a:ext uri="{FAA26D3D-D897-4be2-8F04-BA451C77F1D7}"/>
          </a:extLst>
        </p:spPr>
      </p:sp>
      <p:sp>
        <p:nvSpPr>
          <p:cNvPr id="4099" name="Rectangle 3">
            <a:extLst>
              <a:ext uri="{FF2B5EF4-FFF2-40B4-BE49-F238E27FC236}">
                <a16:creationId xmlns:a16="http://schemas.microsoft.com/office/drawing/2014/main" id="{BA6AE653-0D3F-4942-9B27-10497A3C794F}"/>
              </a:ext>
            </a:extLst>
          </p:cNvPr>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FE0B38-683E-40D0-891A-983605CAFA83}"/>
              </a:ext>
            </a:extLst>
          </p:cNvPr>
          <p:cNvSpPr>
            <a:spLocks noGrp="1" noChangeArrowheads="1"/>
          </p:cNvSpPr>
          <p:nvPr>
            <p:ph type="sldNum" sz="quarter" idx="5"/>
          </p:nvPr>
        </p:nvSpPr>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4EFF899-E7FF-44F1-A735-7068C82E9DCE}" type="slidenum">
              <a:rPr lang="en-US" altLang="en-US"/>
              <a:pPr>
                <a:spcBef>
                  <a:spcPct val="0"/>
                </a:spcBef>
              </a:pPr>
              <a:t>7</a:t>
            </a:fld>
            <a:endParaRPr lang="en-US" altLang="en-US"/>
          </a:p>
        </p:txBody>
      </p:sp>
      <p:sp>
        <p:nvSpPr>
          <p:cNvPr id="6146" name="Rectangle 2">
            <a:extLst>
              <a:ext uri="{FF2B5EF4-FFF2-40B4-BE49-F238E27FC236}">
                <a16:creationId xmlns:a16="http://schemas.microsoft.com/office/drawing/2014/main" id="{E297C6C1-01A5-48CF-8C53-3D862336072A}"/>
              </a:ext>
            </a:extLst>
          </p:cNvPr>
          <p:cNvSpPr>
            <a:spLocks noGrp="1" noRot="1" noChangeAspect="1" noChangeArrowheads="1" noTextEdit="1"/>
          </p:cNvSpPr>
          <p:nvPr>
            <p:ph type="sldImg"/>
          </p:nvPr>
        </p:nvSpPr>
        <p:spPr>
          <a:ln/>
          <a:extLst>
            <a:ext uri="{FAA26D3D-D897-4be2-8F04-BA451C77F1D7}"/>
          </a:extLst>
        </p:spPr>
      </p:sp>
      <p:sp>
        <p:nvSpPr>
          <p:cNvPr id="6147" name="Rectangle 3">
            <a:extLst>
              <a:ext uri="{FF2B5EF4-FFF2-40B4-BE49-F238E27FC236}">
                <a16:creationId xmlns:a16="http://schemas.microsoft.com/office/drawing/2014/main" id="{8DB0FE58-3382-4A5C-A55E-FECEAB373905}"/>
              </a:ext>
            </a:extLst>
          </p:cNvPr>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a:latin typeface="Times New Roman" panose="02020603050405020304" pitchFamily="18" charset="0"/>
                <a:cs typeface="Times New Roman" panose="02020603050405020304" pitchFamily="18" charset="0"/>
              </a:rPr>
              <a:t>Conceptualize </a:t>
            </a:r>
            <a:r>
              <a:rPr lang="en-US" sz="1300">
                <a:latin typeface="Times New Roman" panose="02020603050405020304" pitchFamily="18" charset="0"/>
                <a:cs typeface="Times New Roman" panose="02020603050405020304" pitchFamily="18" charset="0"/>
              </a:rPr>
              <a:t>Inspect the drawing. Let us assume the cables do not break and nothing is moving. </a:t>
            </a:r>
          </a:p>
          <a:p>
            <a:endParaRPr lang="en-US" sz="1300">
              <a:latin typeface="Times New Roman" panose="02020603050405020304" pitchFamily="18" charset="0"/>
              <a:cs typeface="Times New Roman" panose="02020603050405020304" pitchFamily="18" charset="0"/>
            </a:endParaRPr>
          </a:p>
          <a:p>
            <a:r>
              <a:rPr lang="en-US" sz="1300" b="1">
                <a:latin typeface="Times New Roman" panose="02020603050405020304" pitchFamily="18" charset="0"/>
                <a:cs typeface="Times New Roman" panose="02020603050405020304" pitchFamily="18" charset="0"/>
              </a:rPr>
              <a:t>Categorize </a:t>
            </a:r>
            <a:r>
              <a:rPr lang="en-US" sz="1300">
                <a:latin typeface="Times New Roman" panose="02020603050405020304" pitchFamily="18" charset="0"/>
                <a:cs typeface="Times New Roman" panose="02020603050405020304" pitchFamily="18" charset="0"/>
              </a:rPr>
              <a:t>If nothing is moving, no part of the system is accelerating. We can now model the light as a </a:t>
            </a:r>
            <a:r>
              <a:rPr lang="en-US" sz="1300" i="1">
                <a:latin typeface="Times New Roman" panose="02020603050405020304" pitchFamily="18" charset="0"/>
                <a:cs typeface="Times New Roman" panose="02020603050405020304" pitchFamily="18" charset="0"/>
              </a:rPr>
              <a:t>particle in equilibrium </a:t>
            </a:r>
            <a:r>
              <a:rPr lang="en-US" sz="1300">
                <a:latin typeface="Times New Roman" panose="02020603050405020304" pitchFamily="18" charset="0"/>
                <a:cs typeface="Times New Roman" panose="02020603050405020304" pitchFamily="18" charset="0"/>
              </a:rPr>
              <a:t>on which the net force is zero. Similarly, the net force on the knot that holds the cables together is zero, so it is also modeled as a </a:t>
            </a:r>
            <a:r>
              <a:rPr lang="en-US" sz="1300" i="1">
                <a:latin typeface="Times New Roman" panose="02020603050405020304" pitchFamily="18" charset="0"/>
                <a:cs typeface="Times New Roman" panose="02020603050405020304" pitchFamily="18" charset="0"/>
              </a:rPr>
              <a:t>particle in equilibrium.</a:t>
            </a:r>
            <a:endParaRPr lang="en-US" sz="13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8</a:t>
            </a:fld>
            <a:endParaRPr lang="en-US"/>
          </a:p>
        </p:txBody>
      </p:sp>
    </p:spTree>
    <p:extLst>
      <p:ext uri="{BB962C8B-B14F-4D97-AF65-F5344CB8AC3E}">
        <p14:creationId xmlns:p14="http://schemas.microsoft.com/office/powerpoint/2010/main" val="3105127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FFA0-0F7C-21BA-0E7A-4EDE0203D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21B30-B4D8-9B9F-7183-6D33C5CF4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B526C-7B46-BAC1-B812-35CF7B1F4040}"/>
              </a:ext>
            </a:extLst>
          </p:cNvPr>
          <p:cNvSpPr>
            <a:spLocks noGrp="1"/>
          </p:cNvSpPr>
          <p:nvPr>
            <p:ph type="body" idx="1"/>
          </p:nvPr>
        </p:nvSpPr>
        <p:spPr/>
        <p:txBody>
          <a:bodyPr/>
          <a:lstStyle/>
          <a:p>
            <a:r>
              <a:rPr lang="en-US" sz="1300" b="1" dirty="0">
                <a:latin typeface="Times New Roman" panose="02020603050405020304" pitchFamily="18" charset="0"/>
                <a:cs typeface="Times New Roman" panose="02020603050405020304" pitchFamily="18" charset="0"/>
              </a:rPr>
              <a:t>Analyze </a:t>
            </a:r>
            <a:r>
              <a:rPr lang="en-US" sz="1300" dirty="0">
                <a:latin typeface="Times New Roman" panose="02020603050405020304" pitchFamily="18" charset="0"/>
                <a:cs typeface="Times New Roman" panose="02020603050405020304" pitchFamily="18" charset="0"/>
              </a:rPr>
              <a:t>We construct a diagram of the forces acting on the traffic light, and a free-body diagram for the knot. This knot is a convenient object to choose because all the forces of interest act along lines passing through the knot.</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From the particle in equilibrium model, apply </a:t>
            </a:r>
            <a:r>
              <a:rPr lang="en-US" sz="1300" dirty="0">
                <a:latin typeface="Times New Roman" panose="02020603050405020304" pitchFamily="18" charset="0"/>
                <a:cs typeface="Times New Roman" panose="02020603050405020304" pitchFamily="18" charset="0"/>
                <a:sym typeface="Symbol" panose="05050102010706020507" pitchFamily="18" charset="2"/>
              </a:rPr>
              <a:t></a:t>
            </a:r>
            <a:r>
              <a:rPr lang="en-US" sz="1300" i="1" dirty="0">
                <a:latin typeface="Times New Roman" panose="02020603050405020304" pitchFamily="18" charset="0"/>
                <a:cs typeface="Times New Roman" panose="02020603050405020304" pitchFamily="18" charset="0"/>
                <a:sym typeface="Symbol" panose="05050102010706020507" pitchFamily="18" charset="2"/>
              </a:rPr>
              <a:t>F </a:t>
            </a:r>
            <a:r>
              <a:rPr lang="en-US" sz="1300" dirty="0">
                <a:latin typeface="Times New Roman" panose="02020603050405020304" pitchFamily="18" charset="0"/>
                <a:cs typeface="Times New Roman" panose="02020603050405020304" pitchFamily="18" charset="0"/>
                <a:sym typeface="Symbol" panose="05050102010706020507" pitchFamily="18" charset="2"/>
              </a:rPr>
              <a:t>= 0 for</a:t>
            </a:r>
            <a:r>
              <a:rPr lang="en-US" sz="1300" dirty="0">
                <a:latin typeface="Times New Roman" panose="02020603050405020304" pitchFamily="18" charset="0"/>
                <a:cs typeface="Times New Roman" panose="02020603050405020304" pitchFamily="18" charset="0"/>
              </a:rPr>
              <a:t> the traffic light in the </a:t>
            </a:r>
            <a:r>
              <a:rPr lang="en-US" sz="1300" i="1" dirty="0">
                <a:latin typeface="Times New Roman" panose="02020603050405020304" pitchFamily="18" charset="0"/>
                <a:cs typeface="Times New Roman" panose="02020603050405020304" pitchFamily="18" charset="0"/>
              </a:rPr>
              <a:t>y </a:t>
            </a:r>
            <a:r>
              <a:rPr lang="en-US" sz="1300" dirty="0">
                <a:latin typeface="Times New Roman" panose="02020603050405020304" pitchFamily="18" charset="0"/>
                <a:cs typeface="Times New Roman" panose="02020603050405020304" pitchFamily="18" charset="0"/>
              </a:rPr>
              <a:t>direction. </a:t>
            </a:r>
            <a:r>
              <a:rPr lang="en-US" sz="1300" b="1" i="1" dirty="0">
                <a:latin typeface="Times New Roman" panose="02020603050405020304" pitchFamily="18" charset="0"/>
                <a:cs typeface="Times New Roman" panose="02020603050405020304" pitchFamily="18" charset="0"/>
              </a:rPr>
              <a:t>[click to show equation]</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Choose the coordinate axes as shown in the free-body diagram and resolve the forces acting on the knot into their components</a:t>
            </a:r>
            <a:r>
              <a:rPr lang="en-US" sz="1300" i="1" dirty="0">
                <a:latin typeface="Times New Roman" panose="02020603050405020304" pitchFamily="18" charset="0"/>
                <a:cs typeface="Times New Roman" panose="02020603050405020304" pitchFamily="18" charset="0"/>
              </a:rPr>
              <a:t>.</a:t>
            </a:r>
            <a:r>
              <a:rPr lang="en-US" sz="1300" b="1" i="1" dirty="0">
                <a:latin typeface="Times New Roman" panose="02020603050405020304" pitchFamily="18" charset="0"/>
                <a:cs typeface="Times New Roman" panose="02020603050405020304" pitchFamily="18" charset="0"/>
              </a:rPr>
              <a:t> [click to show table]</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Apply the particle in equilibrium model to the knot. </a:t>
            </a:r>
            <a:r>
              <a:rPr lang="en-US" sz="1300" b="1" i="1" dirty="0">
                <a:latin typeface="Times New Roman" panose="02020603050405020304" pitchFamily="18" charset="0"/>
                <a:cs typeface="Times New Roman" panose="02020603050405020304" pitchFamily="18" charset="0"/>
              </a:rPr>
              <a:t>[click to show equations]</a:t>
            </a:r>
          </a:p>
          <a:p>
            <a:endParaRPr lang="en-US" sz="1300" dirty="0">
              <a:latin typeface="Times New Roman" panose="02020603050405020304" pitchFamily="18" charset="0"/>
              <a:cs typeface="Times New Roman" panose="02020603050405020304" pitchFamily="18" charset="0"/>
            </a:endParaRPr>
          </a:p>
          <a:p>
            <a:r>
              <a:rPr lang="en-US" sz="1300" dirty="0">
                <a:latin typeface="Times New Roman" panose="02020603050405020304" pitchFamily="18" charset="0"/>
                <a:cs typeface="Times New Roman" panose="02020603050405020304" pitchFamily="18" charset="0"/>
              </a:rPr>
              <a:t>Equation (1) shows that the horizontal components of </a:t>
            </a:r>
            <a:r>
              <a:rPr lang="en-US" sz="1300" b="1" dirty="0">
                <a:latin typeface="Times New Roman" panose="02020603050405020304" pitchFamily="18" charset="0"/>
                <a:cs typeface="Times New Roman" panose="02020603050405020304" pitchFamily="18" charset="0"/>
              </a:rPr>
              <a:t>T</a:t>
            </a:r>
            <a:r>
              <a:rPr lang="en-US" sz="1300" baseline="-25000" dirty="0">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T</a:t>
            </a:r>
            <a:r>
              <a:rPr lang="en-US" sz="1300" baseline="-25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must be equal in magnitude, and Equation (2) shows that the sum of the vertical components of </a:t>
            </a:r>
            <a:r>
              <a:rPr lang="en-US" sz="1300" b="1" dirty="0">
                <a:latin typeface="Times New Roman" panose="02020603050405020304" pitchFamily="18" charset="0"/>
                <a:cs typeface="Times New Roman" panose="02020603050405020304" pitchFamily="18" charset="0"/>
              </a:rPr>
              <a:t>T</a:t>
            </a:r>
            <a:r>
              <a:rPr lang="en-US" sz="1300" baseline="-25000" dirty="0">
                <a:latin typeface="Times New Roman" panose="02020603050405020304" pitchFamily="18" charset="0"/>
                <a:cs typeface="Times New Roman" panose="02020603050405020304" pitchFamily="18" charset="0"/>
              </a:rPr>
              <a:t>1</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T</a:t>
            </a:r>
            <a:r>
              <a:rPr lang="en-US" sz="1300" baseline="-25000" dirty="0">
                <a:latin typeface="Times New Roman" panose="02020603050405020304" pitchFamily="18" charset="0"/>
                <a:cs typeface="Times New Roman" panose="02020603050405020304" pitchFamily="18" charset="0"/>
              </a:rPr>
              <a:t>2</a:t>
            </a:r>
            <a:r>
              <a:rPr lang="en-US" sz="1300" dirty="0">
                <a:latin typeface="Times New Roman" panose="02020603050405020304" pitchFamily="18" charset="0"/>
                <a:cs typeface="Times New Roman" panose="02020603050405020304" pitchFamily="18" charset="0"/>
              </a:rPr>
              <a:t> must balance the downward force </a:t>
            </a:r>
            <a:r>
              <a:rPr lang="en-US" sz="1300" b="1" dirty="0">
                <a:latin typeface="Times New Roman" panose="02020603050405020304" pitchFamily="18" charset="0"/>
                <a:cs typeface="Times New Roman" panose="02020603050405020304" pitchFamily="18" charset="0"/>
              </a:rPr>
              <a:t>T</a:t>
            </a:r>
            <a:r>
              <a:rPr lang="en-US" sz="1300" baseline="-25000" dirty="0">
                <a:latin typeface="Times New Roman" panose="02020603050405020304" pitchFamily="18" charset="0"/>
                <a:cs typeface="Times New Roman" panose="02020603050405020304" pitchFamily="18" charset="0"/>
              </a:rPr>
              <a:t>3</a:t>
            </a:r>
            <a:r>
              <a:rPr lang="en-US" sz="1300" dirty="0">
                <a:latin typeface="Times New Roman" panose="02020603050405020304" pitchFamily="18" charset="0"/>
                <a:cs typeface="Times New Roman" panose="02020603050405020304" pitchFamily="18" charset="0"/>
              </a:rPr>
              <a:t>, which is equal in magnitude to the weight of the light.</a:t>
            </a:r>
          </a:p>
          <a:p>
            <a:endParaRPr lang="en-US" sz="1300" dirty="0"/>
          </a:p>
        </p:txBody>
      </p:sp>
      <p:sp>
        <p:nvSpPr>
          <p:cNvPr id="4" name="Slide Number Placeholder 3">
            <a:extLst>
              <a:ext uri="{FF2B5EF4-FFF2-40B4-BE49-F238E27FC236}">
                <a16:creationId xmlns:a16="http://schemas.microsoft.com/office/drawing/2014/main" id="{754256D0-F0EA-C1AF-0BDA-CD03BDCDA765}"/>
              </a:ext>
            </a:extLst>
          </p:cNvPr>
          <p:cNvSpPr>
            <a:spLocks noGrp="1"/>
          </p:cNvSpPr>
          <p:nvPr>
            <p:ph type="sldNum" sz="quarter" idx="10"/>
          </p:nvPr>
        </p:nvSpPr>
        <p:spPr/>
        <p:txBody>
          <a:bodyPr/>
          <a:lstStyle/>
          <a:p>
            <a:fld id="{6E7E7F27-47DB-D94D-995F-E3088F8069A6}" type="slidenum">
              <a:rPr lang="en-US" smtClean="0"/>
              <a:t>9</a:t>
            </a:fld>
            <a:endParaRPr lang="en-US"/>
          </a:p>
        </p:txBody>
      </p:sp>
    </p:spTree>
    <p:extLst>
      <p:ext uri="{BB962C8B-B14F-4D97-AF65-F5344CB8AC3E}">
        <p14:creationId xmlns:p14="http://schemas.microsoft.com/office/powerpoint/2010/main" val="179124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a:latin typeface="Times New Roman" panose="02020603050405020304" pitchFamily="18" charset="0"/>
                <a:cs typeface="Times New Roman" panose="02020603050405020304" pitchFamily="18" charset="0"/>
              </a:rPr>
              <a:t>Analyze </a:t>
            </a:r>
            <a:r>
              <a:rPr lang="en-US" sz="1300">
                <a:latin typeface="Times New Roman" panose="02020603050405020304" pitchFamily="18" charset="0"/>
                <a:cs typeface="Times New Roman" panose="02020603050405020304" pitchFamily="18" charset="0"/>
              </a:rPr>
              <a:t>We construct a diagram of the forces acting on the traffic light, and a free-body diagram for the knot. This knot is a convenient object to choose because all the forces of interest act along lines passing through the knot.</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From the particle in equilibrium model, apply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i="1">
                <a:latin typeface="Times New Roman" panose="02020603050405020304" pitchFamily="18" charset="0"/>
                <a:cs typeface="Times New Roman" panose="02020603050405020304" pitchFamily="18" charset="0"/>
                <a:sym typeface="Symbol" panose="05050102010706020507" pitchFamily="18" charset="2"/>
              </a:rPr>
              <a:t>F </a:t>
            </a:r>
            <a:r>
              <a:rPr lang="en-US" sz="1300">
                <a:latin typeface="Times New Roman" panose="02020603050405020304" pitchFamily="18" charset="0"/>
                <a:cs typeface="Times New Roman" panose="02020603050405020304" pitchFamily="18" charset="0"/>
                <a:sym typeface="Symbol" panose="05050102010706020507" pitchFamily="18" charset="2"/>
              </a:rPr>
              <a:t>= 0 for</a:t>
            </a:r>
            <a:r>
              <a:rPr lang="en-US" sz="1300">
                <a:latin typeface="Times New Roman" panose="02020603050405020304" pitchFamily="18" charset="0"/>
                <a:cs typeface="Times New Roman" panose="02020603050405020304" pitchFamily="18" charset="0"/>
              </a:rPr>
              <a:t> the traffic light in the </a:t>
            </a:r>
            <a:r>
              <a:rPr lang="en-US" sz="1300" i="1">
                <a:latin typeface="Times New Roman" panose="02020603050405020304" pitchFamily="18" charset="0"/>
                <a:cs typeface="Times New Roman" panose="02020603050405020304" pitchFamily="18" charset="0"/>
              </a:rPr>
              <a:t>y </a:t>
            </a:r>
            <a:r>
              <a:rPr lang="en-US" sz="1300">
                <a:latin typeface="Times New Roman" panose="02020603050405020304" pitchFamily="18" charset="0"/>
                <a:cs typeface="Times New Roman" panose="02020603050405020304" pitchFamily="18" charset="0"/>
              </a:rPr>
              <a:t>direction. </a:t>
            </a:r>
            <a:r>
              <a:rPr lang="en-US" sz="1300" b="1" i="1">
                <a:latin typeface="Times New Roman" panose="02020603050405020304" pitchFamily="18" charset="0"/>
                <a:cs typeface="Times New Roman" panose="02020603050405020304" pitchFamily="18" charset="0"/>
              </a:rPr>
              <a:t>[click to show equation]</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Choose the coordinate axes as shown in the free-body diagram and resolve the forces acting on the knot into their components</a:t>
            </a:r>
            <a:r>
              <a:rPr lang="en-US" sz="1300" i="1">
                <a:latin typeface="Times New Roman" panose="02020603050405020304" pitchFamily="18" charset="0"/>
                <a:cs typeface="Times New Roman" panose="02020603050405020304" pitchFamily="18" charset="0"/>
              </a:rPr>
              <a:t>.</a:t>
            </a:r>
            <a:r>
              <a:rPr lang="en-US" sz="1300" b="1" i="1">
                <a:latin typeface="Times New Roman" panose="02020603050405020304" pitchFamily="18" charset="0"/>
                <a:cs typeface="Times New Roman" panose="02020603050405020304" pitchFamily="18" charset="0"/>
              </a:rPr>
              <a:t> [click to show table]</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Apply the particle in equilibrium model to the knot. </a:t>
            </a:r>
            <a:r>
              <a:rPr lang="en-US" sz="1300" b="1" i="1">
                <a:latin typeface="Times New Roman" panose="02020603050405020304" pitchFamily="18" charset="0"/>
                <a:cs typeface="Times New Roman" panose="02020603050405020304" pitchFamily="18" charset="0"/>
              </a:rPr>
              <a:t>[click to show equations]</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Equation (1) shows that the horizontal components of </a:t>
            </a:r>
            <a:r>
              <a:rPr lang="en-US" sz="1300" b="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1</a:t>
            </a:r>
            <a:r>
              <a:rPr lang="en-US" sz="1300">
                <a:latin typeface="Times New Roman" panose="02020603050405020304" pitchFamily="18" charset="0"/>
                <a:cs typeface="Times New Roman" panose="02020603050405020304" pitchFamily="18" charset="0"/>
              </a:rPr>
              <a:t> and </a:t>
            </a:r>
            <a:r>
              <a:rPr lang="en-US" sz="1300" b="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2</a:t>
            </a:r>
            <a:r>
              <a:rPr lang="en-US" sz="1300">
                <a:latin typeface="Times New Roman" panose="02020603050405020304" pitchFamily="18" charset="0"/>
                <a:cs typeface="Times New Roman" panose="02020603050405020304" pitchFamily="18" charset="0"/>
              </a:rPr>
              <a:t> must be equal in magnitude, and Equation (2) shows that the sum of the vertical components of </a:t>
            </a:r>
            <a:r>
              <a:rPr lang="en-US" sz="1300" b="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1</a:t>
            </a:r>
            <a:r>
              <a:rPr lang="en-US" sz="1300">
                <a:latin typeface="Times New Roman" panose="02020603050405020304" pitchFamily="18" charset="0"/>
                <a:cs typeface="Times New Roman" panose="02020603050405020304" pitchFamily="18" charset="0"/>
              </a:rPr>
              <a:t> and </a:t>
            </a:r>
            <a:r>
              <a:rPr lang="en-US" sz="1300" b="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2</a:t>
            </a:r>
            <a:r>
              <a:rPr lang="en-US" sz="1300">
                <a:latin typeface="Times New Roman" panose="02020603050405020304" pitchFamily="18" charset="0"/>
                <a:cs typeface="Times New Roman" panose="02020603050405020304" pitchFamily="18" charset="0"/>
              </a:rPr>
              <a:t> must balance the downward force </a:t>
            </a:r>
            <a:r>
              <a:rPr lang="en-US" sz="1300" b="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3</a:t>
            </a:r>
            <a:r>
              <a:rPr lang="en-US" sz="1300">
                <a:latin typeface="Times New Roman" panose="02020603050405020304" pitchFamily="18" charset="0"/>
                <a:cs typeface="Times New Roman" panose="02020603050405020304" pitchFamily="18" charset="0"/>
              </a:rPr>
              <a:t>, which is equal in magnitude to the weight of the light.</a:t>
            </a:r>
          </a:p>
          <a:p>
            <a:endParaRPr lang="en-US" sz="1300"/>
          </a:p>
        </p:txBody>
      </p:sp>
      <p:sp>
        <p:nvSpPr>
          <p:cNvPr id="4" name="Slide Number Placeholder 3"/>
          <p:cNvSpPr>
            <a:spLocks noGrp="1"/>
          </p:cNvSpPr>
          <p:nvPr>
            <p:ph type="sldNum" sz="quarter" idx="10"/>
          </p:nvPr>
        </p:nvSpPr>
        <p:spPr/>
        <p:txBody>
          <a:bodyPr/>
          <a:lstStyle/>
          <a:p>
            <a:fld id="{6E7E7F27-47DB-D94D-995F-E3088F8069A6}" type="slidenum">
              <a:rPr lang="en-US" smtClean="0"/>
              <a:t>10</a:t>
            </a:fld>
            <a:endParaRPr lang="en-US"/>
          </a:p>
        </p:txBody>
      </p:sp>
    </p:spTree>
    <p:extLst>
      <p:ext uri="{BB962C8B-B14F-4D97-AF65-F5344CB8AC3E}">
        <p14:creationId xmlns:p14="http://schemas.microsoft.com/office/powerpoint/2010/main" val="3930575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latin typeface="Times New Roman" panose="02020603050405020304" pitchFamily="18" charset="0"/>
                <a:cs typeface="Times New Roman" panose="02020603050405020304" pitchFamily="18" charset="0"/>
              </a:rPr>
              <a:t>Solve Equation (1) for </a:t>
            </a:r>
            <a:r>
              <a:rPr lang="en-US" sz="1300" i="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2</a:t>
            </a:r>
            <a:r>
              <a:rPr lang="en-US" sz="1300">
                <a:latin typeface="Times New Roman" panose="02020603050405020304" pitchFamily="18" charset="0"/>
                <a:cs typeface="Times New Roman" panose="02020603050405020304" pitchFamily="18" charset="0"/>
              </a:rPr>
              <a:t> in terms of </a:t>
            </a:r>
            <a:r>
              <a:rPr lang="en-US" sz="1300" i="1" err="1">
                <a:latin typeface="Times New Roman" panose="02020603050405020304" pitchFamily="18" charset="0"/>
                <a:cs typeface="Times New Roman" panose="02020603050405020304" pitchFamily="18" charset="0"/>
              </a:rPr>
              <a:t>T</a:t>
            </a:r>
            <a:r>
              <a:rPr lang="en-US" sz="1300" baseline="-25000" err="1">
                <a:latin typeface="Times New Roman" panose="02020603050405020304" pitchFamily="18" charset="0"/>
                <a:cs typeface="Times New Roman" panose="02020603050405020304" pitchFamily="18" charset="0"/>
              </a:rPr>
              <a:t>1</a:t>
            </a:r>
            <a:r>
              <a:rPr lang="en-US" sz="1300">
                <a:latin typeface="Times New Roman" panose="02020603050405020304" pitchFamily="18" charset="0"/>
                <a:cs typeface="Times New Roman" panose="02020603050405020304" pitchFamily="18" charset="0"/>
              </a:rPr>
              <a:t>. </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Substitute this value for </a:t>
            </a:r>
            <a:r>
              <a:rPr lang="en-US" sz="1300" i="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2</a:t>
            </a:r>
            <a:r>
              <a:rPr lang="en-US" sz="1300">
                <a:latin typeface="Times New Roman" panose="02020603050405020304" pitchFamily="18" charset="0"/>
                <a:cs typeface="Times New Roman" panose="02020603050405020304" pitchFamily="18" charset="0"/>
              </a:rPr>
              <a:t> into Equation (2). </a:t>
            </a:r>
            <a:r>
              <a:rPr lang="en-US" sz="1300" b="1" i="1">
                <a:latin typeface="Times New Roman" panose="02020603050405020304" pitchFamily="18" charset="0"/>
                <a:cs typeface="Times New Roman" panose="02020603050405020304" pitchFamily="18" charset="0"/>
              </a:rPr>
              <a:t>[click to show equation]</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Solve for </a:t>
            </a:r>
            <a:r>
              <a:rPr lang="en-US" sz="1300" i="1" err="1">
                <a:latin typeface="Times New Roman" panose="02020603050405020304" pitchFamily="18" charset="0"/>
                <a:cs typeface="Times New Roman" panose="02020603050405020304" pitchFamily="18" charset="0"/>
              </a:rPr>
              <a:t>T</a:t>
            </a:r>
            <a:r>
              <a:rPr lang="en-US" sz="1300" baseline="-25000" err="1">
                <a:latin typeface="Times New Roman" panose="02020603050405020304" pitchFamily="18" charset="0"/>
                <a:cs typeface="Times New Roman" panose="02020603050405020304" pitchFamily="18" charset="0"/>
              </a:rPr>
              <a:t>1</a:t>
            </a:r>
            <a:r>
              <a:rPr lang="en-US" sz="1300">
                <a:latin typeface="Times New Roman" panose="02020603050405020304" pitchFamily="18" charset="0"/>
                <a:cs typeface="Times New Roman" panose="02020603050405020304" pitchFamily="18" charset="0"/>
              </a:rPr>
              <a:t>. </a:t>
            </a:r>
            <a:r>
              <a:rPr lang="en-US" sz="1300" b="1" i="1">
                <a:latin typeface="Times New Roman" panose="02020603050405020304" pitchFamily="18" charset="0"/>
                <a:cs typeface="Times New Roman" panose="02020603050405020304" pitchFamily="18" charset="0"/>
              </a:rPr>
              <a:t>[click to show equation]</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Substitute numerical values. </a:t>
            </a:r>
            <a:r>
              <a:rPr lang="en-US" sz="1300" b="1" i="1">
                <a:latin typeface="Times New Roman" panose="02020603050405020304" pitchFamily="18" charset="0"/>
                <a:cs typeface="Times New Roman" panose="02020603050405020304" pitchFamily="18" charset="0"/>
              </a:rPr>
              <a:t>[click to show equation]</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Using Equation (3), solve for </a:t>
            </a:r>
            <a:r>
              <a:rPr lang="en-US" sz="1300" i="1" err="1">
                <a:latin typeface="Times New Roman" panose="02020603050405020304" pitchFamily="18" charset="0"/>
                <a:cs typeface="Times New Roman" panose="02020603050405020304" pitchFamily="18" charset="0"/>
              </a:rPr>
              <a:t>T</a:t>
            </a:r>
            <a:r>
              <a:rPr lang="en-US" sz="1300" baseline="-25000" err="1">
                <a:latin typeface="Times New Roman" panose="02020603050405020304" pitchFamily="18" charset="0"/>
                <a:cs typeface="Times New Roman" panose="02020603050405020304" pitchFamily="18" charset="0"/>
              </a:rPr>
              <a:t>2</a:t>
            </a:r>
            <a:r>
              <a:rPr lang="en-US" sz="1300" i="1">
                <a:latin typeface="Times New Roman" panose="02020603050405020304" pitchFamily="18" charset="0"/>
                <a:cs typeface="Times New Roman" panose="02020603050405020304" pitchFamily="18" charset="0"/>
              </a:rPr>
              <a:t>.</a:t>
            </a:r>
            <a:r>
              <a:rPr lang="en-US" sz="1300" b="1" i="1">
                <a:latin typeface="Times New Roman" panose="02020603050405020304" pitchFamily="18" charset="0"/>
                <a:cs typeface="Times New Roman" panose="02020603050405020304" pitchFamily="18" charset="0"/>
              </a:rPr>
              <a:t> [click to show equation]</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Both values are less than 100 N ( just barely for </a:t>
            </a:r>
            <a:r>
              <a:rPr lang="en-US" sz="1300" i="1">
                <a:latin typeface="Times New Roman" panose="02020603050405020304" pitchFamily="18" charset="0"/>
                <a:cs typeface="Times New Roman" panose="02020603050405020304" pitchFamily="18" charset="0"/>
              </a:rPr>
              <a:t>T</a:t>
            </a:r>
            <a:r>
              <a:rPr lang="en-US" sz="1300" baseline="-25000">
                <a:latin typeface="Times New Roman" panose="02020603050405020304" pitchFamily="18" charset="0"/>
                <a:cs typeface="Times New Roman" panose="02020603050405020304" pitchFamily="18" charset="0"/>
              </a:rPr>
              <a:t>2</a:t>
            </a:r>
            <a:r>
              <a:rPr lang="en-US" sz="1300">
                <a:latin typeface="Times New Roman" panose="02020603050405020304" pitchFamily="18" charset="0"/>
                <a:cs typeface="Times New Roman" panose="02020603050405020304" pitchFamily="18" charset="0"/>
              </a:rPr>
              <a:t>), so the cables will not break.</a:t>
            </a:r>
          </a:p>
          <a:p>
            <a:endParaRPr lang="en-US" sz="1300"/>
          </a:p>
          <a:p>
            <a:endParaRPr lang="en-US" sz="1300"/>
          </a:p>
          <a:p>
            <a:endParaRPr lang="en-US" sz="1300"/>
          </a:p>
        </p:txBody>
      </p:sp>
      <p:sp>
        <p:nvSpPr>
          <p:cNvPr id="4" name="Slide Number Placeholder 3"/>
          <p:cNvSpPr>
            <a:spLocks noGrp="1"/>
          </p:cNvSpPr>
          <p:nvPr>
            <p:ph type="sldNum" sz="quarter" idx="10"/>
          </p:nvPr>
        </p:nvSpPr>
        <p:spPr/>
        <p:txBody>
          <a:bodyPr/>
          <a:lstStyle/>
          <a:p>
            <a:fld id="{6E7E7F27-47DB-D94D-995F-E3088F8069A6}" type="slidenum">
              <a:rPr lang="en-US" smtClean="0"/>
              <a:t>11</a:t>
            </a:fld>
            <a:endParaRPr lang="en-US"/>
          </a:p>
        </p:txBody>
      </p:sp>
    </p:spTree>
    <p:extLst>
      <p:ext uri="{BB962C8B-B14F-4D97-AF65-F5344CB8AC3E}">
        <p14:creationId xmlns:p14="http://schemas.microsoft.com/office/powerpoint/2010/main" val="2361582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When object in motion on surface or in viscous medium (i.e., air, water)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resistance to motion because object interacts with surroundings </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This resistance: </a:t>
            </a:r>
            <a:r>
              <a:rPr lang="en-US" sz="1300" b="1">
                <a:latin typeface="Times New Roman" panose="02020603050405020304" pitchFamily="18" charset="0"/>
                <a:cs typeface="Times New Roman" panose="02020603050405020304" pitchFamily="18" charset="0"/>
              </a:rPr>
              <a:t>force of friction </a:t>
            </a:r>
          </a:p>
          <a:p>
            <a:pPr marL="181240" indent="-181240" defTabSz="483306">
              <a:buFont typeface="Arial" panose="020B0604020202020204" pitchFamily="34" charset="0"/>
              <a:buChar char="•"/>
              <a:defRPr/>
            </a:pPr>
            <a:endParaRPr lang="en-US" sz="1300" b="1">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Friction important: allows us to walk or run and necessary for motion of wheeled vehicles </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Imagine dragging full trash can across rough surface:</a:t>
            </a: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sym typeface="Symbol" panose="05050102010706020507" pitchFamily="18" charset="2"/>
              </a:rPr>
              <a:t>Apply exte</a:t>
            </a:r>
            <a:r>
              <a:rPr lang="en-US" sz="1300">
                <a:latin typeface="Times New Roman" panose="02020603050405020304" pitchFamily="18" charset="0"/>
                <a:cs typeface="Times New Roman" panose="02020603050405020304" pitchFamily="18" charset="0"/>
              </a:rPr>
              <a:t>rnal horizontal force </a:t>
            </a:r>
            <a:r>
              <a:rPr lang="en-US" sz="1300" b="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to right</a:t>
            </a:r>
            <a:r>
              <a:rPr lang="en-US" sz="1300">
                <a:latin typeface="Times New Roman" panose="02020603050405020304" pitchFamily="18" charset="0"/>
                <a:cs typeface="Times New Roman" panose="02020603050405020304" pitchFamily="18" charset="0"/>
                <a:sym typeface="Symbol" panose="05050102010706020507" pitchFamily="18" charset="2"/>
              </a:rPr>
              <a:t> can </a:t>
            </a:r>
            <a:r>
              <a:rPr lang="en-US" sz="1300">
                <a:latin typeface="Times New Roman" panose="02020603050405020304" pitchFamily="18" charset="0"/>
                <a:cs typeface="Times New Roman" panose="02020603050405020304" pitchFamily="18" charset="0"/>
              </a:rPr>
              <a:t>remains stationary when </a:t>
            </a:r>
            <a:r>
              <a:rPr lang="en-US" sz="1300" b="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small</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Force that counteracts </a:t>
            </a:r>
            <a:r>
              <a:rPr lang="en-US" sz="1300" b="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and keeps it from moving acts toward left: </a:t>
            </a:r>
            <a:r>
              <a:rPr lang="en-US" sz="1300" b="1">
                <a:latin typeface="Times New Roman" panose="02020603050405020304" pitchFamily="18" charset="0"/>
                <a:cs typeface="Times New Roman" panose="02020603050405020304" pitchFamily="18" charset="0"/>
              </a:rPr>
              <a:t>force of static friction f</a:t>
            </a:r>
            <a:r>
              <a:rPr lang="en-US" sz="1300" i="1" baseline="-25000">
                <a:latin typeface="Times New Roman" panose="02020603050405020304" pitchFamily="18" charset="0"/>
                <a:cs typeface="Times New Roman" panose="02020603050405020304" pitchFamily="18" charset="0"/>
              </a:rPr>
              <a:t>s</a:t>
            </a:r>
            <a:r>
              <a:rPr lang="en-US" sz="1300">
                <a:latin typeface="Times New Roman" panose="02020603050405020304" pitchFamily="18" charset="0"/>
                <a:cs typeface="Times New Roman" panose="02020603050405020304" pitchFamily="18" charset="0"/>
              </a:rPr>
              <a:t> </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As long as trash can not moving: </a:t>
            </a:r>
            <a:r>
              <a:rPr lang="en-US" sz="1300" i="1">
                <a:latin typeface="Times New Roman" panose="02020603050405020304" pitchFamily="18" charset="0"/>
                <a:cs typeface="Times New Roman" panose="02020603050405020304" pitchFamily="18" charset="0"/>
              </a:rPr>
              <a:t>f</a:t>
            </a:r>
            <a:r>
              <a:rPr lang="en-US" sz="1300" i="1" baseline="-25000">
                <a:latin typeface="Times New Roman" panose="02020603050405020304" pitchFamily="18" charset="0"/>
                <a:cs typeface="Times New Roman" panose="02020603050405020304" pitchFamily="18" charset="0"/>
              </a:rPr>
              <a:t>s </a:t>
            </a:r>
            <a:r>
              <a:rPr lang="en-US" sz="1300">
                <a:latin typeface="Times New Roman" panose="02020603050405020304" pitchFamily="18" charset="0"/>
                <a:cs typeface="Times New Roman" panose="02020603050405020304" pitchFamily="18" charset="0"/>
              </a:rPr>
              <a:t>= </a:t>
            </a:r>
            <a:r>
              <a:rPr lang="en-US" sz="1300" i="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a:t>
            </a:r>
            <a:endParaRPr lang="en-US" sz="1300">
              <a:latin typeface="Times New Roman" panose="02020603050405020304" pitchFamily="18" charset="0"/>
              <a:cs typeface="Times New Roman" panose="02020603050405020304" pitchFamily="18" charset="0"/>
              <a:sym typeface="Symbol" panose="05050102010706020507" pitchFamily="18" charset="2"/>
            </a:endParaRPr>
          </a:p>
          <a:p>
            <a:pPr marL="1147852" lvl="2"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sym typeface="Symbol" panose="05050102010706020507" pitchFamily="18" charset="2"/>
              </a:rPr>
              <a:t>If</a:t>
            </a:r>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increases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f</a:t>
            </a:r>
            <a:r>
              <a:rPr lang="en-US" sz="1300" i="1" baseline="-25000">
                <a:latin typeface="Times New Roman" panose="02020603050405020304" pitchFamily="18" charset="0"/>
                <a:cs typeface="Times New Roman" panose="02020603050405020304" pitchFamily="18" charset="0"/>
              </a:rPr>
              <a:t>s</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also increases</a:t>
            </a:r>
          </a:p>
          <a:p>
            <a:pPr marL="1147852" lvl="2"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If </a:t>
            </a:r>
            <a:r>
              <a:rPr lang="en-US" sz="1300" b="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decreases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f</a:t>
            </a:r>
            <a:r>
              <a:rPr lang="en-US" sz="1300" i="1" baseline="-25000">
                <a:latin typeface="Times New Roman" panose="02020603050405020304" pitchFamily="18" charset="0"/>
                <a:cs typeface="Times New Roman" panose="02020603050405020304" pitchFamily="18" charset="0"/>
              </a:rPr>
              <a:t>s</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also decreases </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Friction force arises from nature of the two surfaces: </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Because of their roughness, contact made only at a few locations where peaks of material touch </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At these locations friction force arises:</a:t>
            </a:r>
          </a:p>
          <a:p>
            <a:pPr marL="1208265" lvl="2" indent="-241653" defTabSz="483306">
              <a:buFontTx/>
              <a:buAutoNum type="arabicPeriod"/>
              <a:defRPr/>
            </a:pPr>
            <a:r>
              <a:rPr lang="en-US" sz="1300">
                <a:latin typeface="Times New Roman" panose="02020603050405020304" pitchFamily="18" charset="0"/>
                <a:cs typeface="Times New Roman" panose="02020603050405020304" pitchFamily="18" charset="0"/>
              </a:rPr>
              <a:t>Because one peak physically blocks motion of peak from opposing surface </a:t>
            </a:r>
          </a:p>
          <a:p>
            <a:pPr marL="1208265" lvl="2" indent="-241653" defTabSz="483306">
              <a:buFontTx/>
              <a:buAutoNum type="arabicPeriod"/>
              <a:defRPr/>
            </a:pPr>
            <a:r>
              <a:rPr lang="en-US" sz="1300">
                <a:latin typeface="Times New Roman" panose="02020603050405020304" pitchFamily="18" charset="0"/>
                <a:cs typeface="Times New Roman" panose="02020603050405020304" pitchFamily="18" charset="0"/>
              </a:rPr>
              <a:t>Chemical bonding (“spot welds”) of opposing peaks as they come into contact </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Details of friction quite complex at atomic level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force ultimately involves electrical interaction between atoms or molecules </a:t>
            </a:r>
          </a:p>
          <a:p>
            <a:endParaRPr lang="en-US"/>
          </a:p>
        </p:txBody>
      </p:sp>
      <p:sp>
        <p:nvSpPr>
          <p:cNvPr id="4" name="Slide Number Placeholder 3"/>
          <p:cNvSpPr>
            <a:spLocks noGrp="1"/>
          </p:cNvSpPr>
          <p:nvPr>
            <p:ph type="sldNum" sz="quarter" idx="10"/>
          </p:nvPr>
        </p:nvSpPr>
        <p:spPr/>
        <p:txBody>
          <a:bodyPr/>
          <a:lstStyle/>
          <a:p>
            <a:fld id="{6E7E7F27-47DB-D94D-995F-E3088F8069A6}" type="slidenum">
              <a:rPr lang="en-US" smtClean="0"/>
              <a:t>12</a:t>
            </a:fld>
            <a:endParaRPr lang="en-US"/>
          </a:p>
        </p:txBody>
      </p:sp>
    </p:spTree>
    <p:extLst>
      <p:ext uri="{BB962C8B-B14F-4D97-AF65-F5344CB8AC3E}">
        <p14:creationId xmlns:p14="http://schemas.microsoft.com/office/powerpoint/2010/main" val="603527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Increase magnitude of </a:t>
            </a:r>
            <a:r>
              <a:rPr lang="en-US" sz="1300" b="1">
                <a:latin typeface="Times New Roman" panose="02020603050405020304" pitchFamily="18" charset="0"/>
                <a:cs typeface="Times New Roman" panose="02020603050405020304" pitchFamily="18" charset="0"/>
              </a:rPr>
              <a:t>F</a:t>
            </a:r>
            <a:r>
              <a:rPr lang="en-US" sz="1300">
                <a:latin typeface="Times New Roman" panose="02020603050405020304" pitchFamily="18" charset="0"/>
                <a:cs typeface="Times New Roman" panose="02020603050405020304" pitchFamily="18" charset="0"/>
              </a:rPr>
              <a:t> (left figure)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trash can eventually slips </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When trash can on verge of slipping: </a:t>
            </a:r>
            <a:r>
              <a:rPr lang="en-US" sz="1300" i="1">
                <a:latin typeface="Times New Roman" panose="02020603050405020304" pitchFamily="18" charset="0"/>
                <a:cs typeface="Times New Roman" panose="02020603050405020304" pitchFamily="18" charset="0"/>
              </a:rPr>
              <a:t>f</a:t>
            </a:r>
            <a:r>
              <a:rPr lang="en-US" sz="1300" i="1" baseline="-25000">
                <a:latin typeface="Times New Roman" panose="02020603050405020304" pitchFamily="18" charset="0"/>
                <a:cs typeface="Times New Roman" panose="02020603050405020304" pitchFamily="18" charset="0"/>
              </a:rPr>
              <a:t>s</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maximum value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s</a:t>
            </a:r>
            <a:r>
              <a:rPr lang="en-US" sz="1300" baseline="-25000" err="1">
                <a:latin typeface="Times New Roman" panose="02020603050405020304" pitchFamily="18" charset="0"/>
                <a:cs typeface="Times New Roman" panose="02020603050405020304" pitchFamily="18" charset="0"/>
              </a:rPr>
              <a:t>,max</a:t>
            </a:r>
            <a:r>
              <a:rPr lang="en-US" sz="1300">
                <a:latin typeface="Times New Roman" panose="02020603050405020304" pitchFamily="18" charset="0"/>
                <a:cs typeface="Times New Roman" panose="02020603050405020304" pitchFamily="18" charset="0"/>
              </a:rPr>
              <a:t> (figure (b))</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When </a:t>
            </a:r>
            <a:r>
              <a:rPr lang="en-US" sz="1300" i="1">
                <a:latin typeface="Times New Roman" panose="02020603050405020304" pitchFamily="18" charset="0"/>
                <a:cs typeface="Times New Roman" panose="02020603050405020304" pitchFamily="18" charset="0"/>
              </a:rPr>
              <a:t>F </a:t>
            </a:r>
            <a:r>
              <a:rPr lang="en-US" sz="1300">
                <a:latin typeface="Times New Roman" panose="02020603050405020304" pitchFamily="18" charset="0"/>
                <a:cs typeface="Times New Roman" panose="02020603050405020304" pitchFamily="18" charset="0"/>
              </a:rPr>
              <a:t>exceeds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s</a:t>
            </a:r>
            <a:r>
              <a:rPr lang="en-US" sz="1300" baseline="-25000" err="1">
                <a:latin typeface="Times New Roman" panose="02020603050405020304" pitchFamily="18" charset="0"/>
                <a:cs typeface="Times New Roman" panose="02020603050405020304" pitchFamily="18" charset="0"/>
              </a:rPr>
              <a:t>,max</a:t>
            </a:r>
            <a:r>
              <a:rPr lang="en-US" sz="1300" baseline="-25000">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trash can moves and accelerates to right </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Friction force for object in motion: </a:t>
            </a:r>
            <a:r>
              <a:rPr lang="en-US" sz="1300" b="1">
                <a:latin typeface="Times New Roman" panose="02020603050405020304" pitchFamily="18" charset="0"/>
                <a:cs typeface="Times New Roman" panose="02020603050405020304" pitchFamily="18" charset="0"/>
              </a:rPr>
              <a:t>force of kinetic friction </a:t>
            </a:r>
            <a:r>
              <a:rPr lang="en-US" sz="1300" b="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a:latin typeface="Times New Roman" panose="02020603050405020304" pitchFamily="18" charset="0"/>
                <a:cs typeface="Times New Roman" panose="02020603050405020304" pitchFamily="18" charset="0"/>
              </a:rPr>
              <a:t> </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When trash can in motion: force of kinetic friction &lt;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s</a:t>
            </a:r>
            <a:r>
              <a:rPr lang="en-US" sz="1300" baseline="-25000" err="1">
                <a:latin typeface="Times New Roman" panose="02020603050405020304" pitchFamily="18" charset="0"/>
                <a:cs typeface="Times New Roman" panose="02020603050405020304" pitchFamily="18" charset="0"/>
              </a:rPr>
              <a:t>,max</a:t>
            </a:r>
            <a:r>
              <a:rPr lang="en-US" sz="1300">
                <a:latin typeface="Times New Roman" panose="02020603050405020304" pitchFamily="18" charset="0"/>
                <a:cs typeface="Times New Roman" panose="02020603050405020304" pitchFamily="18" charset="0"/>
              </a:rPr>
              <a:t> </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Net force </a:t>
            </a:r>
            <a:r>
              <a:rPr lang="en-US" sz="1300" i="1">
                <a:latin typeface="Times New Roman" panose="02020603050405020304" pitchFamily="18" charset="0"/>
                <a:cs typeface="Times New Roman" panose="02020603050405020304" pitchFamily="18" charset="0"/>
              </a:rPr>
              <a:t>F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in </a:t>
            </a:r>
            <a:r>
              <a:rPr lang="en-US" sz="1300" i="1">
                <a:latin typeface="Times New Roman" panose="02020603050405020304" pitchFamily="18" charset="0"/>
                <a:cs typeface="Times New Roman" panose="02020603050405020304" pitchFamily="18" charset="0"/>
              </a:rPr>
              <a:t>x </a:t>
            </a:r>
            <a:r>
              <a:rPr lang="en-US" sz="1300">
                <a:latin typeface="Times New Roman" panose="02020603050405020304" pitchFamily="18" charset="0"/>
                <a:cs typeface="Times New Roman" panose="02020603050405020304" pitchFamily="18" charset="0"/>
              </a:rPr>
              <a:t>direction produces acceleration to right (Newton’s second law) </a:t>
            </a:r>
          </a:p>
          <a:p>
            <a:pPr marL="1147852" lvl="2"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If </a:t>
            </a:r>
            <a:r>
              <a:rPr lang="en-US" sz="1300" i="1">
                <a:latin typeface="Times New Roman" panose="02020603050405020304" pitchFamily="18" charset="0"/>
                <a:cs typeface="Times New Roman" panose="02020603050405020304" pitchFamily="18" charset="0"/>
              </a:rPr>
              <a:t>F </a:t>
            </a:r>
            <a:r>
              <a:rPr lang="en-US" sz="1300">
                <a:latin typeface="Times New Roman" panose="02020603050405020304" pitchFamily="18" charset="0"/>
                <a:cs typeface="Times New Roman" panose="02020603050405020304" pitchFamily="18" charset="0"/>
              </a:rPr>
              <a:t>=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a:latin typeface="Times New Roman" panose="02020603050405020304" pitchFamily="18" charset="0"/>
                <a:cs typeface="Times New Roman" panose="02020603050405020304" pitchFamily="18" charset="0"/>
              </a:rPr>
              <a:t>, acceleration = 0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trash can moves to right with constant speed </a:t>
            </a:r>
          </a:p>
          <a:p>
            <a:pPr marL="1147852" lvl="2"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If applied force </a:t>
            </a:r>
            <a:r>
              <a:rPr lang="en-US" sz="1300" b="1">
                <a:latin typeface="Times New Roman" panose="02020603050405020304" pitchFamily="18" charset="0"/>
                <a:cs typeface="Times New Roman" panose="02020603050405020304" pitchFamily="18" charset="0"/>
              </a:rPr>
              <a:t>F </a:t>
            </a:r>
            <a:r>
              <a:rPr lang="en-US" sz="1300">
                <a:latin typeface="Times New Roman" panose="02020603050405020304" pitchFamily="18" charset="0"/>
                <a:cs typeface="Times New Roman" panose="02020603050405020304" pitchFamily="18" charset="0"/>
              </a:rPr>
              <a:t>removed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friction force </a:t>
            </a:r>
            <a:r>
              <a:rPr lang="en-US" sz="1300" b="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provides acceleration of trash can in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i="1">
                <a:latin typeface="Times New Roman" panose="02020603050405020304" pitchFamily="18" charset="0"/>
                <a:cs typeface="Times New Roman" panose="02020603050405020304" pitchFamily="18" charset="0"/>
              </a:rPr>
              <a:t>x </a:t>
            </a:r>
            <a:r>
              <a:rPr lang="en-US" sz="1300">
                <a:latin typeface="Times New Roman" panose="02020603050405020304" pitchFamily="18" charset="0"/>
                <a:cs typeface="Times New Roman" panose="02020603050405020304" pitchFamily="18" charset="0"/>
              </a:rPr>
              <a:t>direction </a:t>
            </a:r>
            <a:r>
              <a:rPr lang="en-US" sz="1300">
                <a:latin typeface="Times New Roman" panose="02020603050405020304" pitchFamily="18" charset="0"/>
                <a:cs typeface="Times New Roman" panose="02020603050405020304" pitchFamily="18" charset="0"/>
                <a:sym typeface="Symbol" panose="05050102010706020507" pitchFamily="18" charset="2"/>
              </a:rPr>
              <a:t> </a:t>
            </a:r>
          </a:p>
          <a:p>
            <a:pPr marL="1631158" lvl="3"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eventually brings it to rest</a:t>
            </a:r>
            <a:endParaRPr 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13</a:t>
            </a:fld>
            <a:endParaRPr lang="en-US"/>
          </a:p>
        </p:txBody>
      </p:sp>
    </p:spTree>
    <p:extLst>
      <p:ext uri="{BB962C8B-B14F-4D97-AF65-F5344CB8AC3E}">
        <p14:creationId xmlns:p14="http://schemas.microsoft.com/office/powerpoint/2010/main" val="849641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Experimentally, to a good approximation, both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s</a:t>
            </a:r>
            <a:r>
              <a:rPr lang="en-US" sz="1300" baseline="-25000" err="1">
                <a:latin typeface="Times New Roman" panose="02020603050405020304" pitchFamily="18" charset="0"/>
                <a:cs typeface="Times New Roman" panose="02020603050405020304" pitchFamily="18" charset="0"/>
              </a:rPr>
              <a:t>,max</a:t>
            </a:r>
            <a:r>
              <a:rPr lang="en-US" sz="1300">
                <a:latin typeface="Times New Roman" panose="02020603050405020304" pitchFamily="18" charset="0"/>
                <a:cs typeface="Times New Roman" panose="02020603050405020304" pitchFamily="18" charset="0"/>
              </a:rPr>
              <a:t> and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magnitude of normal force exerted on object by surface </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Simplification model for forces of friction (based on experiments):</a:t>
            </a:r>
          </a:p>
          <a:p>
            <a:pPr marL="664546" lvl="1" indent="-181240" defTabSz="483306">
              <a:buFont typeface="Arial" panose="020B0604020202020204" pitchFamily="34" charset="0"/>
              <a:buChar char="•"/>
              <a:defRPr/>
            </a:pPr>
            <a:r>
              <a:rPr lang="en-US" sz="1300">
                <a:latin typeface="Times New Roman" panose="02020603050405020304" pitchFamily="18" charset="0"/>
                <a:cs typeface="Times New Roman" panose="02020603050405020304" pitchFamily="18" charset="0"/>
              </a:rPr>
              <a:t>Magnitude of static friction force between any two surfaces in contact:</a:t>
            </a:r>
            <a:r>
              <a:rPr lang="en-US" sz="1300" i="1">
                <a:latin typeface="Times New Roman" panose="02020603050405020304" pitchFamily="18" charset="0"/>
                <a:cs typeface="Times New Roman" panose="02020603050405020304" pitchFamily="18" charset="0"/>
              </a:rPr>
              <a:t> </a:t>
            </a:r>
            <a:r>
              <a:rPr lang="en-US" sz="1300" b="1" i="1">
                <a:latin typeface="Times New Roman" panose="02020603050405020304" pitchFamily="18" charset="0"/>
                <a:cs typeface="Times New Roman" panose="02020603050405020304" pitchFamily="18" charset="0"/>
              </a:rPr>
              <a:t>[click to show equation]</a:t>
            </a:r>
            <a:endParaRPr lang="en-US" sz="1300">
              <a:latin typeface="Times New Roman" panose="02020603050405020304" pitchFamily="18" charset="0"/>
              <a:cs typeface="Times New Roman" panose="02020603050405020304" pitchFamily="18" charset="0"/>
            </a:endParaRPr>
          </a:p>
          <a:p>
            <a:pPr marL="1147852" lvl="2"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Dimensionless constant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s</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coefficient of static friction</a:t>
            </a:r>
          </a:p>
          <a:p>
            <a:pPr marL="1147852" lvl="2" indent="-181240">
              <a:buFont typeface="Arial" panose="020B0604020202020204" pitchFamily="34" charset="0"/>
              <a:buChar char="•"/>
            </a:pPr>
            <a:r>
              <a:rPr lang="en-US" sz="1300" i="1">
                <a:latin typeface="Times New Roman" panose="02020603050405020304" pitchFamily="18" charset="0"/>
                <a:cs typeface="Times New Roman" panose="02020603050405020304" pitchFamily="18" charset="0"/>
              </a:rPr>
              <a:t>n </a:t>
            </a:r>
            <a:r>
              <a:rPr lang="en-US" sz="1300">
                <a:latin typeface="Times New Roman" panose="02020603050405020304" pitchFamily="18" charset="0"/>
                <a:cs typeface="Times New Roman" panose="02020603050405020304" pitchFamily="18" charset="0"/>
              </a:rPr>
              <a:t>= magnitude of normal force exerted by one surface on other</a:t>
            </a:r>
          </a:p>
          <a:p>
            <a:pPr marL="181240" indent="-181240">
              <a:buFont typeface="Arial" panose="020B0604020202020204" pitchFamily="34" charset="0"/>
              <a:buChar char="•"/>
            </a:pPr>
            <a:endParaRPr lang="en-US" sz="130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Equality holds when surfaces on verge of slipping </a:t>
            </a:r>
            <a:r>
              <a:rPr lang="en-US" sz="1300">
                <a:latin typeface="Times New Roman" panose="02020603050405020304" pitchFamily="18" charset="0"/>
                <a:cs typeface="Times New Roman" panose="02020603050405020304" pitchFamily="18" charset="0"/>
                <a:sym typeface="Symbol" panose="05050102010706020507" pitchFamily="18" charset="2"/>
              </a:rPr>
              <a:t> </a:t>
            </a:r>
            <a:r>
              <a:rPr lang="en-US" sz="1300">
                <a:latin typeface="Times New Roman" panose="02020603050405020304" pitchFamily="18" charset="0"/>
                <a:cs typeface="Times New Roman" panose="02020603050405020304" pitchFamily="18" charset="0"/>
              </a:rPr>
              <a:t>when </a:t>
            </a:r>
            <a:r>
              <a:rPr lang="en-US" sz="1300" b="1" i="1">
                <a:latin typeface="Times New Roman" panose="02020603050405020304" pitchFamily="18" charset="0"/>
                <a:cs typeface="Times New Roman" panose="02020603050405020304" pitchFamily="18" charset="0"/>
              </a:rPr>
              <a:t>[click to show equation]</a:t>
            </a:r>
            <a:endParaRPr lang="en-US" sz="1300">
              <a:latin typeface="Times New Roman" panose="02020603050405020304" pitchFamily="18" charset="0"/>
              <a:cs typeface="Times New Roman" panose="02020603050405020304" pitchFamily="18" charset="0"/>
            </a:endParaRPr>
          </a:p>
          <a:p>
            <a:pPr marL="664546" lvl="1"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Situation called </a:t>
            </a:r>
            <a:r>
              <a:rPr lang="en-US" sz="1300" i="1">
                <a:latin typeface="Times New Roman" panose="02020603050405020304" pitchFamily="18" charset="0"/>
                <a:cs typeface="Times New Roman" panose="02020603050405020304" pitchFamily="18" charset="0"/>
              </a:rPr>
              <a:t>impending motion </a:t>
            </a:r>
          </a:p>
          <a:p>
            <a:pPr marL="664546" lvl="1"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Inequality holds when surfaces not on verge of slipping </a:t>
            </a:r>
          </a:p>
          <a:p>
            <a:pPr marL="181240" indent="-181240">
              <a:buFont typeface="Arial" panose="020B0604020202020204" pitchFamily="34" charset="0"/>
              <a:buChar char="•"/>
            </a:pPr>
            <a:endParaRPr lang="en-US" sz="130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Magnitude of force of kinetic friction acting between two surfaces is: </a:t>
            </a:r>
            <a:r>
              <a:rPr lang="en-US" sz="1300" b="1" i="1">
                <a:latin typeface="Times New Roman" panose="02020603050405020304" pitchFamily="18" charset="0"/>
                <a:cs typeface="Times New Roman" panose="02020603050405020304" pitchFamily="18" charset="0"/>
              </a:rPr>
              <a:t>[click to show equation]</a:t>
            </a:r>
            <a:endParaRPr lang="en-US" sz="1300">
              <a:latin typeface="Times New Roman" panose="02020603050405020304" pitchFamily="18" charset="0"/>
              <a:cs typeface="Times New Roman" panose="02020603050405020304" pitchFamily="18" charset="0"/>
            </a:endParaRPr>
          </a:p>
          <a:p>
            <a:pPr marL="664546" lvl="1" indent="-181240">
              <a:buFont typeface="Arial" panose="020B0604020202020204" pitchFamily="34" charset="0"/>
              <a:buChar char="•"/>
            </a:pP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k </a:t>
            </a:r>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coefficient of kinetic friction </a:t>
            </a:r>
          </a:p>
          <a:p>
            <a:pPr marL="664546" lvl="1"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Coefficient of kinetic friction can vary with speed </a:t>
            </a:r>
            <a:r>
              <a:rPr lang="en-US" sz="1300">
                <a:latin typeface="Times New Roman" panose="02020603050405020304" pitchFamily="18" charset="0"/>
                <a:cs typeface="Times New Roman" panose="02020603050405020304" pitchFamily="18" charset="0"/>
                <a:sym typeface="Symbol" panose="05050102010706020507" pitchFamily="18" charset="2"/>
              </a:rPr>
              <a:t> usually</a:t>
            </a:r>
            <a:r>
              <a:rPr lang="en-US" sz="1300">
                <a:latin typeface="Times New Roman" panose="02020603050405020304" pitchFamily="18" charset="0"/>
                <a:cs typeface="Times New Roman" panose="02020603050405020304" pitchFamily="18" charset="0"/>
              </a:rPr>
              <a:t> neglect</a:t>
            </a:r>
          </a:p>
          <a:p>
            <a:pPr marL="181240" indent="-181240">
              <a:buFont typeface="Arial" panose="020B0604020202020204" pitchFamily="34" charset="0"/>
              <a:buChar char="•"/>
            </a:pPr>
            <a:endParaRPr lang="en-US" sz="130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Values of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k </a:t>
            </a:r>
            <a:r>
              <a:rPr lang="en-US" sz="1300">
                <a:latin typeface="Times New Roman" panose="02020603050405020304" pitchFamily="18" charset="0"/>
                <a:cs typeface="Times New Roman" panose="02020603050405020304" pitchFamily="18" charset="0"/>
              </a:rPr>
              <a:t>and</a:t>
            </a:r>
            <a:r>
              <a:rPr lang="en-US" sz="1300" i="1">
                <a:latin typeface="Times New Roman" panose="02020603050405020304" pitchFamily="18" charset="0"/>
                <a:cs typeface="Times New Roman" panose="02020603050405020304" pitchFamily="18" charset="0"/>
              </a:rPr>
              <a: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s</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depend on nature of the surfaces </a:t>
            </a:r>
            <a:r>
              <a:rPr lang="en-US" sz="1300">
                <a:latin typeface="Times New Roman" panose="02020603050405020304" pitchFamily="18" charset="0"/>
                <a:cs typeface="Times New Roman" panose="02020603050405020304" pitchFamily="18" charset="0"/>
                <a:sym typeface="Symbol" panose="05050102010706020507" pitchFamily="18" charset="2"/>
              </a:rPr>
              <a:t> </a:t>
            </a:r>
            <a:r>
              <a:rPr lang="en-US" sz="1300">
                <a:latin typeface="Times New Roman" panose="02020603050405020304" pitchFamily="18" charset="0"/>
                <a:cs typeface="Times New Roman" panose="02020603050405020304" pitchFamily="18" charset="0"/>
              </a:rPr>
              <a:t>generally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k </a:t>
            </a:r>
            <a:r>
              <a:rPr lang="en-US" sz="1300">
                <a:latin typeface="Times New Roman" panose="02020603050405020304" pitchFamily="18" charset="0"/>
                <a:cs typeface="Times New Roman" panose="02020603050405020304" pitchFamily="18" charset="0"/>
              </a:rPr>
              <a:t>&lt;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s</a:t>
            </a:r>
            <a:r>
              <a:rPr lang="en-US" sz="1300">
                <a:latin typeface="Times New Roman" panose="02020603050405020304" pitchFamily="18" charset="0"/>
                <a:cs typeface="Times New Roman" panose="02020603050405020304" pitchFamily="18" charset="0"/>
              </a:rPr>
              <a:t> </a:t>
            </a:r>
          </a:p>
          <a:p>
            <a:pPr marL="664546" lvl="1"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Typical values: 0.03 to 1.0</a:t>
            </a:r>
          </a:p>
          <a:p>
            <a:pPr marL="181240" indent="-181240">
              <a:buFont typeface="Arial" panose="020B0604020202020204" pitchFamily="34" charset="0"/>
              <a:buChar char="•"/>
            </a:pPr>
            <a:endParaRPr lang="en-US" sz="130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Direction of friction force parallel to surface and opposite to actual motion (kinetic friction) or impending motion (static friction) of object relative to surface </a:t>
            </a:r>
          </a:p>
          <a:p>
            <a:pPr marL="181240" indent="-181240">
              <a:buFont typeface="Arial" panose="020B0604020202020204" pitchFamily="34" charset="0"/>
              <a:buChar char="•"/>
            </a:pPr>
            <a:endParaRPr lang="en-US" sz="130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Coefficients of friction nearly independent of area of contact between surfaces </a:t>
            </a:r>
          </a:p>
          <a:p>
            <a:pPr marL="664546" lvl="1"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Might expect that placing object on side having most area might increase friction force </a:t>
            </a:r>
            <a:r>
              <a:rPr lang="en-US" sz="1300">
                <a:latin typeface="Times New Roman" panose="02020603050405020304" pitchFamily="18" charset="0"/>
                <a:cs typeface="Times New Roman" panose="02020603050405020304" pitchFamily="18" charset="0"/>
                <a:sym typeface="Symbol" panose="05050102010706020507" pitchFamily="18" charset="2"/>
              </a:rPr>
              <a:t> </a:t>
            </a:r>
            <a:r>
              <a:rPr lang="en-US" sz="1300">
                <a:latin typeface="Times New Roman" panose="02020603050405020304" pitchFamily="18" charset="0"/>
                <a:cs typeface="Times New Roman" panose="02020603050405020304" pitchFamily="18" charset="0"/>
              </a:rPr>
              <a:t>provides more points in contact </a:t>
            </a:r>
            <a:endParaRPr lang="en-US" sz="1300">
              <a:latin typeface="Times New Roman" panose="02020603050405020304" pitchFamily="18" charset="0"/>
              <a:cs typeface="Times New Roman" panose="02020603050405020304" pitchFamily="18" charset="0"/>
              <a:sym typeface="Symbol" panose="05050102010706020507" pitchFamily="18" charset="2"/>
            </a:endParaRPr>
          </a:p>
          <a:p>
            <a:pPr marL="1147852" lvl="2"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sym typeface="Symbol" panose="05050102010706020507" pitchFamily="18" charset="2"/>
              </a:rPr>
              <a:t>W</a:t>
            </a:r>
            <a:r>
              <a:rPr lang="en-US" sz="1300">
                <a:latin typeface="Times New Roman" panose="02020603050405020304" pitchFamily="18" charset="0"/>
                <a:cs typeface="Times New Roman" panose="02020603050405020304" pitchFamily="18" charset="0"/>
              </a:rPr>
              <a:t>eight spread out over larger area and individual points not pressed together as tightly </a:t>
            </a:r>
          </a:p>
          <a:p>
            <a:pPr marL="1147852" lvl="2"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Effects approximately compensate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a:t>
            </a:r>
          </a:p>
          <a:p>
            <a:pPr marL="1631158" lvl="3" indent="-181240">
              <a:buFont typeface="Arial" panose="020B0604020202020204" pitchFamily="34" charset="0"/>
              <a:buChar char="•"/>
            </a:pPr>
            <a:r>
              <a:rPr lang="en-US" sz="1300">
                <a:latin typeface="Times New Roman" panose="02020603050405020304" pitchFamily="18" charset="0"/>
                <a:cs typeface="Times New Roman" panose="02020603050405020304" pitchFamily="18" charset="0"/>
              </a:rPr>
              <a:t>friction force independent of area</a:t>
            </a: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defTabSz="483306">
              <a:buFont typeface="Arial" panose="020B0604020202020204" pitchFamily="34" charset="0"/>
              <a:buChar char="•"/>
              <a:defRPr/>
            </a:pPr>
            <a:endParaRPr lang="en-US" sz="1300">
              <a:latin typeface="Times New Roman" panose="02020603050405020304" pitchFamily="18" charset="0"/>
              <a:cs typeface="Times New Roman" panose="02020603050405020304" pitchFamily="18" charset="0"/>
            </a:endParaRPr>
          </a:p>
          <a:p>
            <a:pPr marL="181240" indent="-18124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10"/>
          </p:nvPr>
        </p:nvSpPr>
        <p:spPr/>
        <p:txBody>
          <a:bodyPr/>
          <a:lstStyle/>
          <a:p>
            <a:fld id="{6E7E7F27-47DB-D94D-995F-E3088F8069A6}" type="slidenum">
              <a:rPr lang="en-US" smtClean="0"/>
              <a:t>15</a:t>
            </a:fld>
            <a:endParaRPr lang="en-US"/>
          </a:p>
        </p:txBody>
      </p:sp>
    </p:spTree>
    <p:extLst>
      <p:ext uri="{BB962C8B-B14F-4D97-AF65-F5344CB8AC3E}">
        <p14:creationId xmlns:p14="http://schemas.microsoft.com/office/powerpoint/2010/main" val="3276664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b="1">
                <a:latin typeface="Times New Roman" panose="02020603050405020304" pitchFamily="18" charset="0"/>
                <a:cs typeface="Times New Roman" panose="02020603050405020304" pitchFamily="18" charset="0"/>
              </a:rPr>
              <a:t>Conceptualize </a:t>
            </a:r>
            <a:r>
              <a:rPr lang="en-US" sz="1300">
                <a:latin typeface="Times New Roman" panose="02020603050405020304" pitchFamily="18" charset="0"/>
                <a:cs typeface="Times New Roman" panose="02020603050405020304" pitchFamily="18" charset="0"/>
              </a:rPr>
              <a:t>Consider the figure and imagine that the block tends to slide down the incline due to the gravitational force. To simulate the situation, place a coin on a book’s cover and tilt the book until the coin begins to slide. Notice how this example differs than if there were no friction. When there is no friction on an incline, </a:t>
            </a:r>
            <a:r>
              <a:rPr lang="en-US" sz="1300" i="1">
                <a:latin typeface="Times New Roman" panose="02020603050405020304" pitchFamily="18" charset="0"/>
                <a:cs typeface="Times New Roman" panose="02020603050405020304" pitchFamily="18" charset="0"/>
              </a:rPr>
              <a:t>any </a:t>
            </a:r>
            <a:r>
              <a:rPr lang="en-US" sz="1300">
                <a:latin typeface="Times New Roman" panose="02020603050405020304" pitchFamily="18" charset="0"/>
                <a:cs typeface="Times New Roman" panose="02020603050405020304" pitchFamily="18" charset="0"/>
              </a:rPr>
              <a:t>angle of the incline will cause a stationary object to begin moving. When there is friction, however, there is no movement of the object for angles less than the critical angle. </a:t>
            </a:r>
          </a:p>
          <a:p>
            <a:pPr defTabSz="483306">
              <a:defRPr/>
            </a:pPr>
            <a:endParaRPr lang="en-US" sz="1300" b="1">
              <a:latin typeface="Times New Roman" panose="02020603050405020304" pitchFamily="18" charset="0"/>
              <a:cs typeface="Times New Roman" panose="02020603050405020304" pitchFamily="18" charset="0"/>
            </a:endParaRPr>
          </a:p>
          <a:p>
            <a:pPr defTabSz="483306">
              <a:defRPr/>
            </a:pPr>
            <a:r>
              <a:rPr lang="en-US" sz="1300" b="1">
                <a:latin typeface="Times New Roman" panose="02020603050405020304" pitchFamily="18" charset="0"/>
                <a:cs typeface="Times New Roman" panose="02020603050405020304" pitchFamily="18" charset="0"/>
              </a:rPr>
              <a:t>Categorize </a:t>
            </a:r>
            <a:r>
              <a:rPr lang="en-US" sz="1300">
                <a:latin typeface="Times New Roman" panose="02020603050405020304" pitchFamily="18" charset="0"/>
                <a:cs typeface="Times New Roman" panose="02020603050405020304" pitchFamily="18" charset="0"/>
              </a:rPr>
              <a:t>The block is subject to various forces. Because we are raising the plane to the angle at which the block is just ready to begin to move but is not moving, we categorize the block as a </a:t>
            </a:r>
            <a:r>
              <a:rPr lang="en-US" sz="1300" i="1">
                <a:latin typeface="Times New Roman" panose="02020603050405020304" pitchFamily="18" charset="0"/>
                <a:cs typeface="Times New Roman" panose="02020603050405020304" pitchFamily="18" charset="0"/>
              </a:rPr>
              <a:t>particle in equilibrium.</a:t>
            </a:r>
            <a:r>
              <a:rPr lang="en-US" sz="1300">
                <a:latin typeface="Times New Roman" panose="02020603050405020304" pitchFamily="18" charset="0"/>
                <a:cs typeface="Times New Roman" panose="02020603050405020304" pitchFamily="18" charset="0"/>
              </a:rPr>
              <a:t> </a:t>
            </a:r>
          </a:p>
          <a:p>
            <a:endParaRPr lang="en-US" sz="1300"/>
          </a:p>
        </p:txBody>
      </p:sp>
      <p:sp>
        <p:nvSpPr>
          <p:cNvPr id="4" name="Slide Number Placeholder 3"/>
          <p:cNvSpPr>
            <a:spLocks noGrp="1"/>
          </p:cNvSpPr>
          <p:nvPr>
            <p:ph type="sldNum" sz="quarter" idx="10"/>
          </p:nvPr>
        </p:nvSpPr>
        <p:spPr/>
        <p:txBody>
          <a:bodyPr/>
          <a:lstStyle/>
          <a:p>
            <a:fld id="{6E7E7F27-47DB-D94D-995F-E3088F8069A6}" type="slidenum">
              <a:rPr lang="en-US" smtClean="0"/>
              <a:t>19</a:t>
            </a:fld>
            <a:endParaRPr lang="en-US"/>
          </a:p>
        </p:txBody>
      </p:sp>
    </p:spTree>
    <p:extLst>
      <p:ext uri="{BB962C8B-B14F-4D97-AF65-F5344CB8AC3E}">
        <p14:creationId xmlns:p14="http://schemas.microsoft.com/office/powerpoint/2010/main" val="1848701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b="1">
                <a:latin typeface="Times New Roman" panose="02020603050405020304" pitchFamily="18" charset="0"/>
                <a:cs typeface="Times New Roman" panose="02020603050405020304" pitchFamily="18" charset="0"/>
              </a:rPr>
              <a:t>Analyze </a:t>
            </a:r>
            <a:r>
              <a:rPr lang="en-US" sz="1300">
                <a:latin typeface="Times New Roman" panose="02020603050405020304" pitchFamily="18" charset="0"/>
                <a:cs typeface="Times New Roman" panose="02020603050405020304" pitchFamily="18" charset="0"/>
              </a:rPr>
              <a:t>The diagram shows the forces on the block: the gravitational force </a:t>
            </a:r>
            <a:r>
              <a:rPr lang="en-US" sz="1300" i="1">
                <a:latin typeface="Times New Roman" panose="02020603050405020304" pitchFamily="18" charset="0"/>
                <a:cs typeface="Times New Roman" panose="02020603050405020304" pitchFamily="18" charset="0"/>
              </a:rPr>
              <a:t>m</a:t>
            </a:r>
            <a:r>
              <a:rPr lang="en-US" sz="1300" b="1">
                <a:latin typeface="Times New Roman" panose="02020603050405020304" pitchFamily="18" charset="0"/>
                <a:cs typeface="Times New Roman" panose="02020603050405020304" pitchFamily="18" charset="0"/>
              </a:rPr>
              <a:t>g</a:t>
            </a:r>
            <a:r>
              <a:rPr lang="en-US" sz="1300">
                <a:latin typeface="Times New Roman" panose="02020603050405020304" pitchFamily="18" charset="0"/>
                <a:cs typeface="Times New Roman" panose="02020603050405020304" pitchFamily="18" charset="0"/>
              </a:rPr>
              <a:t>, the normal force </a:t>
            </a:r>
            <a:r>
              <a:rPr lang="en-US" sz="1300" b="1">
                <a:latin typeface="Times New Roman" panose="02020603050405020304" pitchFamily="18" charset="0"/>
                <a:cs typeface="Times New Roman" panose="02020603050405020304" pitchFamily="18" charset="0"/>
              </a:rPr>
              <a:t>n</a:t>
            </a:r>
            <a:r>
              <a:rPr lang="en-US" sz="1300">
                <a:latin typeface="Times New Roman" panose="02020603050405020304" pitchFamily="18" charset="0"/>
                <a:cs typeface="Times New Roman" panose="02020603050405020304" pitchFamily="18" charset="0"/>
              </a:rPr>
              <a:t>, and the force of static friction </a:t>
            </a:r>
            <a:r>
              <a:rPr lang="en-US" sz="1300" b="1">
                <a:latin typeface="Times New Roman" panose="02020603050405020304" pitchFamily="18" charset="0"/>
                <a:cs typeface="Times New Roman" panose="02020603050405020304" pitchFamily="18" charset="0"/>
              </a:rPr>
              <a:t>f</a:t>
            </a:r>
            <a:r>
              <a:rPr lang="en-US" sz="1300" i="1" baseline="-25000">
                <a:latin typeface="Times New Roman" panose="02020603050405020304" pitchFamily="18" charset="0"/>
                <a:cs typeface="Times New Roman" panose="02020603050405020304" pitchFamily="18" charset="0"/>
              </a:rPr>
              <a:t>s</a:t>
            </a:r>
            <a:r>
              <a:rPr lang="en-US" sz="1300">
                <a:latin typeface="Times New Roman" panose="02020603050405020304" pitchFamily="18" charset="0"/>
                <a:cs typeface="Times New Roman" panose="02020603050405020304" pitchFamily="18" charset="0"/>
              </a:rPr>
              <a:t>. We choose </a:t>
            </a:r>
            <a:r>
              <a:rPr lang="en-US" sz="1300" i="1">
                <a:latin typeface="Times New Roman" panose="02020603050405020304" pitchFamily="18" charset="0"/>
                <a:cs typeface="Times New Roman" panose="02020603050405020304" pitchFamily="18" charset="0"/>
              </a:rPr>
              <a:t>x </a:t>
            </a:r>
            <a:r>
              <a:rPr lang="en-US" sz="1300">
                <a:latin typeface="Times New Roman" panose="02020603050405020304" pitchFamily="18" charset="0"/>
                <a:cs typeface="Times New Roman" panose="02020603050405020304" pitchFamily="18" charset="0"/>
              </a:rPr>
              <a:t>to be parallel to the plane and </a:t>
            </a:r>
            <a:r>
              <a:rPr lang="en-US" sz="1300" i="1">
                <a:latin typeface="Times New Roman" panose="02020603050405020304" pitchFamily="18" charset="0"/>
                <a:cs typeface="Times New Roman" panose="02020603050405020304" pitchFamily="18" charset="0"/>
              </a:rPr>
              <a:t>y </a:t>
            </a:r>
            <a:r>
              <a:rPr lang="en-US" sz="1300">
                <a:latin typeface="Times New Roman" panose="02020603050405020304" pitchFamily="18" charset="0"/>
                <a:cs typeface="Times New Roman" panose="02020603050405020304" pitchFamily="18" charset="0"/>
              </a:rPr>
              <a:t>perpendicular to it. </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From the particle in equilibrium model, apply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i="1">
                <a:latin typeface="Times New Roman" panose="02020603050405020304" pitchFamily="18" charset="0"/>
                <a:cs typeface="Times New Roman" panose="02020603050405020304" pitchFamily="18" charset="0"/>
                <a:sym typeface="Symbol" panose="05050102010706020507" pitchFamily="18" charset="2"/>
              </a:rPr>
              <a:t>F </a:t>
            </a:r>
            <a:r>
              <a:rPr lang="en-US" sz="1300">
                <a:latin typeface="Times New Roman" panose="02020603050405020304" pitchFamily="18" charset="0"/>
                <a:cs typeface="Times New Roman" panose="02020603050405020304" pitchFamily="18" charset="0"/>
                <a:sym typeface="Symbol" panose="05050102010706020507" pitchFamily="18" charset="2"/>
              </a:rPr>
              <a:t>= 0</a:t>
            </a:r>
            <a:r>
              <a:rPr lang="en-US" sz="1300">
                <a:latin typeface="Times New Roman" panose="02020603050405020304" pitchFamily="18" charset="0"/>
                <a:cs typeface="Times New Roman" panose="02020603050405020304" pitchFamily="18" charset="0"/>
              </a:rPr>
              <a:t> to the block in both the </a:t>
            </a:r>
            <a:r>
              <a:rPr lang="en-US" sz="1300" i="1">
                <a:latin typeface="Times New Roman" panose="02020603050405020304" pitchFamily="18" charset="0"/>
                <a:cs typeface="Times New Roman" panose="02020603050405020304" pitchFamily="18" charset="0"/>
              </a:rPr>
              <a:t>x </a:t>
            </a:r>
            <a:r>
              <a:rPr lang="en-US" sz="1300">
                <a:latin typeface="Times New Roman" panose="02020603050405020304" pitchFamily="18" charset="0"/>
                <a:cs typeface="Times New Roman" panose="02020603050405020304" pitchFamily="18" charset="0"/>
              </a:rPr>
              <a:t>and </a:t>
            </a:r>
            <a:r>
              <a:rPr lang="en-US" sz="1300" i="1">
                <a:latin typeface="Times New Roman" panose="02020603050405020304" pitchFamily="18" charset="0"/>
                <a:cs typeface="Times New Roman" panose="02020603050405020304" pitchFamily="18" charset="0"/>
              </a:rPr>
              <a:t>y </a:t>
            </a:r>
            <a:r>
              <a:rPr lang="en-US" sz="1300">
                <a:latin typeface="Times New Roman" panose="02020603050405020304" pitchFamily="18" charset="0"/>
                <a:cs typeface="Times New Roman" panose="02020603050405020304" pitchFamily="18" charset="0"/>
              </a:rPr>
              <a:t>directions</a:t>
            </a:r>
            <a:r>
              <a:rPr lang="en-US" sz="1300" i="1">
                <a:latin typeface="Times New Roman" panose="02020603050405020304" pitchFamily="18" charset="0"/>
                <a:cs typeface="Times New Roman" panose="02020603050405020304" pitchFamily="18" charset="0"/>
              </a:rPr>
              <a:t>.</a:t>
            </a:r>
            <a:r>
              <a:rPr lang="en-US" sz="1300" b="1" i="1">
                <a:latin typeface="Times New Roman" panose="02020603050405020304" pitchFamily="18" charset="0"/>
                <a:cs typeface="Times New Roman" panose="02020603050405020304" pitchFamily="18" charset="0"/>
              </a:rPr>
              <a:t> [click to show equations]</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Substitute </a:t>
            </a:r>
            <a:r>
              <a:rPr lang="en-US" sz="1300" i="1">
                <a:latin typeface="Times New Roman" panose="02020603050405020304" pitchFamily="18" charset="0"/>
                <a:cs typeface="Times New Roman" panose="02020603050405020304" pitchFamily="18" charset="0"/>
              </a:rPr>
              <a:t>mg </a:t>
            </a:r>
            <a:r>
              <a:rPr lang="en-US" sz="1300">
                <a:latin typeface="Times New Roman" panose="02020603050405020304" pitchFamily="18" charset="0"/>
                <a:cs typeface="Times New Roman" panose="02020603050405020304" pitchFamily="18" charset="0"/>
              </a:rPr>
              <a:t>= </a:t>
            </a:r>
            <a:r>
              <a:rPr lang="en-US" sz="1300" i="1">
                <a:latin typeface="Times New Roman" panose="02020603050405020304" pitchFamily="18" charset="0"/>
                <a:cs typeface="Times New Roman" panose="02020603050405020304" pitchFamily="18" charset="0"/>
              </a:rPr>
              <a:t>n</a:t>
            </a:r>
            <a:r>
              <a:rPr lang="en-US" sz="1300">
                <a:latin typeface="Times New Roman" panose="02020603050405020304" pitchFamily="18" charset="0"/>
                <a:cs typeface="Times New Roman" panose="02020603050405020304" pitchFamily="18" charset="0"/>
              </a:rPr>
              <a:t>/cos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sym typeface="Symbol" panose="05050102010706020507" pitchFamily="18" charset="2"/>
              </a:rPr>
              <a:t>. </a:t>
            </a:r>
            <a:r>
              <a:rPr lang="en-US" sz="1300" b="1" i="1">
                <a:latin typeface="Times New Roman" panose="02020603050405020304" pitchFamily="18" charset="0"/>
                <a:cs typeface="Times New Roman" panose="02020603050405020304" pitchFamily="18" charset="0"/>
                <a:sym typeface="Symbol" panose="05050102010706020507" pitchFamily="18" charset="2"/>
              </a:rPr>
              <a:t>[Click to show equation]</a:t>
            </a:r>
            <a:endParaRPr lang="en-US" sz="1300" b="1" i="1">
              <a:latin typeface="Times New Roman" panose="02020603050405020304" pitchFamily="18" charset="0"/>
              <a:cs typeface="Times New Roman" panose="02020603050405020304" pitchFamily="18" charset="0"/>
            </a:endParaRPr>
          </a:p>
          <a:p>
            <a:endParaRPr lang="en-US" sz="1300" b="1" i="1">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When the incline angle is increased until the block is on the verge of slipping, the force of static friction has reached its maximum value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err="1">
                <a:latin typeface="Times New Roman" panose="02020603050405020304" pitchFamily="18" charset="0"/>
                <a:cs typeface="Times New Roman" panose="02020603050405020304" pitchFamily="18" charset="0"/>
              </a:rPr>
              <a:t>s</a:t>
            </a:r>
            <a:r>
              <a:rPr lang="en-US" sz="1300" i="1" err="1">
                <a:latin typeface="Times New Roman" panose="02020603050405020304" pitchFamily="18" charset="0"/>
                <a:cs typeface="Times New Roman" panose="02020603050405020304" pitchFamily="18" charset="0"/>
              </a:rPr>
              <a:t>n</a:t>
            </a:r>
            <a:r>
              <a:rPr lang="en-US" sz="1300">
                <a:latin typeface="Times New Roman" panose="02020603050405020304" pitchFamily="18" charset="0"/>
                <a:cs typeface="Times New Roman" panose="02020603050405020304" pitchFamily="18" charset="0"/>
              </a:rPr>
              <a:t>. The angle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in this situation is the critical angle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c</a:t>
            </a:r>
            <a:r>
              <a:rPr lang="en-US" sz="1300">
                <a:latin typeface="Times New Roman" panose="02020603050405020304" pitchFamily="18" charset="0"/>
                <a:cs typeface="Times New Roman" panose="02020603050405020304" pitchFamily="18" charset="0"/>
              </a:rPr>
              <a:t>. Make these substitutions</a:t>
            </a:r>
            <a:r>
              <a:rPr lang="en-US" sz="1300" i="1">
                <a:latin typeface="Times New Roman" panose="02020603050405020304" pitchFamily="18" charset="0"/>
                <a:cs typeface="Times New Roman" panose="02020603050405020304" pitchFamily="18" charset="0"/>
              </a:rPr>
              <a:t>.</a:t>
            </a:r>
            <a:r>
              <a:rPr lang="en-US" sz="1300" b="1" i="1">
                <a:latin typeface="Times New Roman" panose="02020603050405020304" pitchFamily="18" charset="0"/>
                <a:cs typeface="Times New Roman" panose="02020603050405020304" pitchFamily="18" charset="0"/>
              </a:rPr>
              <a:t> [click to show equation] </a:t>
            </a:r>
          </a:p>
          <a:p>
            <a:endParaRPr lang="en-US" sz="130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We have shown, as requested, that the coefficient of static friction is related only to the critical angle.</a:t>
            </a:r>
          </a:p>
          <a:p>
            <a:endParaRPr lang="en-US" sz="1300">
              <a:latin typeface="Times New Roman" panose="02020603050405020304" pitchFamily="18" charset="0"/>
              <a:cs typeface="Times New Roman" panose="02020603050405020304" pitchFamily="18" charset="0"/>
            </a:endParaRPr>
          </a:p>
          <a:p>
            <a:pPr defTabSz="483306">
              <a:defRPr/>
            </a:pPr>
            <a:r>
              <a:rPr lang="en-US" sz="1300" b="1">
                <a:latin typeface="Times New Roman" panose="02020603050405020304" pitchFamily="18" charset="0"/>
                <a:cs typeface="Times New Roman" panose="02020603050405020304" pitchFamily="18" charset="0"/>
              </a:rPr>
              <a:t>Finalize </a:t>
            </a:r>
            <a:r>
              <a:rPr lang="en-US" sz="1300">
                <a:latin typeface="Times New Roman" panose="02020603050405020304" pitchFamily="18" charset="0"/>
                <a:cs typeface="Times New Roman" panose="02020603050405020304" pitchFamily="18" charset="0"/>
              </a:rPr>
              <a:t>Once the block starts to move at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c</a:t>
            </a:r>
            <a:r>
              <a:rPr lang="en-US" sz="1300">
                <a:latin typeface="Times New Roman" panose="02020603050405020304" pitchFamily="18" charset="0"/>
                <a:cs typeface="Times New Roman" panose="02020603050405020304" pitchFamily="18" charset="0"/>
              </a:rPr>
              <a:t>, it accelerates down the incline and the force of friction is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n</a:t>
            </a:r>
            <a:r>
              <a:rPr lang="en-US" sz="1300">
                <a:latin typeface="Times New Roman" panose="02020603050405020304" pitchFamily="18" charset="0"/>
                <a:cs typeface="Times New Roman" panose="02020603050405020304" pitchFamily="18" charset="0"/>
              </a:rPr>
              <a:t>. If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is reduced to a value less than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c</a:t>
            </a:r>
            <a:r>
              <a:rPr lang="en-US" sz="1300">
                <a:latin typeface="Times New Roman" panose="02020603050405020304" pitchFamily="18" charset="0"/>
                <a:cs typeface="Times New Roman" panose="02020603050405020304" pitchFamily="18" charset="0"/>
              </a:rPr>
              <a:t>, it may be possible to find an angle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c</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such that the block moves down the incline with constant speed as a particle in equilibrium again (</a:t>
            </a:r>
            <a:r>
              <a:rPr lang="en-US" sz="1300" i="1">
                <a:latin typeface="Times New Roman" panose="02020603050405020304" pitchFamily="18" charset="0"/>
                <a:cs typeface="Times New Roman" panose="02020603050405020304" pitchFamily="18" charset="0"/>
              </a:rPr>
              <a:t>a</a:t>
            </a:r>
            <a:r>
              <a:rPr lang="en-US" sz="1300" i="1" baseline="-25000">
                <a:latin typeface="Times New Roman" panose="02020603050405020304" pitchFamily="18" charset="0"/>
                <a:cs typeface="Times New Roman" panose="02020603050405020304" pitchFamily="18" charset="0"/>
              </a:rPr>
              <a:t>x </a:t>
            </a:r>
            <a:r>
              <a:rPr lang="en-US" sz="1300">
                <a:latin typeface="Times New Roman" panose="02020603050405020304" pitchFamily="18" charset="0"/>
                <a:cs typeface="Times New Roman" panose="02020603050405020304" pitchFamily="18" charset="0"/>
              </a:rPr>
              <a:t>= 0). In this case, use our equilibrium equations with </a:t>
            </a:r>
            <a:r>
              <a:rPr lang="en-US" sz="1300" i="1">
                <a:latin typeface="Times New Roman" panose="02020603050405020304" pitchFamily="18" charset="0"/>
                <a:cs typeface="Times New Roman" panose="02020603050405020304" pitchFamily="18" charset="0"/>
              </a:rPr>
              <a:t>f</a:t>
            </a:r>
            <a:r>
              <a:rPr lang="en-US" sz="1300" i="1" baseline="-25000">
                <a:latin typeface="Times New Roman" panose="02020603050405020304" pitchFamily="18" charset="0"/>
                <a:cs typeface="Times New Roman" panose="02020603050405020304" pitchFamily="18" charset="0"/>
              </a:rPr>
              <a:t>s </a:t>
            </a:r>
            <a:r>
              <a:rPr lang="en-US" sz="1300">
                <a:latin typeface="Times New Roman" panose="02020603050405020304" pitchFamily="18" charset="0"/>
                <a:cs typeface="Times New Roman" panose="02020603050405020304" pitchFamily="18" charset="0"/>
              </a:rPr>
              <a:t>replaced by </a:t>
            </a:r>
            <a:r>
              <a:rPr lang="en-US" sz="1300" i="1" err="1">
                <a:latin typeface="Times New Roman" panose="02020603050405020304" pitchFamily="18" charset="0"/>
                <a:cs typeface="Times New Roman" panose="02020603050405020304" pitchFamily="18" charset="0"/>
              </a:rPr>
              <a:t>f</a:t>
            </a:r>
            <a:r>
              <a:rPr lang="en-US" sz="1300" i="1" baseline="-25000" err="1">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to find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k</a:t>
            </a:r>
            <a:r>
              <a:rPr lang="en-US" sz="1300">
                <a:latin typeface="Times New Roman" panose="02020603050405020304" pitchFamily="18" charset="0"/>
                <a:cs typeface="Times New Roman" panose="02020603050405020304" pitchFamily="18" charset="0"/>
              </a:rPr>
              <a: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k</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 </a:t>
            </a:r>
            <a:r>
              <a:rPr lang="en-US" sz="1300" err="1">
                <a:latin typeface="Times New Roman" panose="02020603050405020304" pitchFamily="18" charset="0"/>
                <a:cs typeface="Times New Roman" panose="02020603050405020304" pitchFamily="18" charset="0"/>
              </a:rPr>
              <a:t>tan</a:t>
            </a:r>
            <a:r>
              <a:rPr lang="en-US" sz="1300" i="1" err="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err="1">
                <a:latin typeface="Times New Roman" panose="02020603050405020304" pitchFamily="18" charset="0"/>
                <a:cs typeface="Times New Roman" panose="02020603050405020304" pitchFamily="18" charset="0"/>
              </a:rPr>
              <a:t>c</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a:latin typeface="Times New Roman" panose="02020603050405020304" pitchFamily="18" charset="0"/>
                <a:cs typeface="Times New Roman" panose="02020603050405020304" pitchFamily="18" charset="0"/>
              </a:rPr>
              <a:t>, where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c</a:t>
            </a:r>
            <a:r>
              <a:rPr lang="en-US" sz="1300">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&lt; </a:t>
            </a:r>
            <a:r>
              <a:rPr lang="en-US" sz="1300" i="1">
                <a:latin typeface="Times New Roman" panose="02020603050405020304" pitchFamily="18" charset="0"/>
                <a:cs typeface="Times New Roman" panose="02020603050405020304" pitchFamily="18" charset="0"/>
                <a:sym typeface="Symbol" panose="05050102010706020507" pitchFamily="18" charset="2"/>
              </a:rPr>
              <a:t></a:t>
            </a:r>
            <a:r>
              <a:rPr lang="en-US" sz="1300" i="1" baseline="-25000">
                <a:latin typeface="Times New Roman" panose="02020603050405020304" pitchFamily="18" charset="0"/>
                <a:cs typeface="Times New Roman" panose="02020603050405020304" pitchFamily="18" charset="0"/>
              </a:rPr>
              <a:t>c</a:t>
            </a:r>
            <a:r>
              <a:rPr lang="en-US" sz="1300" i="1">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 </a:t>
            </a:r>
          </a:p>
          <a:p>
            <a:endParaRPr lang="en-US" sz="1300"/>
          </a:p>
        </p:txBody>
      </p:sp>
      <p:sp>
        <p:nvSpPr>
          <p:cNvPr id="4" name="Slide Number Placeholder 3"/>
          <p:cNvSpPr>
            <a:spLocks noGrp="1"/>
          </p:cNvSpPr>
          <p:nvPr>
            <p:ph type="sldNum" sz="quarter" idx="10"/>
          </p:nvPr>
        </p:nvSpPr>
        <p:spPr/>
        <p:txBody>
          <a:bodyPr/>
          <a:lstStyle/>
          <a:p>
            <a:fld id="{6E7E7F27-47DB-D94D-995F-E3088F8069A6}" type="slidenum">
              <a:rPr lang="en-US" smtClean="0"/>
              <a:t>20</a:t>
            </a:fld>
            <a:endParaRPr lang="en-US"/>
          </a:p>
        </p:txBody>
      </p:sp>
    </p:spTree>
    <p:extLst>
      <p:ext uri="{BB962C8B-B14F-4D97-AF65-F5344CB8AC3E}">
        <p14:creationId xmlns:p14="http://schemas.microsoft.com/office/powerpoint/2010/main" val="90891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6F0500-5721-4C9B-B2D6-22EF7E7F6295}" type="slidenum">
              <a:rPr lang="en-US" smtClean="0"/>
              <a:t>24</a:t>
            </a:fld>
            <a:endParaRPr lang="en-US"/>
          </a:p>
        </p:txBody>
      </p:sp>
    </p:spTree>
    <p:extLst>
      <p:ext uri="{BB962C8B-B14F-4D97-AF65-F5344CB8AC3E}">
        <p14:creationId xmlns:p14="http://schemas.microsoft.com/office/powerpoint/2010/main" val="3511799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6F0500-5721-4C9B-B2D6-22EF7E7F6295}" type="slidenum">
              <a:rPr lang="en-US" smtClean="0"/>
              <a:t>33</a:t>
            </a:fld>
            <a:endParaRPr lang="en-US"/>
          </a:p>
        </p:txBody>
      </p:sp>
    </p:spTree>
    <p:extLst>
      <p:ext uri="{BB962C8B-B14F-4D97-AF65-F5344CB8AC3E}">
        <p14:creationId xmlns:p14="http://schemas.microsoft.com/office/powerpoint/2010/main" val="360655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83306">
              <a:defRPr/>
            </a:pPr>
            <a:r>
              <a:rPr lang="en-US" sz="1300" dirty="0">
                <a:latin typeface="Times New Roman" panose="02020603050405020304" pitchFamily="18" charset="0"/>
                <a:cs typeface="Times New Roman" panose="02020603050405020304" pitchFamily="18" charset="0"/>
              </a:rPr>
              <a:t>Imagine an object that can be modeled as a particle. If it has several forces acting on it so that the forces all cancel, giving a net force of zero, the object will have an acceleration of zero. This condition is mathematically described as: </a:t>
            </a:r>
            <a:r>
              <a:rPr lang="en-US" sz="1300" b="1" i="1" dirty="0">
                <a:latin typeface="Times New Roman" panose="02020603050405020304" pitchFamily="18" charset="0"/>
                <a:cs typeface="Times New Roman" panose="02020603050405020304" pitchFamily="18" charset="0"/>
              </a:rPr>
              <a:t>[click to show equation]</a:t>
            </a:r>
            <a:endParaRPr lang="en-US" sz="1300" dirty="0">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a:p>
            <a:pPr defTabSz="483306">
              <a:defRPr/>
            </a:pPr>
            <a:r>
              <a:rPr lang="en-US" sz="1300" dirty="0">
                <a:latin typeface="Times New Roman" panose="02020603050405020304" pitchFamily="18" charset="0"/>
                <a:cs typeface="Times New Roman" panose="02020603050405020304" pitchFamily="18" charset="0"/>
              </a:rPr>
              <a:t>Imagine an object that can be modeled as a particle. If it has one or more forces acting on it so that there is a net force on the object, it will accelerate in the direction of the net force. The relationship between the net force and the acceleration is: </a:t>
            </a:r>
            <a:r>
              <a:rPr lang="en-US" sz="1300" b="1" i="1" dirty="0">
                <a:latin typeface="Times New Roman" panose="02020603050405020304" pitchFamily="18" charset="0"/>
                <a:cs typeface="Times New Roman" panose="02020603050405020304" pitchFamily="18" charset="0"/>
              </a:rPr>
              <a:t>[click to show equation]</a:t>
            </a:r>
            <a:endParaRPr lang="en-US" sz="13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6E7E7F27-47DB-D94D-995F-E3088F8069A6}" type="slidenum">
              <a:rPr lang="en-US" smtClean="0"/>
              <a:t>37</a:t>
            </a:fld>
            <a:endParaRPr lang="en-US"/>
          </a:p>
        </p:txBody>
      </p:sp>
    </p:spTree>
    <p:extLst>
      <p:ext uri="{BB962C8B-B14F-4D97-AF65-F5344CB8AC3E}">
        <p14:creationId xmlns:p14="http://schemas.microsoft.com/office/powerpoint/2010/main" val="1724442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16E35-FD2F-CE14-F33B-890AD6DCA9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D9E278-C261-6475-65CD-216F302612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42A484-6D81-9E06-2F64-715DE6F79031}"/>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5" name="Footer Placeholder 4">
            <a:extLst>
              <a:ext uri="{FF2B5EF4-FFF2-40B4-BE49-F238E27FC236}">
                <a16:creationId xmlns:a16="http://schemas.microsoft.com/office/drawing/2014/main" id="{BFE50D26-2DCB-2AD9-1B0E-1DB32450F7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3453D-AB35-1DBD-2E09-EB0C763BD20B}"/>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1293335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81C0B-C082-7C84-2175-C8E06402C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74C5B2-85C6-4982-DAE0-0C3521BBF8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AA21D-B809-B80E-AD22-1799CE06438F}"/>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5" name="Footer Placeholder 4">
            <a:extLst>
              <a:ext uri="{FF2B5EF4-FFF2-40B4-BE49-F238E27FC236}">
                <a16:creationId xmlns:a16="http://schemas.microsoft.com/office/drawing/2014/main" id="{970C8180-4A3E-235C-069E-71B41798E6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55DAA-EFD7-E671-4E13-09DD3765E6F4}"/>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664232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C23C4-513F-A459-0EC1-66515F640A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190AB7-951B-B3F0-4D27-942B194513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4502E6-53ED-E996-8DE1-074321D5203D}"/>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5" name="Footer Placeholder 4">
            <a:extLst>
              <a:ext uri="{FF2B5EF4-FFF2-40B4-BE49-F238E27FC236}">
                <a16:creationId xmlns:a16="http://schemas.microsoft.com/office/drawing/2014/main" id="{D466132B-2C7B-E48A-AFC5-55C5B7A58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1C278-4879-FA59-8ECE-FBB7636A1BB0}"/>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2287882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2F187-8992-585E-F0A9-679F24E051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1BC172-CD49-8B11-6927-9CAA9E5D21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496DB0-6CCB-697D-E3D2-B0BBE0FCEA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DB0A66-7002-1010-8C80-A77C4993ACE3}"/>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6" name="Footer Placeholder 5">
            <a:extLst>
              <a:ext uri="{FF2B5EF4-FFF2-40B4-BE49-F238E27FC236}">
                <a16:creationId xmlns:a16="http://schemas.microsoft.com/office/drawing/2014/main" id="{64556697-924D-9B97-B9F1-CD696532B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4A7EA-31BE-3A54-846C-042C787D1150}"/>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2659445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53E8C-09FF-2A6F-1803-69461B1994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B09806-C14F-47EC-8F03-429AA55116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3D8C2C-A435-78C1-FB8C-3E1B78A184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2CE7AF-85B9-EE63-0F9C-4D986D475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F23307-E05E-0504-B0F4-B794F1B7ED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07E05F-CAF9-8E69-D6A4-4650F6E534C0}"/>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8" name="Footer Placeholder 7">
            <a:extLst>
              <a:ext uri="{FF2B5EF4-FFF2-40B4-BE49-F238E27FC236}">
                <a16:creationId xmlns:a16="http://schemas.microsoft.com/office/drawing/2014/main" id="{7723C543-C968-C6C2-45F8-4D10B98493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11BEDF-CFF7-70DE-9843-DD3EBEA88D06}"/>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1170537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3B844-724E-DBE4-7DA1-5FA08F3847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2912CC-C0B8-1E15-5CC6-F7FB0175B55B}"/>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4" name="Footer Placeholder 3">
            <a:extLst>
              <a:ext uri="{FF2B5EF4-FFF2-40B4-BE49-F238E27FC236}">
                <a16:creationId xmlns:a16="http://schemas.microsoft.com/office/drawing/2014/main" id="{A8A0BE09-B914-002C-8AFF-E997367A72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8CF5-DBA5-3E91-56EA-2069480A60B2}"/>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984210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2180F0-D4A9-DDC0-9F6E-D4DACF88595F}"/>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3" name="Footer Placeholder 2">
            <a:extLst>
              <a:ext uri="{FF2B5EF4-FFF2-40B4-BE49-F238E27FC236}">
                <a16:creationId xmlns:a16="http://schemas.microsoft.com/office/drawing/2014/main" id="{2E846D24-0685-E500-0B2C-EEA7FBF848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E2BCEC-4C16-32CB-9C27-6E5978B34819}"/>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2021866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A30B8-CAA6-F98D-2E09-A3C3AAAD8E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9C1ADE-3616-B2E3-9150-91A06A4139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E2553E-F7A8-F060-EEE7-C294A4DD7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2B9760-9B57-32AE-0873-EC3A0B5DA9D5}"/>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6" name="Footer Placeholder 5">
            <a:extLst>
              <a:ext uri="{FF2B5EF4-FFF2-40B4-BE49-F238E27FC236}">
                <a16:creationId xmlns:a16="http://schemas.microsoft.com/office/drawing/2014/main" id="{A7B21BCD-4259-F761-C847-53D969E3DC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2139F0-3996-9BDF-9CF0-A77917F67A8E}"/>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551045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CD30E-1BC0-2566-9CC3-4A30CC6734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D0C14E-AAA2-9183-2CB1-EE14AD8BD9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8ECD83-C4A0-98BC-7500-6F6ECC88F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5B288-AC19-78EB-04B9-4C430CB248DD}"/>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6" name="Footer Placeholder 5">
            <a:extLst>
              <a:ext uri="{FF2B5EF4-FFF2-40B4-BE49-F238E27FC236}">
                <a16:creationId xmlns:a16="http://schemas.microsoft.com/office/drawing/2014/main" id="{BB9E4790-F10F-31E5-A696-ECFCD9AE5A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ADFB9-E02A-9B8A-EDA1-B9F044B6C590}"/>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2130799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73341-6A09-4B7A-F023-44049FE9E5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2A533C-8AD5-D049-82E7-566FF21C97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FFB4B3-3CC1-A7B5-7A55-C5F2898A8649}"/>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5" name="Footer Placeholder 4">
            <a:extLst>
              <a:ext uri="{FF2B5EF4-FFF2-40B4-BE49-F238E27FC236}">
                <a16:creationId xmlns:a16="http://schemas.microsoft.com/office/drawing/2014/main" id="{68B52373-E34C-65BF-38A5-66EBFF939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37C8E2-FB22-30EA-A549-4B3F6CFED41B}"/>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1946555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334E83-5323-5742-882B-1237F9367E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4CD1A3-3C61-2433-CC23-7B9F09395D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3CC65B-9876-42AF-1E34-E79FC96BFFC3}"/>
              </a:ext>
            </a:extLst>
          </p:cNvPr>
          <p:cNvSpPr>
            <a:spLocks noGrp="1"/>
          </p:cNvSpPr>
          <p:nvPr>
            <p:ph type="dt" sz="half" idx="10"/>
          </p:nvPr>
        </p:nvSpPr>
        <p:spPr/>
        <p:txBody>
          <a:bodyPr/>
          <a:lstStyle/>
          <a:p>
            <a:fld id="{5A6BA1B9-DAA1-4F41-94AD-51D623779F05}" type="datetimeFigureOut">
              <a:rPr lang="en-US" smtClean="0"/>
              <a:t>9/29/2026</a:t>
            </a:fld>
            <a:endParaRPr lang="en-US"/>
          </a:p>
        </p:txBody>
      </p:sp>
      <p:sp>
        <p:nvSpPr>
          <p:cNvPr id="5" name="Footer Placeholder 4">
            <a:extLst>
              <a:ext uri="{FF2B5EF4-FFF2-40B4-BE49-F238E27FC236}">
                <a16:creationId xmlns:a16="http://schemas.microsoft.com/office/drawing/2014/main" id="{165FD91A-F9FF-735B-D33D-8E7A546F1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8D0126-573A-4BEC-9016-6E5009FC7D70}"/>
              </a:ext>
            </a:extLst>
          </p:cNvPr>
          <p:cNvSpPr>
            <a:spLocks noGrp="1"/>
          </p:cNvSpPr>
          <p:nvPr>
            <p:ph type="sldNum" sz="quarter" idx="12"/>
          </p:nvPr>
        </p:nvSpPr>
        <p:spPr/>
        <p:txBody>
          <a:bodyPr/>
          <a:lstStyle/>
          <a:p>
            <a:fld id="{CD5F34B6-6591-4F77-B148-A08DE5E58029}" type="slidenum">
              <a:rPr lang="en-US" smtClean="0"/>
              <a:t>‹#›</a:t>
            </a:fld>
            <a:endParaRPr lang="en-US"/>
          </a:p>
        </p:txBody>
      </p:sp>
    </p:spTree>
    <p:extLst>
      <p:ext uri="{BB962C8B-B14F-4D97-AF65-F5344CB8AC3E}">
        <p14:creationId xmlns:p14="http://schemas.microsoft.com/office/powerpoint/2010/main" val="1291594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4400590"/>
          </a:xfrm>
        </p:spPr>
        <p:txBody>
          <a:bodyPr/>
          <a:lstStyle/>
          <a:p>
            <a:pPr lvl="0"/>
            <a:r>
              <a:rPr lang="en-US"/>
              <a:t>Edit Master text styles</a:t>
            </a:r>
          </a:p>
        </p:txBody>
      </p:sp>
    </p:spTree>
    <p:extLst>
      <p:ext uri="{BB962C8B-B14F-4D97-AF65-F5344CB8AC3E}">
        <p14:creationId xmlns:p14="http://schemas.microsoft.com/office/powerpoint/2010/main" val="1263775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dirty="0"/>
              <a:t>Edit Master text styles</a:t>
            </a:r>
          </a:p>
        </p:txBody>
      </p:sp>
    </p:spTree>
    <p:extLst>
      <p:ext uri="{BB962C8B-B14F-4D97-AF65-F5344CB8AC3E}">
        <p14:creationId xmlns:p14="http://schemas.microsoft.com/office/powerpoint/2010/main" val="2285201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3C1054-DCA1-CE95-FEF3-5CC6D16957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E23059-5E60-083A-60A2-E2E8827686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81E396-360B-184F-C454-B2659BFE28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6BA1B9-DAA1-4F41-94AD-51D623779F05}" type="datetimeFigureOut">
              <a:rPr lang="en-US" smtClean="0"/>
              <a:t>9/29/2026</a:t>
            </a:fld>
            <a:endParaRPr lang="en-US"/>
          </a:p>
        </p:txBody>
      </p:sp>
      <p:sp>
        <p:nvSpPr>
          <p:cNvPr id="5" name="Footer Placeholder 4">
            <a:extLst>
              <a:ext uri="{FF2B5EF4-FFF2-40B4-BE49-F238E27FC236}">
                <a16:creationId xmlns:a16="http://schemas.microsoft.com/office/drawing/2014/main" id="{36D0A93D-52EE-55B0-8B08-588E165D62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7DE634-118C-BE79-1A9F-D910457912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5F34B6-6591-4F77-B148-A08DE5E58029}" type="slidenum">
              <a:rPr lang="en-US" smtClean="0"/>
              <a:t>‹#›</a:t>
            </a:fld>
            <a:endParaRPr lang="en-US"/>
          </a:p>
        </p:txBody>
      </p:sp>
    </p:spTree>
    <p:extLst>
      <p:ext uri="{BB962C8B-B14F-4D97-AF65-F5344CB8AC3E}">
        <p14:creationId xmlns:p14="http://schemas.microsoft.com/office/powerpoint/2010/main" val="739837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810.png"/><Relationship Id="rId5" Type="http://schemas.openxmlformats.org/officeDocument/2006/relationships/image" Target="../media/image3710.png"/><Relationship Id="rId4" Type="http://schemas.openxmlformats.org/officeDocument/2006/relationships/image" Target="../media/image3610.png"/></Relationships>
</file>

<file path=ppt/slides/_rels/slide7.xml.rels><?xml version="1.0" encoding="UTF-8" standalone="yes"?>
<Relationships xmlns="http://schemas.openxmlformats.org/package/2006/relationships"><Relationship Id="rId117" Type="http://schemas.openxmlformats.org/officeDocument/2006/relationships/image" Target="../media/image574.png"/><Relationship Id="rId21" Type="http://schemas.openxmlformats.org/officeDocument/2006/relationships/image" Target="../media/image527.png"/><Relationship Id="rId42" Type="http://schemas.openxmlformats.org/officeDocument/2006/relationships/customXml" Target="../ink/ink19.xml"/><Relationship Id="rId63" Type="http://schemas.openxmlformats.org/officeDocument/2006/relationships/image" Target="../media/image548.png"/><Relationship Id="rId84" Type="http://schemas.openxmlformats.org/officeDocument/2006/relationships/customXml" Target="../ink/ink40.xml"/><Relationship Id="rId138" Type="http://schemas.openxmlformats.org/officeDocument/2006/relationships/customXml" Target="../ink/ink67.xml"/><Relationship Id="rId107" Type="http://schemas.openxmlformats.org/officeDocument/2006/relationships/image" Target="../media/image570.png"/><Relationship Id="rId11" Type="http://schemas.openxmlformats.org/officeDocument/2006/relationships/image" Target="../media/image522.png"/><Relationship Id="rId32" Type="http://schemas.openxmlformats.org/officeDocument/2006/relationships/customXml" Target="../ink/ink14.xml"/><Relationship Id="rId53" Type="http://schemas.openxmlformats.org/officeDocument/2006/relationships/image" Target="../media/image543.png"/><Relationship Id="rId74" Type="http://schemas.openxmlformats.org/officeDocument/2006/relationships/customXml" Target="../ink/ink35.xml"/><Relationship Id="rId128" Type="http://schemas.openxmlformats.org/officeDocument/2006/relationships/customXml" Target="../ink/ink62.xml"/><Relationship Id="rId5" Type="http://schemas.openxmlformats.org/officeDocument/2006/relationships/image" Target="../media/image4110.png"/><Relationship Id="rId90" Type="http://schemas.openxmlformats.org/officeDocument/2006/relationships/customXml" Target="../ink/ink43.xml"/><Relationship Id="rId95" Type="http://schemas.openxmlformats.org/officeDocument/2006/relationships/image" Target="../media/image564.png"/><Relationship Id="rId22" Type="http://schemas.openxmlformats.org/officeDocument/2006/relationships/customXml" Target="../ink/ink9.xml"/><Relationship Id="rId27" Type="http://schemas.openxmlformats.org/officeDocument/2006/relationships/image" Target="../media/image530.png"/><Relationship Id="rId43" Type="http://schemas.openxmlformats.org/officeDocument/2006/relationships/image" Target="../media/image538.png"/><Relationship Id="rId48" Type="http://schemas.openxmlformats.org/officeDocument/2006/relationships/customXml" Target="../ink/ink22.xml"/><Relationship Id="rId64" Type="http://schemas.openxmlformats.org/officeDocument/2006/relationships/customXml" Target="../ink/ink30.xml"/><Relationship Id="rId69" Type="http://schemas.openxmlformats.org/officeDocument/2006/relationships/image" Target="../media/image551.png"/><Relationship Id="rId113" Type="http://schemas.openxmlformats.org/officeDocument/2006/relationships/image" Target="../media/image3031.png"/><Relationship Id="rId118" Type="http://schemas.openxmlformats.org/officeDocument/2006/relationships/customXml" Target="../ink/ink57.xml"/><Relationship Id="rId134" Type="http://schemas.openxmlformats.org/officeDocument/2006/relationships/customXml" Target="../ink/ink65.xml"/><Relationship Id="rId139" Type="http://schemas.openxmlformats.org/officeDocument/2006/relationships/image" Target="../media/image585.png"/><Relationship Id="rId80" Type="http://schemas.openxmlformats.org/officeDocument/2006/relationships/customXml" Target="../ink/ink38.xml"/><Relationship Id="rId85" Type="http://schemas.openxmlformats.org/officeDocument/2006/relationships/image" Target="../media/image559.png"/><Relationship Id="rId12" Type="http://schemas.openxmlformats.org/officeDocument/2006/relationships/customXml" Target="../ink/ink4.xml"/><Relationship Id="rId17" Type="http://schemas.openxmlformats.org/officeDocument/2006/relationships/image" Target="../media/image525.png"/><Relationship Id="rId33" Type="http://schemas.openxmlformats.org/officeDocument/2006/relationships/image" Target="../media/image533.png"/><Relationship Id="rId38" Type="http://schemas.openxmlformats.org/officeDocument/2006/relationships/customXml" Target="../ink/ink17.xml"/><Relationship Id="rId59" Type="http://schemas.openxmlformats.org/officeDocument/2006/relationships/image" Target="../media/image546.png"/><Relationship Id="rId103" Type="http://schemas.openxmlformats.org/officeDocument/2006/relationships/image" Target="../media/image568.png"/><Relationship Id="rId108" Type="http://schemas.openxmlformats.org/officeDocument/2006/relationships/customXml" Target="../ink/ink52.xml"/><Relationship Id="rId124" Type="http://schemas.openxmlformats.org/officeDocument/2006/relationships/customXml" Target="../ink/ink60.xml"/><Relationship Id="rId129" Type="http://schemas.openxmlformats.org/officeDocument/2006/relationships/image" Target="../media/image580.png"/><Relationship Id="rId54" Type="http://schemas.openxmlformats.org/officeDocument/2006/relationships/customXml" Target="../ink/ink25.xml"/><Relationship Id="rId70" Type="http://schemas.openxmlformats.org/officeDocument/2006/relationships/customXml" Target="../ink/ink33.xml"/><Relationship Id="rId75" Type="http://schemas.openxmlformats.org/officeDocument/2006/relationships/image" Target="../media/image554.png"/><Relationship Id="rId91" Type="http://schemas.openxmlformats.org/officeDocument/2006/relationships/image" Target="../media/image562.png"/><Relationship Id="rId96" Type="http://schemas.openxmlformats.org/officeDocument/2006/relationships/customXml" Target="../ink/ink46.xml"/><Relationship Id="rId140" Type="http://schemas.openxmlformats.org/officeDocument/2006/relationships/customXml" Target="../ink/ink68.xml"/><Relationship Id="rId145" Type="http://schemas.openxmlformats.org/officeDocument/2006/relationships/image" Target="../media/image588.png"/><Relationship Id="rId1" Type="http://schemas.openxmlformats.org/officeDocument/2006/relationships/slideLayout" Target="../slideLayouts/slideLayout7.xml"/><Relationship Id="rId6" Type="http://schemas.openxmlformats.org/officeDocument/2006/relationships/customXml" Target="../ink/ink1.xml"/><Relationship Id="rId23" Type="http://schemas.openxmlformats.org/officeDocument/2006/relationships/image" Target="../media/image528.png"/><Relationship Id="rId28" Type="http://schemas.openxmlformats.org/officeDocument/2006/relationships/customXml" Target="../ink/ink12.xml"/><Relationship Id="rId49" Type="http://schemas.openxmlformats.org/officeDocument/2006/relationships/image" Target="../media/image541.png"/><Relationship Id="rId114" Type="http://schemas.openxmlformats.org/officeDocument/2006/relationships/customXml" Target="../ink/ink55.xml"/><Relationship Id="rId119" Type="http://schemas.openxmlformats.org/officeDocument/2006/relationships/image" Target="../media/image575.png"/><Relationship Id="rId44" Type="http://schemas.openxmlformats.org/officeDocument/2006/relationships/customXml" Target="../ink/ink20.xml"/><Relationship Id="rId60" Type="http://schemas.openxmlformats.org/officeDocument/2006/relationships/customXml" Target="../ink/ink28.xml"/><Relationship Id="rId65" Type="http://schemas.openxmlformats.org/officeDocument/2006/relationships/image" Target="../media/image549.png"/><Relationship Id="rId81" Type="http://schemas.openxmlformats.org/officeDocument/2006/relationships/image" Target="../media/image557.png"/><Relationship Id="rId86" Type="http://schemas.openxmlformats.org/officeDocument/2006/relationships/customXml" Target="../ink/ink41.xml"/><Relationship Id="rId130" Type="http://schemas.openxmlformats.org/officeDocument/2006/relationships/customXml" Target="../ink/ink63.xml"/><Relationship Id="rId135" Type="http://schemas.openxmlformats.org/officeDocument/2006/relationships/image" Target="../media/image583.png"/><Relationship Id="rId13" Type="http://schemas.openxmlformats.org/officeDocument/2006/relationships/image" Target="../media/image523.png"/><Relationship Id="rId18" Type="http://schemas.openxmlformats.org/officeDocument/2006/relationships/customXml" Target="../ink/ink7.xml"/><Relationship Id="rId39" Type="http://schemas.openxmlformats.org/officeDocument/2006/relationships/image" Target="../media/image536.png"/><Relationship Id="rId109" Type="http://schemas.openxmlformats.org/officeDocument/2006/relationships/image" Target="../media/image571.png"/><Relationship Id="rId34" Type="http://schemas.openxmlformats.org/officeDocument/2006/relationships/customXml" Target="../ink/ink15.xml"/><Relationship Id="rId50" Type="http://schemas.openxmlformats.org/officeDocument/2006/relationships/customXml" Target="../ink/ink23.xml"/><Relationship Id="rId55" Type="http://schemas.openxmlformats.org/officeDocument/2006/relationships/image" Target="../media/image544.png"/><Relationship Id="rId76" Type="http://schemas.openxmlformats.org/officeDocument/2006/relationships/customXml" Target="../ink/ink36.xml"/><Relationship Id="rId97" Type="http://schemas.openxmlformats.org/officeDocument/2006/relationships/image" Target="../media/image565.png"/><Relationship Id="rId104" Type="http://schemas.openxmlformats.org/officeDocument/2006/relationships/customXml" Target="../ink/ink50.xml"/><Relationship Id="rId120" Type="http://schemas.openxmlformats.org/officeDocument/2006/relationships/customXml" Target="../ink/ink58.xml"/><Relationship Id="rId125" Type="http://schemas.openxmlformats.org/officeDocument/2006/relationships/image" Target="../media/image578.png"/><Relationship Id="rId141" Type="http://schemas.openxmlformats.org/officeDocument/2006/relationships/image" Target="../media/image586.png"/><Relationship Id="rId7" Type="http://schemas.openxmlformats.org/officeDocument/2006/relationships/image" Target="../media/image520.png"/><Relationship Id="rId71" Type="http://schemas.openxmlformats.org/officeDocument/2006/relationships/image" Target="../media/image552.png"/><Relationship Id="rId92" Type="http://schemas.openxmlformats.org/officeDocument/2006/relationships/customXml" Target="../ink/ink44.xml"/><Relationship Id="rId2" Type="http://schemas.openxmlformats.org/officeDocument/2006/relationships/notesSlide" Target="../notesSlides/notesSlide2.xml"/><Relationship Id="rId29" Type="http://schemas.openxmlformats.org/officeDocument/2006/relationships/image" Target="../media/image531.png"/><Relationship Id="rId24" Type="http://schemas.openxmlformats.org/officeDocument/2006/relationships/customXml" Target="../ink/ink10.xml"/><Relationship Id="rId40" Type="http://schemas.openxmlformats.org/officeDocument/2006/relationships/customXml" Target="../ink/ink18.xml"/><Relationship Id="rId45" Type="http://schemas.openxmlformats.org/officeDocument/2006/relationships/image" Target="../media/image539.png"/><Relationship Id="rId66" Type="http://schemas.openxmlformats.org/officeDocument/2006/relationships/customXml" Target="../ink/ink31.xml"/><Relationship Id="rId87" Type="http://schemas.openxmlformats.org/officeDocument/2006/relationships/image" Target="../media/image560.png"/><Relationship Id="rId110" Type="http://schemas.openxmlformats.org/officeDocument/2006/relationships/customXml" Target="../ink/ink53.xml"/><Relationship Id="rId115" Type="http://schemas.openxmlformats.org/officeDocument/2006/relationships/image" Target="../media/image573.png"/><Relationship Id="rId131" Type="http://schemas.openxmlformats.org/officeDocument/2006/relationships/image" Target="../media/image581.png"/><Relationship Id="rId136" Type="http://schemas.openxmlformats.org/officeDocument/2006/relationships/customXml" Target="../ink/ink66.xml"/><Relationship Id="rId61" Type="http://schemas.openxmlformats.org/officeDocument/2006/relationships/image" Target="../media/image547.png"/><Relationship Id="rId82" Type="http://schemas.openxmlformats.org/officeDocument/2006/relationships/customXml" Target="../ink/ink39.xml"/><Relationship Id="rId19" Type="http://schemas.openxmlformats.org/officeDocument/2006/relationships/image" Target="../media/image526.png"/><Relationship Id="rId14" Type="http://schemas.openxmlformats.org/officeDocument/2006/relationships/customXml" Target="../ink/ink5.xml"/><Relationship Id="rId30" Type="http://schemas.openxmlformats.org/officeDocument/2006/relationships/customXml" Target="../ink/ink13.xml"/><Relationship Id="rId35" Type="http://schemas.openxmlformats.org/officeDocument/2006/relationships/image" Target="../media/image534.png"/><Relationship Id="rId56" Type="http://schemas.openxmlformats.org/officeDocument/2006/relationships/customXml" Target="../ink/ink26.xml"/><Relationship Id="rId77" Type="http://schemas.openxmlformats.org/officeDocument/2006/relationships/image" Target="../media/image555.png"/><Relationship Id="rId100" Type="http://schemas.openxmlformats.org/officeDocument/2006/relationships/customXml" Target="../ink/ink48.xml"/><Relationship Id="rId105" Type="http://schemas.openxmlformats.org/officeDocument/2006/relationships/image" Target="../media/image569.png"/><Relationship Id="rId126" Type="http://schemas.openxmlformats.org/officeDocument/2006/relationships/customXml" Target="../ink/ink61.xml"/><Relationship Id="rId8" Type="http://schemas.openxmlformats.org/officeDocument/2006/relationships/customXml" Target="../ink/ink2.xml"/><Relationship Id="rId51" Type="http://schemas.openxmlformats.org/officeDocument/2006/relationships/image" Target="../media/image542.png"/><Relationship Id="rId72" Type="http://schemas.openxmlformats.org/officeDocument/2006/relationships/customXml" Target="../ink/ink34.xml"/><Relationship Id="rId93" Type="http://schemas.openxmlformats.org/officeDocument/2006/relationships/image" Target="../media/image563.png"/><Relationship Id="rId98" Type="http://schemas.openxmlformats.org/officeDocument/2006/relationships/customXml" Target="../ink/ink47.xml"/><Relationship Id="rId121" Type="http://schemas.openxmlformats.org/officeDocument/2006/relationships/image" Target="../media/image576.png"/><Relationship Id="rId142" Type="http://schemas.openxmlformats.org/officeDocument/2006/relationships/customXml" Target="../ink/ink69.xml"/><Relationship Id="rId3" Type="http://schemas.openxmlformats.org/officeDocument/2006/relationships/image" Target="../media/image3910.png"/><Relationship Id="rId25" Type="http://schemas.openxmlformats.org/officeDocument/2006/relationships/image" Target="../media/image529.png"/><Relationship Id="rId46" Type="http://schemas.openxmlformats.org/officeDocument/2006/relationships/customXml" Target="../ink/ink21.xml"/><Relationship Id="rId67" Type="http://schemas.openxmlformats.org/officeDocument/2006/relationships/image" Target="../media/image550.png"/><Relationship Id="rId116" Type="http://schemas.openxmlformats.org/officeDocument/2006/relationships/customXml" Target="../ink/ink56.xml"/><Relationship Id="rId137" Type="http://schemas.openxmlformats.org/officeDocument/2006/relationships/image" Target="../media/image584.png"/><Relationship Id="rId20" Type="http://schemas.openxmlformats.org/officeDocument/2006/relationships/customXml" Target="../ink/ink8.xml"/><Relationship Id="rId41" Type="http://schemas.openxmlformats.org/officeDocument/2006/relationships/image" Target="../media/image537.png"/><Relationship Id="rId62" Type="http://schemas.openxmlformats.org/officeDocument/2006/relationships/customXml" Target="../ink/ink29.xml"/><Relationship Id="rId83" Type="http://schemas.openxmlformats.org/officeDocument/2006/relationships/image" Target="../media/image558.png"/><Relationship Id="rId88" Type="http://schemas.openxmlformats.org/officeDocument/2006/relationships/customXml" Target="../ink/ink42.xml"/><Relationship Id="rId111" Type="http://schemas.openxmlformats.org/officeDocument/2006/relationships/image" Target="../media/image572.png"/><Relationship Id="rId132" Type="http://schemas.openxmlformats.org/officeDocument/2006/relationships/customXml" Target="../ink/ink64.xml"/><Relationship Id="rId15" Type="http://schemas.openxmlformats.org/officeDocument/2006/relationships/image" Target="../media/image524.png"/><Relationship Id="rId36" Type="http://schemas.openxmlformats.org/officeDocument/2006/relationships/customXml" Target="../ink/ink16.xml"/><Relationship Id="rId57" Type="http://schemas.openxmlformats.org/officeDocument/2006/relationships/image" Target="../media/image545.png"/><Relationship Id="rId106" Type="http://schemas.openxmlformats.org/officeDocument/2006/relationships/customXml" Target="../ink/ink51.xml"/><Relationship Id="rId127" Type="http://schemas.openxmlformats.org/officeDocument/2006/relationships/image" Target="../media/image579.png"/><Relationship Id="rId10" Type="http://schemas.openxmlformats.org/officeDocument/2006/relationships/customXml" Target="../ink/ink3.xml"/><Relationship Id="rId31" Type="http://schemas.openxmlformats.org/officeDocument/2006/relationships/image" Target="../media/image532.png"/><Relationship Id="rId52" Type="http://schemas.openxmlformats.org/officeDocument/2006/relationships/customXml" Target="../ink/ink24.xml"/><Relationship Id="rId73" Type="http://schemas.openxmlformats.org/officeDocument/2006/relationships/image" Target="../media/image553.png"/><Relationship Id="rId78" Type="http://schemas.openxmlformats.org/officeDocument/2006/relationships/customXml" Target="../ink/ink37.xml"/><Relationship Id="rId94" Type="http://schemas.openxmlformats.org/officeDocument/2006/relationships/customXml" Target="../ink/ink45.xml"/><Relationship Id="rId99" Type="http://schemas.openxmlformats.org/officeDocument/2006/relationships/image" Target="../media/image566.png"/><Relationship Id="rId101" Type="http://schemas.openxmlformats.org/officeDocument/2006/relationships/image" Target="../media/image567.png"/><Relationship Id="rId122" Type="http://schemas.openxmlformats.org/officeDocument/2006/relationships/customXml" Target="../ink/ink59.xml"/><Relationship Id="rId143" Type="http://schemas.openxmlformats.org/officeDocument/2006/relationships/image" Target="../media/image587.png"/><Relationship Id="rId4" Type="http://schemas.openxmlformats.org/officeDocument/2006/relationships/image" Target="../media/image4010.png"/><Relationship Id="rId9" Type="http://schemas.openxmlformats.org/officeDocument/2006/relationships/image" Target="../media/image521.png"/><Relationship Id="rId26" Type="http://schemas.openxmlformats.org/officeDocument/2006/relationships/customXml" Target="../ink/ink11.xml"/><Relationship Id="rId47" Type="http://schemas.openxmlformats.org/officeDocument/2006/relationships/image" Target="../media/image540.png"/><Relationship Id="rId68" Type="http://schemas.openxmlformats.org/officeDocument/2006/relationships/customXml" Target="../ink/ink32.xml"/><Relationship Id="rId89" Type="http://schemas.openxmlformats.org/officeDocument/2006/relationships/image" Target="../media/image561.png"/><Relationship Id="rId112" Type="http://schemas.openxmlformats.org/officeDocument/2006/relationships/customXml" Target="../ink/ink54.xml"/><Relationship Id="rId133" Type="http://schemas.openxmlformats.org/officeDocument/2006/relationships/image" Target="../media/image582.png"/><Relationship Id="rId16" Type="http://schemas.openxmlformats.org/officeDocument/2006/relationships/customXml" Target="../ink/ink6.xml"/><Relationship Id="rId37" Type="http://schemas.openxmlformats.org/officeDocument/2006/relationships/image" Target="../media/image535.png"/><Relationship Id="rId58" Type="http://schemas.openxmlformats.org/officeDocument/2006/relationships/customXml" Target="../ink/ink27.xml"/><Relationship Id="rId79" Type="http://schemas.openxmlformats.org/officeDocument/2006/relationships/image" Target="../media/image556.png"/><Relationship Id="rId102" Type="http://schemas.openxmlformats.org/officeDocument/2006/relationships/customXml" Target="../ink/ink49.xml"/><Relationship Id="rId123" Type="http://schemas.openxmlformats.org/officeDocument/2006/relationships/image" Target="../media/image577.png"/><Relationship Id="rId144" Type="http://schemas.openxmlformats.org/officeDocument/2006/relationships/customXml" Target="../ink/ink7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17" Type="http://schemas.openxmlformats.org/officeDocument/2006/relationships/customXml" Target="../ink/ink127.xml"/><Relationship Id="rId21" Type="http://schemas.openxmlformats.org/officeDocument/2006/relationships/customXml" Target="../ink/ink79.xml"/><Relationship Id="rId324" Type="http://schemas.openxmlformats.org/officeDocument/2006/relationships/customXml" Target="../ink/ink231.xml"/><Relationship Id="rId531" Type="http://schemas.openxmlformats.org/officeDocument/2006/relationships/image" Target="../media/image2960.png"/><Relationship Id="rId170" Type="http://schemas.openxmlformats.org/officeDocument/2006/relationships/customXml" Target="../ink/ink154.xml"/><Relationship Id="rId268" Type="http://schemas.openxmlformats.org/officeDocument/2006/relationships/customXml" Target="../ink/ink203.xml"/><Relationship Id="rId475" Type="http://schemas.openxmlformats.org/officeDocument/2006/relationships/image" Target="../media/image2680.png"/><Relationship Id="rId32" Type="http://schemas.openxmlformats.org/officeDocument/2006/relationships/image" Target="../media/image4710.png"/><Relationship Id="rId128" Type="http://schemas.openxmlformats.org/officeDocument/2006/relationships/image" Target="../media/image9510.png"/><Relationship Id="rId335" Type="http://schemas.openxmlformats.org/officeDocument/2006/relationships/image" Target="../media/image1980.png"/><Relationship Id="rId542" Type="http://schemas.openxmlformats.org/officeDocument/2006/relationships/customXml" Target="../ink/ink340.xml"/><Relationship Id="rId181" Type="http://schemas.openxmlformats.org/officeDocument/2006/relationships/image" Target="../media/image12110.png"/><Relationship Id="rId402" Type="http://schemas.openxmlformats.org/officeDocument/2006/relationships/customXml" Target="../ink/ink270.xml"/><Relationship Id="rId279" Type="http://schemas.openxmlformats.org/officeDocument/2006/relationships/image" Target="../media/image1700.png"/><Relationship Id="rId486" Type="http://schemas.openxmlformats.org/officeDocument/2006/relationships/customXml" Target="../ink/ink312.xml"/><Relationship Id="rId43" Type="http://schemas.openxmlformats.org/officeDocument/2006/relationships/customXml" Target="../ink/ink90.xml"/><Relationship Id="rId139" Type="http://schemas.openxmlformats.org/officeDocument/2006/relationships/customXml" Target="../ink/ink138.xml"/><Relationship Id="rId346" Type="http://schemas.openxmlformats.org/officeDocument/2006/relationships/customXml" Target="../ink/ink242.xml"/><Relationship Id="rId553" Type="http://schemas.openxmlformats.org/officeDocument/2006/relationships/customXml" Target="../ink/ink346.xml"/><Relationship Id="rId192" Type="http://schemas.openxmlformats.org/officeDocument/2006/relationships/customXml" Target="../ink/ink165.xml"/><Relationship Id="rId206" Type="http://schemas.openxmlformats.org/officeDocument/2006/relationships/customXml" Target="../ink/ink172.xml"/><Relationship Id="rId413" Type="http://schemas.openxmlformats.org/officeDocument/2006/relationships/image" Target="../media/image2371.png"/><Relationship Id="rId497" Type="http://schemas.openxmlformats.org/officeDocument/2006/relationships/image" Target="../media/image2790.png"/><Relationship Id="rId620" Type="http://schemas.openxmlformats.org/officeDocument/2006/relationships/image" Target="../media/image3400.png"/><Relationship Id="rId357" Type="http://schemas.openxmlformats.org/officeDocument/2006/relationships/image" Target="../media/image2090.png"/><Relationship Id="rId54" Type="http://schemas.openxmlformats.org/officeDocument/2006/relationships/image" Target="../media/image5810.png"/><Relationship Id="rId217" Type="http://schemas.openxmlformats.org/officeDocument/2006/relationships/image" Target="../media/image1391.png"/><Relationship Id="rId564" Type="http://schemas.openxmlformats.org/officeDocument/2006/relationships/image" Target="../media/image3120.png"/><Relationship Id="rId424" Type="http://schemas.openxmlformats.org/officeDocument/2006/relationships/customXml" Target="../ink/ink281.xml"/><Relationship Id="rId270" Type="http://schemas.openxmlformats.org/officeDocument/2006/relationships/customXml" Target="../ink/ink204.xml"/><Relationship Id="rId65" Type="http://schemas.openxmlformats.org/officeDocument/2006/relationships/customXml" Target="../ink/ink101.xml"/><Relationship Id="rId130" Type="http://schemas.openxmlformats.org/officeDocument/2006/relationships/image" Target="../media/image9610.png"/><Relationship Id="rId368" Type="http://schemas.openxmlformats.org/officeDocument/2006/relationships/customXml" Target="../ink/ink253.xml"/><Relationship Id="rId575" Type="http://schemas.openxmlformats.org/officeDocument/2006/relationships/customXml" Target="../ink/ink357.xml"/><Relationship Id="rId228" Type="http://schemas.openxmlformats.org/officeDocument/2006/relationships/customXml" Target="../ink/ink183.xml"/><Relationship Id="rId435" Type="http://schemas.openxmlformats.org/officeDocument/2006/relationships/image" Target="../media/image2480.png"/><Relationship Id="rId281" Type="http://schemas.openxmlformats.org/officeDocument/2006/relationships/image" Target="../media/image1712.png"/><Relationship Id="rId502" Type="http://schemas.openxmlformats.org/officeDocument/2006/relationships/customXml" Target="../ink/ink320.xml"/><Relationship Id="rId76" Type="http://schemas.openxmlformats.org/officeDocument/2006/relationships/image" Target="../media/image6910.png"/><Relationship Id="rId141" Type="http://schemas.openxmlformats.org/officeDocument/2006/relationships/customXml" Target="../ink/ink139.xml"/><Relationship Id="rId379" Type="http://schemas.openxmlformats.org/officeDocument/2006/relationships/image" Target="../media/image2201.png"/><Relationship Id="rId586" Type="http://schemas.openxmlformats.org/officeDocument/2006/relationships/image" Target="../media/image3230.png"/><Relationship Id="rId7" Type="http://schemas.openxmlformats.org/officeDocument/2006/relationships/customXml" Target="../ink/ink72.xml"/><Relationship Id="rId239" Type="http://schemas.openxmlformats.org/officeDocument/2006/relationships/image" Target="../media/image1500.png"/><Relationship Id="rId446" Type="http://schemas.openxmlformats.org/officeDocument/2006/relationships/customXml" Target="../ink/ink292.xml"/><Relationship Id="rId292" Type="http://schemas.openxmlformats.org/officeDocument/2006/relationships/customXml" Target="../ink/ink215.xml"/><Relationship Id="rId306" Type="http://schemas.openxmlformats.org/officeDocument/2006/relationships/customXml" Target="../ink/ink222.xml"/><Relationship Id="rId87" Type="http://schemas.openxmlformats.org/officeDocument/2006/relationships/customXml" Target="../ink/ink112.xml"/><Relationship Id="rId513" Type="http://schemas.openxmlformats.org/officeDocument/2006/relationships/image" Target="../media/image2870.png"/><Relationship Id="rId597" Type="http://schemas.openxmlformats.org/officeDocument/2006/relationships/customXml" Target="../ink/ink368.xml"/><Relationship Id="rId152" Type="http://schemas.openxmlformats.org/officeDocument/2006/relationships/customXml" Target="../ink/ink145.xml"/><Relationship Id="rId457" Type="http://schemas.openxmlformats.org/officeDocument/2006/relationships/image" Target="../media/image2590.png"/><Relationship Id="rId14" Type="http://schemas.openxmlformats.org/officeDocument/2006/relationships/image" Target="../media/image3011.png"/><Relationship Id="rId317" Type="http://schemas.openxmlformats.org/officeDocument/2006/relationships/image" Target="../media/image1890.png"/><Relationship Id="rId524" Type="http://schemas.openxmlformats.org/officeDocument/2006/relationships/customXml" Target="../ink/ink331.xml"/><Relationship Id="rId98" Type="http://schemas.openxmlformats.org/officeDocument/2006/relationships/image" Target="../media/image8010.png"/><Relationship Id="rId163" Type="http://schemas.openxmlformats.org/officeDocument/2006/relationships/image" Target="../media/image11210.png"/><Relationship Id="rId370" Type="http://schemas.openxmlformats.org/officeDocument/2006/relationships/customXml" Target="../ink/ink254.xml"/><Relationship Id="rId230" Type="http://schemas.openxmlformats.org/officeDocument/2006/relationships/customXml" Target="../ink/ink184.xml"/><Relationship Id="rId468" Type="http://schemas.openxmlformats.org/officeDocument/2006/relationships/customXml" Target="../ink/ink303.xml"/><Relationship Id="rId25" Type="http://schemas.openxmlformats.org/officeDocument/2006/relationships/customXml" Target="../ink/ink81.xml"/><Relationship Id="rId328" Type="http://schemas.openxmlformats.org/officeDocument/2006/relationships/customXml" Target="../ink/ink233.xml"/><Relationship Id="rId535" Type="http://schemas.openxmlformats.org/officeDocument/2006/relationships/image" Target="../media/image2980.png"/><Relationship Id="rId174" Type="http://schemas.openxmlformats.org/officeDocument/2006/relationships/customXml" Target="../ink/ink156.xml"/><Relationship Id="rId381" Type="http://schemas.openxmlformats.org/officeDocument/2006/relationships/image" Target="../media/image2212.png"/><Relationship Id="rId602" Type="http://schemas.openxmlformats.org/officeDocument/2006/relationships/image" Target="../media/image3311.png"/><Relationship Id="rId241" Type="http://schemas.openxmlformats.org/officeDocument/2006/relationships/image" Target="../media/image1511.png"/><Relationship Id="rId437" Type="http://schemas.openxmlformats.org/officeDocument/2006/relationships/image" Target="../media/image2490.png"/><Relationship Id="rId479" Type="http://schemas.openxmlformats.org/officeDocument/2006/relationships/image" Target="../media/image2700.png"/><Relationship Id="rId36" Type="http://schemas.openxmlformats.org/officeDocument/2006/relationships/image" Target="../media/image4910.png"/><Relationship Id="rId283" Type="http://schemas.openxmlformats.org/officeDocument/2006/relationships/image" Target="../media/image1720.png"/><Relationship Id="rId339" Type="http://schemas.openxmlformats.org/officeDocument/2006/relationships/image" Target="../media/image2000.png"/><Relationship Id="rId490" Type="http://schemas.openxmlformats.org/officeDocument/2006/relationships/customXml" Target="../ink/ink314.xml"/><Relationship Id="rId504" Type="http://schemas.openxmlformats.org/officeDocument/2006/relationships/customXml" Target="../ink/ink321.xml"/><Relationship Id="rId546" Type="http://schemas.openxmlformats.org/officeDocument/2006/relationships/image" Target="../media/image3030.png"/><Relationship Id="rId78" Type="http://schemas.openxmlformats.org/officeDocument/2006/relationships/image" Target="../media/image7010.png"/><Relationship Id="rId101" Type="http://schemas.openxmlformats.org/officeDocument/2006/relationships/customXml" Target="../ink/ink119.xml"/><Relationship Id="rId143" Type="http://schemas.openxmlformats.org/officeDocument/2006/relationships/customXml" Target="../ink/ink140.xml"/><Relationship Id="rId185" Type="http://schemas.openxmlformats.org/officeDocument/2006/relationships/image" Target="../media/image12310.png"/><Relationship Id="rId350" Type="http://schemas.openxmlformats.org/officeDocument/2006/relationships/customXml" Target="../ink/ink244.xml"/><Relationship Id="rId406" Type="http://schemas.openxmlformats.org/officeDocument/2006/relationships/customXml" Target="../ink/ink272.xml"/><Relationship Id="rId588" Type="http://schemas.openxmlformats.org/officeDocument/2006/relationships/image" Target="../media/image3240.png"/><Relationship Id="rId9" Type="http://schemas.openxmlformats.org/officeDocument/2006/relationships/customXml" Target="../ink/ink73.xml"/><Relationship Id="rId210" Type="http://schemas.openxmlformats.org/officeDocument/2006/relationships/customXml" Target="../ink/ink174.xml"/><Relationship Id="rId392" Type="http://schemas.openxmlformats.org/officeDocument/2006/relationships/customXml" Target="../ink/ink265.xml"/><Relationship Id="rId448" Type="http://schemas.openxmlformats.org/officeDocument/2006/relationships/customXml" Target="../ink/ink293.xml"/><Relationship Id="rId613" Type="http://schemas.openxmlformats.org/officeDocument/2006/relationships/customXml" Target="../ink/ink376.xml"/><Relationship Id="rId252" Type="http://schemas.openxmlformats.org/officeDocument/2006/relationships/customXml" Target="../ink/ink195.xml"/><Relationship Id="rId294" Type="http://schemas.openxmlformats.org/officeDocument/2006/relationships/customXml" Target="../ink/ink216.xml"/><Relationship Id="rId308" Type="http://schemas.openxmlformats.org/officeDocument/2006/relationships/customXml" Target="../ink/ink223.xml"/><Relationship Id="rId515" Type="http://schemas.openxmlformats.org/officeDocument/2006/relationships/image" Target="../media/image2880.png"/><Relationship Id="rId47" Type="http://schemas.openxmlformats.org/officeDocument/2006/relationships/customXml" Target="../ink/ink92.xml"/><Relationship Id="rId89" Type="http://schemas.openxmlformats.org/officeDocument/2006/relationships/customXml" Target="../ink/ink113.xml"/><Relationship Id="rId112" Type="http://schemas.openxmlformats.org/officeDocument/2006/relationships/image" Target="../media/image8710.png"/><Relationship Id="rId154" Type="http://schemas.openxmlformats.org/officeDocument/2006/relationships/customXml" Target="../ink/ink146.xml"/><Relationship Id="rId361" Type="http://schemas.openxmlformats.org/officeDocument/2006/relationships/image" Target="../media/image2111.png"/><Relationship Id="rId557" Type="http://schemas.openxmlformats.org/officeDocument/2006/relationships/customXml" Target="../ink/ink348.xml"/><Relationship Id="rId599" Type="http://schemas.openxmlformats.org/officeDocument/2006/relationships/customXml" Target="../ink/ink369.xml"/><Relationship Id="rId196" Type="http://schemas.openxmlformats.org/officeDocument/2006/relationships/customXml" Target="../ink/ink167.xml"/><Relationship Id="rId417" Type="http://schemas.openxmlformats.org/officeDocument/2006/relationships/image" Target="../media/image2390.png"/><Relationship Id="rId459" Type="http://schemas.openxmlformats.org/officeDocument/2006/relationships/image" Target="../media/image2600.png"/><Relationship Id="rId16" Type="http://schemas.openxmlformats.org/officeDocument/2006/relationships/image" Target="../media/image3110.png"/><Relationship Id="rId221" Type="http://schemas.openxmlformats.org/officeDocument/2006/relationships/image" Target="../media/image1411.png"/><Relationship Id="rId263" Type="http://schemas.openxmlformats.org/officeDocument/2006/relationships/image" Target="../media/image1620.png"/><Relationship Id="rId319" Type="http://schemas.openxmlformats.org/officeDocument/2006/relationships/image" Target="../media/image1900.png"/><Relationship Id="rId470" Type="http://schemas.openxmlformats.org/officeDocument/2006/relationships/customXml" Target="../ink/ink304.xml"/><Relationship Id="rId526" Type="http://schemas.openxmlformats.org/officeDocument/2006/relationships/customXml" Target="../ink/ink332.xml"/><Relationship Id="rId58" Type="http://schemas.openxmlformats.org/officeDocument/2006/relationships/image" Target="../media/image6010.png"/><Relationship Id="rId123" Type="http://schemas.openxmlformats.org/officeDocument/2006/relationships/customXml" Target="../ink/ink130.xml"/><Relationship Id="rId330" Type="http://schemas.openxmlformats.org/officeDocument/2006/relationships/customXml" Target="../ink/ink234.xml"/><Relationship Id="rId568" Type="http://schemas.openxmlformats.org/officeDocument/2006/relationships/image" Target="../media/image3140.png"/><Relationship Id="rId165" Type="http://schemas.openxmlformats.org/officeDocument/2006/relationships/image" Target="../media/image11310.png"/><Relationship Id="rId372" Type="http://schemas.openxmlformats.org/officeDocument/2006/relationships/customXml" Target="../ink/ink255.xml"/><Relationship Id="rId428" Type="http://schemas.openxmlformats.org/officeDocument/2006/relationships/customXml" Target="../ink/ink283.xml"/><Relationship Id="rId232" Type="http://schemas.openxmlformats.org/officeDocument/2006/relationships/customXml" Target="../ink/ink185.xml"/><Relationship Id="rId274" Type="http://schemas.openxmlformats.org/officeDocument/2006/relationships/customXml" Target="../ink/ink206.xml"/><Relationship Id="rId481" Type="http://schemas.openxmlformats.org/officeDocument/2006/relationships/image" Target="../media/image2711.png"/><Relationship Id="rId27" Type="http://schemas.openxmlformats.org/officeDocument/2006/relationships/customXml" Target="../ink/ink82.xml"/><Relationship Id="rId69" Type="http://schemas.openxmlformats.org/officeDocument/2006/relationships/customXml" Target="../ink/ink103.xml"/><Relationship Id="rId134" Type="http://schemas.openxmlformats.org/officeDocument/2006/relationships/image" Target="../media/image9810.png"/><Relationship Id="rId537" Type="http://schemas.openxmlformats.org/officeDocument/2006/relationships/image" Target="../media/image2990.png"/><Relationship Id="rId579" Type="http://schemas.openxmlformats.org/officeDocument/2006/relationships/customXml" Target="../ink/ink359.xml"/><Relationship Id="rId80" Type="http://schemas.openxmlformats.org/officeDocument/2006/relationships/image" Target="../media/image7110.png"/><Relationship Id="rId176" Type="http://schemas.openxmlformats.org/officeDocument/2006/relationships/customXml" Target="../ink/ink157.xml"/><Relationship Id="rId341" Type="http://schemas.openxmlformats.org/officeDocument/2006/relationships/image" Target="../media/image2011.png"/><Relationship Id="rId383" Type="http://schemas.openxmlformats.org/officeDocument/2006/relationships/image" Target="../media/image2220.png"/><Relationship Id="rId439" Type="http://schemas.openxmlformats.org/officeDocument/2006/relationships/image" Target="../media/image2500.png"/><Relationship Id="rId590" Type="http://schemas.openxmlformats.org/officeDocument/2006/relationships/image" Target="../media/image3250.png"/><Relationship Id="rId604" Type="http://schemas.openxmlformats.org/officeDocument/2006/relationships/image" Target="../media/image3320.png"/><Relationship Id="rId201" Type="http://schemas.openxmlformats.org/officeDocument/2006/relationships/image" Target="../media/image13110.png"/><Relationship Id="rId243" Type="http://schemas.openxmlformats.org/officeDocument/2006/relationships/image" Target="../media/image1520.png"/><Relationship Id="rId285" Type="http://schemas.openxmlformats.org/officeDocument/2006/relationships/image" Target="../media/image1730.png"/><Relationship Id="rId450" Type="http://schemas.openxmlformats.org/officeDocument/2006/relationships/customXml" Target="../ink/ink294.xml"/><Relationship Id="rId506" Type="http://schemas.openxmlformats.org/officeDocument/2006/relationships/customXml" Target="../ink/ink322.xml"/><Relationship Id="rId38" Type="http://schemas.openxmlformats.org/officeDocument/2006/relationships/image" Target="../media/image5010.png"/><Relationship Id="rId103" Type="http://schemas.openxmlformats.org/officeDocument/2006/relationships/customXml" Target="../ink/ink120.xml"/><Relationship Id="rId310" Type="http://schemas.openxmlformats.org/officeDocument/2006/relationships/customXml" Target="../ink/ink224.xml"/><Relationship Id="rId492" Type="http://schemas.openxmlformats.org/officeDocument/2006/relationships/customXml" Target="../ink/ink315.xml"/><Relationship Id="rId548" Type="http://schemas.openxmlformats.org/officeDocument/2006/relationships/image" Target="../media/image3040.png"/><Relationship Id="rId91" Type="http://schemas.openxmlformats.org/officeDocument/2006/relationships/customXml" Target="../ink/ink114.xml"/><Relationship Id="rId145" Type="http://schemas.openxmlformats.org/officeDocument/2006/relationships/customXml" Target="../ink/ink141.xml"/><Relationship Id="rId187" Type="http://schemas.openxmlformats.org/officeDocument/2006/relationships/image" Target="../media/image12410.png"/><Relationship Id="rId352" Type="http://schemas.openxmlformats.org/officeDocument/2006/relationships/customXml" Target="../ink/ink245.xml"/><Relationship Id="rId394" Type="http://schemas.openxmlformats.org/officeDocument/2006/relationships/customXml" Target="../ink/ink266.xml"/><Relationship Id="rId408" Type="http://schemas.openxmlformats.org/officeDocument/2006/relationships/customXml" Target="../ink/ink273.xml"/><Relationship Id="rId615" Type="http://schemas.openxmlformats.org/officeDocument/2006/relationships/customXml" Target="../ink/ink377.xml"/><Relationship Id="rId212" Type="http://schemas.openxmlformats.org/officeDocument/2006/relationships/customXml" Target="../ink/ink175.xml"/><Relationship Id="rId254" Type="http://schemas.openxmlformats.org/officeDocument/2006/relationships/customXml" Target="../ink/ink196.xml"/><Relationship Id="rId49" Type="http://schemas.openxmlformats.org/officeDocument/2006/relationships/customXml" Target="../ink/ink93.xml"/><Relationship Id="rId114" Type="http://schemas.openxmlformats.org/officeDocument/2006/relationships/image" Target="../media/image8810.png"/><Relationship Id="rId296" Type="http://schemas.openxmlformats.org/officeDocument/2006/relationships/customXml" Target="../ink/ink217.xml"/><Relationship Id="rId461" Type="http://schemas.openxmlformats.org/officeDocument/2006/relationships/image" Target="../media/image2611.png"/><Relationship Id="rId517" Type="http://schemas.openxmlformats.org/officeDocument/2006/relationships/image" Target="../media/image2890.png"/><Relationship Id="rId559" Type="http://schemas.openxmlformats.org/officeDocument/2006/relationships/customXml" Target="../ink/ink349.xml"/><Relationship Id="rId60" Type="http://schemas.openxmlformats.org/officeDocument/2006/relationships/image" Target="../media/image6110.png"/><Relationship Id="rId156" Type="http://schemas.openxmlformats.org/officeDocument/2006/relationships/customXml" Target="../ink/ink147.xml"/><Relationship Id="rId198" Type="http://schemas.openxmlformats.org/officeDocument/2006/relationships/customXml" Target="../ink/ink168.xml"/><Relationship Id="rId321" Type="http://schemas.openxmlformats.org/officeDocument/2006/relationships/image" Target="../media/image1911.png"/><Relationship Id="rId363" Type="http://schemas.openxmlformats.org/officeDocument/2006/relationships/image" Target="../media/image2120.png"/><Relationship Id="rId419" Type="http://schemas.openxmlformats.org/officeDocument/2006/relationships/image" Target="../media/image2400.png"/><Relationship Id="rId570" Type="http://schemas.openxmlformats.org/officeDocument/2006/relationships/image" Target="../media/image3150.png"/><Relationship Id="rId223" Type="http://schemas.openxmlformats.org/officeDocument/2006/relationships/image" Target="../media/image1421.png"/><Relationship Id="rId430" Type="http://schemas.openxmlformats.org/officeDocument/2006/relationships/customXml" Target="../ink/ink284.xml"/><Relationship Id="rId18" Type="http://schemas.openxmlformats.org/officeDocument/2006/relationships/image" Target="../media/image3310.png"/><Relationship Id="rId265" Type="http://schemas.openxmlformats.org/officeDocument/2006/relationships/image" Target="../media/image1630.png"/><Relationship Id="rId472" Type="http://schemas.openxmlformats.org/officeDocument/2006/relationships/customXml" Target="../ink/ink305.xml"/><Relationship Id="rId528" Type="http://schemas.openxmlformats.org/officeDocument/2006/relationships/customXml" Target="../ink/ink333.xml"/><Relationship Id="rId125" Type="http://schemas.openxmlformats.org/officeDocument/2006/relationships/customXml" Target="../ink/ink131.xml"/><Relationship Id="rId167" Type="http://schemas.openxmlformats.org/officeDocument/2006/relationships/image" Target="../media/image11410.png"/><Relationship Id="rId332" Type="http://schemas.openxmlformats.org/officeDocument/2006/relationships/customXml" Target="../ink/ink235.xml"/><Relationship Id="rId374" Type="http://schemas.openxmlformats.org/officeDocument/2006/relationships/customXml" Target="../ink/ink256.xml"/><Relationship Id="rId581" Type="http://schemas.openxmlformats.org/officeDocument/2006/relationships/customXml" Target="../ink/ink360.xml"/><Relationship Id="rId71" Type="http://schemas.openxmlformats.org/officeDocument/2006/relationships/customXml" Target="../ink/ink104.xml"/><Relationship Id="rId234" Type="http://schemas.openxmlformats.org/officeDocument/2006/relationships/customXml" Target="../ink/ink186.xml"/><Relationship Id="rId2" Type="http://schemas.openxmlformats.org/officeDocument/2006/relationships/notesSlide" Target="../notesSlides/notesSlide4.xml"/><Relationship Id="rId29" Type="http://schemas.openxmlformats.org/officeDocument/2006/relationships/customXml" Target="../ink/ink83.xml"/><Relationship Id="rId276" Type="http://schemas.openxmlformats.org/officeDocument/2006/relationships/customXml" Target="../ink/ink207.xml"/><Relationship Id="rId441" Type="http://schemas.openxmlformats.org/officeDocument/2006/relationships/image" Target="../media/image2511.png"/><Relationship Id="rId483" Type="http://schemas.openxmlformats.org/officeDocument/2006/relationships/image" Target="../media/image2720.png"/><Relationship Id="rId539" Type="http://schemas.openxmlformats.org/officeDocument/2006/relationships/image" Target="../media/image3000.png"/><Relationship Id="rId40" Type="http://schemas.openxmlformats.org/officeDocument/2006/relationships/image" Target="../media/image5110.png"/><Relationship Id="rId136" Type="http://schemas.openxmlformats.org/officeDocument/2006/relationships/image" Target="../media/image9910.png"/><Relationship Id="rId178" Type="http://schemas.openxmlformats.org/officeDocument/2006/relationships/customXml" Target="../ink/ink158.xml"/><Relationship Id="rId301" Type="http://schemas.openxmlformats.org/officeDocument/2006/relationships/image" Target="../media/image1811.png"/><Relationship Id="rId343" Type="http://schemas.openxmlformats.org/officeDocument/2006/relationships/image" Target="../media/image2020.png"/><Relationship Id="rId550" Type="http://schemas.openxmlformats.org/officeDocument/2006/relationships/image" Target="../media/image3050.png"/><Relationship Id="rId82" Type="http://schemas.openxmlformats.org/officeDocument/2006/relationships/image" Target="../media/image7210.png"/><Relationship Id="rId203" Type="http://schemas.openxmlformats.org/officeDocument/2006/relationships/image" Target="../media/image1326.png"/><Relationship Id="rId385" Type="http://schemas.openxmlformats.org/officeDocument/2006/relationships/image" Target="../media/image2230.png"/><Relationship Id="rId592" Type="http://schemas.openxmlformats.org/officeDocument/2006/relationships/image" Target="../media/image3260.png"/><Relationship Id="rId606" Type="http://schemas.openxmlformats.org/officeDocument/2006/relationships/image" Target="../media/image3330.png"/><Relationship Id="rId245" Type="http://schemas.openxmlformats.org/officeDocument/2006/relationships/image" Target="../media/image1530.png"/><Relationship Id="rId287" Type="http://schemas.openxmlformats.org/officeDocument/2006/relationships/image" Target="../media/image1740.png"/><Relationship Id="rId410" Type="http://schemas.openxmlformats.org/officeDocument/2006/relationships/customXml" Target="../ink/ink274.xml"/><Relationship Id="rId452" Type="http://schemas.openxmlformats.org/officeDocument/2006/relationships/customXml" Target="../ink/ink295.xml"/><Relationship Id="rId494" Type="http://schemas.openxmlformats.org/officeDocument/2006/relationships/customXml" Target="../ink/ink316.xml"/><Relationship Id="rId508" Type="http://schemas.openxmlformats.org/officeDocument/2006/relationships/customXml" Target="../ink/ink323.xml"/><Relationship Id="rId105" Type="http://schemas.openxmlformats.org/officeDocument/2006/relationships/customXml" Target="../ink/ink121.xml"/><Relationship Id="rId147" Type="http://schemas.openxmlformats.org/officeDocument/2006/relationships/image" Target="../media/image10410.png"/><Relationship Id="rId312" Type="http://schemas.openxmlformats.org/officeDocument/2006/relationships/customXml" Target="../ink/ink225.xml"/><Relationship Id="rId354" Type="http://schemas.openxmlformats.org/officeDocument/2006/relationships/customXml" Target="../ink/ink246.xml"/><Relationship Id="rId51" Type="http://schemas.openxmlformats.org/officeDocument/2006/relationships/customXml" Target="../ink/ink94.xml"/><Relationship Id="rId93" Type="http://schemas.openxmlformats.org/officeDocument/2006/relationships/customXml" Target="../ink/ink115.xml"/><Relationship Id="rId189" Type="http://schemas.openxmlformats.org/officeDocument/2006/relationships/image" Target="../media/image12510.png"/><Relationship Id="rId396" Type="http://schemas.openxmlformats.org/officeDocument/2006/relationships/customXml" Target="../ink/ink267.xml"/><Relationship Id="rId561" Type="http://schemas.openxmlformats.org/officeDocument/2006/relationships/customXml" Target="../ink/ink350.xml"/><Relationship Id="rId617" Type="http://schemas.openxmlformats.org/officeDocument/2006/relationships/customXml" Target="../ink/ink378.xml"/><Relationship Id="rId214" Type="http://schemas.openxmlformats.org/officeDocument/2006/relationships/customXml" Target="../ink/ink176.xml"/><Relationship Id="rId256" Type="http://schemas.openxmlformats.org/officeDocument/2006/relationships/customXml" Target="../ink/ink197.xml"/><Relationship Id="rId298" Type="http://schemas.openxmlformats.org/officeDocument/2006/relationships/customXml" Target="../ink/ink218.xml"/><Relationship Id="rId421" Type="http://schemas.openxmlformats.org/officeDocument/2006/relationships/image" Target="../media/image2411.png"/><Relationship Id="rId463" Type="http://schemas.openxmlformats.org/officeDocument/2006/relationships/image" Target="../media/image2620.png"/><Relationship Id="rId519" Type="http://schemas.openxmlformats.org/officeDocument/2006/relationships/image" Target="../media/image2900.png"/><Relationship Id="rId116" Type="http://schemas.openxmlformats.org/officeDocument/2006/relationships/image" Target="../media/image8910.png"/><Relationship Id="rId158" Type="http://schemas.openxmlformats.org/officeDocument/2006/relationships/customXml" Target="../ink/ink148.xml"/><Relationship Id="rId323" Type="http://schemas.openxmlformats.org/officeDocument/2006/relationships/image" Target="../media/image1920.png"/><Relationship Id="rId530" Type="http://schemas.openxmlformats.org/officeDocument/2006/relationships/customXml" Target="../ink/ink334.xml"/><Relationship Id="rId20" Type="http://schemas.openxmlformats.org/officeDocument/2006/relationships/image" Target="../media/image3510.png"/><Relationship Id="rId62" Type="http://schemas.openxmlformats.org/officeDocument/2006/relationships/image" Target="../media/image6210.png"/><Relationship Id="rId365" Type="http://schemas.openxmlformats.org/officeDocument/2006/relationships/image" Target="../media/image2130.png"/><Relationship Id="rId572" Type="http://schemas.openxmlformats.org/officeDocument/2006/relationships/image" Target="../media/image3160.png"/><Relationship Id="rId225" Type="http://schemas.openxmlformats.org/officeDocument/2006/relationships/image" Target="../media/image1431.png"/><Relationship Id="rId267" Type="http://schemas.openxmlformats.org/officeDocument/2006/relationships/image" Target="../media/image1640.png"/><Relationship Id="rId432" Type="http://schemas.openxmlformats.org/officeDocument/2006/relationships/customXml" Target="../ink/ink285.xml"/><Relationship Id="rId474" Type="http://schemas.openxmlformats.org/officeDocument/2006/relationships/customXml" Target="../ink/ink306.xml"/><Relationship Id="rId127" Type="http://schemas.openxmlformats.org/officeDocument/2006/relationships/customXml" Target="../ink/ink132.xml"/><Relationship Id="rId31" Type="http://schemas.openxmlformats.org/officeDocument/2006/relationships/customXml" Target="../ink/ink84.xml"/><Relationship Id="rId73" Type="http://schemas.openxmlformats.org/officeDocument/2006/relationships/customXml" Target="../ink/ink105.xml"/><Relationship Id="rId169" Type="http://schemas.openxmlformats.org/officeDocument/2006/relationships/image" Target="../media/image11510.png"/><Relationship Id="rId334" Type="http://schemas.openxmlformats.org/officeDocument/2006/relationships/customXml" Target="../ink/ink236.xml"/><Relationship Id="rId376" Type="http://schemas.openxmlformats.org/officeDocument/2006/relationships/customXml" Target="../ink/ink257.xml"/><Relationship Id="rId541" Type="http://schemas.openxmlformats.org/officeDocument/2006/relationships/image" Target="../media/image3012.png"/><Relationship Id="rId583" Type="http://schemas.openxmlformats.org/officeDocument/2006/relationships/customXml" Target="../ink/ink361.xml"/><Relationship Id="rId4" Type="http://schemas.openxmlformats.org/officeDocument/2006/relationships/image" Target="../media/image12.png"/><Relationship Id="rId180" Type="http://schemas.openxmlformats.org/officeDocument/2006/relationships/customXml" Target="../ink/ink159.xml"/><Relationship Id="rId236" Type="http://schemas.openxmlformats.org/officeDocument/2006/relationships/customXml" Target="../ink/ink187.xml"/><Relationship Id="rId278" Type="http://schemas.openxmlformats.org/officeDocument/2006/relationships/customXml" Target="../ink/ink208.xml"/><Relationship Id="rId401" Type="http://schemas.openxmlformats.org/officeDocument/2006/relationships/image" Target="../media/image2312.png"/><Relationship Id="rId443" Type="http://schemas.openxmlformats.org/officeDocument/2006/relationships/image" Target="../media/image2520.png"/><Relationship Id="rId303" Type="http://schemas.openxmlformats.org/officeDocument/2006/relationships/image" Target="../media/image1820.png"/><Relationship Id="rId485" Type="http://schemas.openxmlformats.org/officeDocument/2006/relationships/image" Target="../media/image2730.png"/><Relationship Id="rId42" Type="http://schemas.openxmlformats.org/officeDocument/2006/relationships/image" Target="../media/image5210.png"/><Relationship Id="rId84" Type="http://schemas.openxmlformats.org/officeDocument/2006/relationships/image" Target="../media/image7310.png"/><Relationship Id="rId138" Type="http://schemas.openxmlformats.org/officeDocument/2006/relationships/image" Target="../media/image10010.png"/><Relationship Id="rId345" Type="http://schemas.openxmlformats.org/officeDocument/2006/relationships/image" Target="../media/image2030.png"/><Relationship Id="rId387" Type="http://schemas.openxmlformats.org/officeDocument/2006/relationships/image" Target="../media/image2240.png"/><Relationship Id="rId510" Type="http://schemas.openxmlformats.org/officeDocument/2006/relationships/customXml" Target="../ink/ink324.xml"/><Relationship Id="rId552" Type="http://schemas.openxmlformats.org/officeDocument/2006/relationships/image" Target="../media/image3060.png"/><Relationship Id="rId594" Type="http://schemas.openxmlformats.org/officeDocument/2006/relationships/image" Target="../media/image3270.png"/><Relationship Id="rId608" Type="http://schemas.openxmlformats.org/officeDocument/2006/relationships/image" Target="../media/image3340.png"/><Relationship Id="rId191" Type="http://schemas.openxmlformats.org/officeDocument/2006/relationships/image" Target="../media/image12610.png"/><Relationship Id="rId205" Type="http://schemas.openxmlformats.org/officeDocument/2006/relationships/image" Target="../media/image1331.png"/><Relationship Id="rId247" Type="http://schemas.openxmlformats.org/officeDocument/2006/relationships/image" Target="../media/image1540.png"/><Relationship Id="rId412" Type="http://schemas.openxmlformats.org/officeDocument/2006/relationships/customXml" Target="../ink/ink275.xml"/><Relationship Id="rId107" Type="http://schemas.openxmlformats.org/officeDocument/2006/relationships/customXml" Target="../ink/ink122.xml"/><Relationship Id="rId289" Type="http://schemas.openxmlformats.org/officeDocument/2006/relationships/image" Target="../media/image1750.png"/><Relationship Id="rId454" Type="http://schemas.openxmlformats.org/officeDocument/2006/relationships/customXml" Target="../ink/ink296.xml"/><Relationship Id="rId496" Type="http://schemas.openxmlformats.org/officeDocument/2006/relationships/customXml" Target="../ink/ink317.xml"/><Relationship Id="rId11" Type="http://schemas.openxmlformats.org/officeDocument/2006/relationships/customXml" Target="../ink/ink74.xml"/><Relationship Id="rId53" Type="http://schemas.openxmlformats.org/officeDocument/2006/relationships/customXml" Target="../ink/ink95.xml"/><Relationship Id="rId149" Type="http://schemas.openxmlformats.org/officeDocument/2006/relationships/image" Target="../media/image10510.png"/><Relationship Id="rId314" Type="http://schemas.openxmlformats.org/officeDocument/2006/relationships/customXml" Target="../ink/ink226.xml"/><Relationship Id="rId356" Type="http://schemas.openxmlformats.org/officeDocument/2006/relationships/customXml" Target="../ink/ink247.xml"/><Relationship Id="rId398" Type="http://schemas.openxmlformats.org/officeDocument/2006/relationships/customXml" Target="../ink/ink268.xml"/><Relationship Id="rId521" Type="http://schemas.openxmlformats.org/officeDocument/2006/relationships/image" Target="../media/image2911.png"/><Relationship Id="rId563" Type="http://schemas.openxmlformats.org/officeDocument/2006/relationships/customXml" Target="../ink/ink351.xml"/><Relationship Id="rId619" Type="http://schemas.openxmlformats.org/officeDocument/2006/relationships/customXml" Target="../ink/ink379.xml"/><Relationship Id="rId95" Type="http://schemas.openxmlformats.org/officeDocument/2006/relationships/customXml" Target="../ink/ink116.xml"/><Relationship Id="rId160" Type="http://schemas.openxmlformats.org/officeDocument/2006/relationships/customXml" Target="../ink/ink149.xml"/><Relationship Id="rId216" Type="http://schemas.openxmlformats.org/officeDocument/2006/relationships/customXml" Target="../ink/ink177.xml"/><Relationship Id="rId423" Type="http://schemas.openxmlformats.org/officeDocument/2006/relationships/image" Target="../media/image2420.png"/><Relationship Id="rId258" Type="http://schemas.openxmlformats.org/officeDocument/2006/relationships/customXml" Target="../ink/ink198.xml"/><Relationship Id="rId465" Type="http://schemas.openxmlformats.org/officeDocument/2006/relationships/image" Target="../media/image2630.png"/><Relationship Id="rId22" Type="http://schemas.openxmlformats.org/officeDocument/2006/relationships/image" Target="../media/image4210.png"/><Relationship Id="rId64" Type="http://schemas.openxmlformats.org/officeDocument/2006/relationships/image" Target="../media/image6310.png"/><Relationship Id="rId118" Type="http://schemas.openxmlformats.org/officeDocument/2006/relationships/image" Target="../media/image9010.png"/><Relationship Id="rId325" Type="http://schemas.openxmlformats.org/officeDocument/2006/relationships/image" Target="../media/image1930.png"/><Relationship Id="rId367" Type="http://schemas.openxmlformats.org/officeDocument/2006/relationships/image" Target="../media/image2140.png"/><Relationship Id="rId532" Type="http://schemas.openxmlformats.org/officeDocument/2006/relationships/customXml" Target="../ink/ink335.xml"/><Relationship Id="rId574" Type="http://schemas.openxmlformats.org/officeDocument/2006/relationships/image" Target="../media/image3170.png"/><Relationship Id="rId171" Type="http://schemas.openxmlformats.org/officeDocument/2006/relationships/image" Target="../media/image11610.png"/><Relationship Id="rId227" Type="http://schemas.openxmlformats.org/officeDocument/2006/relationships/image" Target="../media/image1441.png"/><Relationship Id="rId269" Type="http://schemas.openxmlformats.org/officeDocument/2006/relationships/image" Target="../media/image1650.png"/><Relationship Id="rId434" Type="http://schemas.openxmlformats.org/officeDocument/2006/relationships/customXml" Target="../ink/ink286.xml"/><Relationship Id="rId476" Type="http://schemas.openxmlformats.org/officeDocument/2006/relationships/customXml" Target="../ink/ink307.xml"/><Relationship Id="rId33" Type="http://schemas.openxmlformats.org/officeDocument/2006/relationships/customXml" Target="../ink/ink85.xml"/><Relationship Id="rId129" Type="http://schemas.openxmlformats.org/officeDocument/2006/relationships/customXml" Target="../ink/ink133.xml"/><Relationship Id="rId280" Type="http://schemas.openxmlformats.org/officeDocument/2006/relationships/customXml" Target="../ink/ink209.xml"/><Relationship Id="rId336" Type="http://schemas.openxmlformats.org/officeDocument/2006/relationships/customXml" Target="../ink/ink237.xml"/><Relationship Id="rId501" Type="http://schemas.openxmlformats.org/officeDocument/2006/relationships/image" Target="../media/image2812.png"/><Relationship Id="rId543" Type="http://schemas.openxmlformats.org/officeDocument/2006/relationships/customXml" Target="../ink/ink341.xml"/><Relationship Id="rId75" Type="http://schemas.openxmlformats.org/officeDocument/2006/relationships/customXml" Target="../ink/ink106.xml"/><Relationship Id="rId140" Type="http://schemas.openxmlformats.org/officeDocument/2006/relationships/image" Target="../media/image10110.png"/><Relationship Id="rId182" Type="http://schemas.openxmlformats.org/officeDocument/2006/relationships/customXml" Target="../ink/ink160.xml"/><Relationship Id="rId378" Type="http://schemas.openxmlformats.org/officeDocument/2006/relationships/customXml" Target="../ink/ink258.xml"/><Relationship Id="rId403" Type="http://schemas.openxmlformats.org/officeDocument/2006/relationships/image" Target="../media/image2321.png"/><Relationship Id="rId585" Type="http://schemas.openxmlformats.org/officeDocument/2006/relationships/customXml" Target="../ink/ink362.xml"/><Relationship Id="rId6" Type="http://schemas.openxmlformats.org/officeDocument/2006/relationships/image" Target="../media/image1711.png"/><Relationship Id="rId238" Type="http://schemas.openxmlformats.org/officeDocument/2006/relationships/customXml" Target="../ink/ink188.xml"/><Relationship Id="rId445" Type="http://schemas.openxmlformats.org/officeDocument/2006/relationships/image" Target="../media/image2530.png"/><Relationship Id="rId487" Type="http://schemas.openxmlformats.org/officeDocument/2006/relationships/image" Target="../media/image2740.png"/><Relationship Id="rId610" Type="http://schemas.openxmlformats.org/officeDocument/2006/relationships/image" Target="../media/image3350.png"/><Relationship Id="rId291" Type="http://schemas.openxmlformats.org/officeDocument/2006/relationships/image" Target="../media/image1760.png"/><Relationship Id="rId305" Type="http://schemas.openxmlformats.org/officeDocument/2006/relationships/image" Target="../media/image1830.png"/><Relationship Id="rId347" Type="http://schemas.openxmlformats.org/officeDocument/2006/relationships/image" Target="../media/image2040.png"/><Relationship Id="rId512" Type="http://schemas.openxmlformats.org/officeDocument/2006/relationships/customXml" Target="../ink/ink325.xml"/><Relationship Id="rId44" Type="http://schemas.openxmlformats.org/officeDocument/2006/relationships/image" Target="../media/image5310.png"/><Relationship Id="rId86" Type="http://schemas.openxmlformats.org/officeDocument/2006/relationships/image" Target="../media/image7410.png"/><Relationship Id="rId151" Type="http://schemas.openxmlformats.org/officeDocument/2006/relationships/image" Target="../media/image10610.png"/><Relationship Id="rId389" Type="http://schemas.openxmlformats.org/officeDocument/2006/relationships/image" Target="../media/image2250.png"/><Relationship Id="rId554" Type="http://schemas.openxmlformats.org/officeDocument/2006/relationships/image" Target="../media/image3070.png"/><Relationship Id="rId596" Type="http://schemas.openxmlformats.org/officeDocument/2006/relationships/image" Target="../media/image3280.png"/><Relationship Id="rId193" Type="http://schemas.openxmlformats.org/officeDocument/2006/relationships/image" Target="../media/image12710.png"/><Relationship Id="rId207" Type="http://schemas.openxmlformats.org/officeDocument/2006/relationships/image" Target="../media/image1341.png"/><Relationship Id="rId249" Type="http://schemas.openxmlformats.org/officeDocument/2006/relationships/image" Target="../media/image1550.png"/><Relationship Id="rId414" Type="http://schemas.openxmlformats.org/officeDocument/2006/relationships/customXml" Target="../ink/ink276.xml"/><Relationship Id="rId456" Type="http://schemas.openxmlformats.org/officeDocument/2006/relationships/customXml" Target="../ink/ink297.xml"/><Relationship Id="rId498" Type="http://schemas.openxmlformats.org/officeDocument/2006/relationships/customXml" Target="../ink/ink318.xml"/><Relationship Id="rId621" Type="http://schemas.openxmlformats.org/officeDocument/2006/relationships/customXml" Target="../ink/ink380.xml"/><Relationship Id="rId13" Type="http://schemas.openxmlformats.org/officeDocument/2006/relationships/customXml" Target="../ink/ink75.xml"/><Relationship Id="rId109" Type="http://schemas.openxmlformats.org/officeDocument/2006/relationships/customXml" Target="../ink/ink123.xml"/><Relationship Id="rId260" Type="http://schemas.openxmlformats.org/officeDocument/2006/relationships/customXml" Target="../ink/ink199.xml"/><Relationship Id="rId316" Type="http://schemas.openxmlformats.org/officeDocument/2006/relationships/customXml" Target="../ink/ink227.xml"/><Relationship Id="rId523" Type="http://schemas.openxmlformats.org/officeDocument/2006/relationships/image" Target="../media/image2920.png"/><Relationship Id="rId55" Type="http://schemas.openxmlformats.org/officeDocument/2006/relationships/customXml" Target="../ink/ink96.xml"/><Relationship Id="rId97" Type="http://schemas.openxmlformats.org/officeDocument/2006/relationships/customXml" Target="../ink/ink117.xml"/><Relationship Id="rId120" Type="http://schemas.openxmlformats.org/officeDocument/2006/relationships/image" Target="../media/image9110.png"/><Relationship Id="rId358" Type="http://schemas.openxmlformats.org/officeDocument/2006/relationships/customXml" Target="../ink/ink248.xml"/><Relationship Id="rId565" Type="http://schemas.openxmlformats.org/officeDocument/2006/relationships/customXml" Target="../ink/ink352.xml"/><Relationship Id="rId162" Type="http://schemas.openxmlformats.org/officeDocument/2006/relationships/customXml" Target="../ink/ink150.xml"/><Relationship Id="rId218" Type="http://schemas.openxmlformats.org/officeDocument/2006/relationships/customXml" Target="../ink/ink178.xml"/><Relationship Id="rId425" Type="http://schemas.openxmlformats.org/officeDocument/2006/relationships/image" Target="../media/image2430.png"/><Relationship Id="rId467" Type="http://schemas.openxmlformats.org/officeDocument/2006/relationships/image" Target="../media/image2640.png"/><Relationship Id="rId271" Type="http://schemas.openxmlformats.org/officeDocument/2006/relationships/image" Target="../media/image1660.png"/><Relationship Id="rId24" Type="http://schemas.openxmlformats.org/officeDocument/2006/relationships/image" Target="../media/image4311.png"/><Relationship Id="rId66" Type="http://schemas.openxmlformats.org/officeDocument/2006/relationships/image" Target="../media/image6410.png"/><Relationship Id="rId131" Type="http://schemas.openxmlformats.org/officeDocument/2006/relationships/customXml" Target="../ink/ink134.xml"/><Relationship Id="rId327" Type="http://schemas.openxmlformats.org/officeDocument/2006/relationships/image" Target="../media/image1940.png"/><Relationship Id="rId369" Type="http://schemas.openxmlformats.org/officeDocument/2006/relationships/image" Target="../media/image2150.png"/><Relationship Id="rId534" Type="http://schemas.openxmlformats.org/officeDocument/2006/relationships/customXml" Target="../ink/ink336.xml"/><Relationship Id="rId576" Type="http://schemas.openxmlformats.org/officeDocument/2006/relationships/image" Target="../media/image3180.png"/><Relationship Id="rId173" Type="http://schemas.openxmlformats.org/officeDocument/2006/relationships/image" Target="../media/image11710.png"/><Relationship Id="rId229" Type="http://schemas.openxmlformats.org/officeDocument/2006/relationships/image" Target="../media/image1451.png"/><Relationship Id="rId380" Type="http://schemas.openxmlformats.org/officeDocument/2006/relationships/customXml" Target="../ink/ink259.xml"/><Relationship Id="rId436" Type="http://schemas.openxmlformats.org/officeDocument/2006/relationships/customXml" Target="../ink/ink287.xml"/><Relationship Id="rId601" Type="http://schemas.openxmlformats.org/officeDocument/2006/relationships/customXml" Target="../ink/ink370.xml"/><Relationship Id="rId240" Type="http://schemas.openxmlformats.org/officeDocument/2006/relationships/customXml" Target="../ink/ink189.xml"/><Relationship Id="rId478" Type="http://schemas.openxmlformats.org/officeDocument/2006/relationships/customXml" Target="../ink/ink308.xml"/><Relationship Id="rId35" Type="http://schemas.openxmlformats.org/officeDocument/2006/relationships/customXml" Target="../ink/ink86.xml"/><Relationship Id="rId77" Type="http://schemas.openxmlformats.org/officeDocument/2006/relationships/customXml" Target="../ink/ink107.xml"/><Relationship Id="rId100" Type="http://schemas.openxmlformats.org/officeDocument/2006/relationships/image" Target="../media/image8110.png"/><Relationship Id="rId282" Type="http://schemas.openxmlformats.org/officeDocument/2006/relationships/customXml" Target="../ink/ink210.xml"/><Relationship Id="rId338" Type="http://schemas.openxmlformats.org/officeDocument/2006/relationships/customXml" Target="../ink/ink238.xml"/><Relationship Id="rId503" Type="http://schemas.openxmlformats.org/officeDocument/2006/relationships/image" Target="../media/image2820.png"/><Relationship Id="rId545" Type="http://schemas.openxmlformats.org/officeDocument/2006/relationships/customXml" Target="../ink/ink342.xml"/><Relationship Id="rId587" Type="http://schemas.openxmlformats.org/officeDocument/2006/relationships/customXml" Target="../ink/ink363.xml"/><Relationship Id="rId8" Type="http://schemas.openxmlformats.org/officeDocument/2006/relationships/image" Target="../media/image2110.png"/><Relationship Id="rId142" Type="http://schemas.openxmlformats.org/officeDocument/2006/relationships/image" Target="../media/image10210.png"/><Relationship Id="rId184" Type="http://schemas.openxmlformats.org/officeDocument/2006/relationships/customXml" Target="../ink/ink161.xml"/><Relationship Id="rId391" Type="http://schemas.openxmlformats.org/officeDocument/2006/relationships/image" Target="../media/image2260.png"/><Relationship Id="rId405" Type="http://schemas.openxmlformats.org/officeDocument/2006/relationships/image" Target="../media/image2331.png"/><Relationship Id="rId447" Type="http://schemas.openxmlformats.org/officeDocument/2006/relationships/image" Target="../media/image2540.png"/><Relationship Id="rId612" Type="http://schemas.openxmlformats.org/officeDocument/2006/relationships/image" Target="../media/image3360.png"/><Relationship Id="rId251" Type="http://schemas.openxmlformats.org/officeDocument/2006/relationships/image" Target="../media/image1560.png"/><Relationship Id="rId489" Type="http://schemas.openxmlformats.org/officeDocument/2006/relationships/image" Target="../media/image2750.png"/><Relationship Id="rId46" Type="http://schemas.openxmlformats.org/officeDocument/2006/relationships/image" Target="../media/image5410.png"/><Relationship Id="rId293" Type="http://schemas.openxmlformats.org/officeDocument/2006/relationships/image" Target="../media/image1770.png"/><Relationship Id="rId307" Type="http://schemas.openxmlformats.org/officeDocument/2006/relationships/image" Target="../media/image1840.png"/><Relationship Id="rId349" Type="http://schemas.openxmlformats.org/officeDocument/2006/relationships/image" Target="../media/image2050.png"/><Relationship Id="rId514" Type="http://schemas.openxmlformats.org/officeDocument/2006/relationships/customXml" Target="../ink/ink326.xml"/><Relationship Id="rId556" Type="http://schemas.openxmlformats.org/officeDocument/2006/relationships/image" Target="../media/image3080.png"/><Relationship Id="rId88" Type="http://schemas.openxmlformats.org/officeDocument/2006/relationships/image" Target="../media/image7510.png"/><Relationship Id="rId111" Type="http://schemas.openxmlformats.org/officeDocument/2006/relationships/customXml" Target="../ink/ink124.xml"/><Relationship Id="rId153" Type="http://schemas.openxmlformats.org/officeDocument/2006/relationships/image" Target="../media/image10710.png"/><Relationship Id="rId195" Type="http://schemas.openxmlformats.org/officeDocument/2006/relationships/image" Target="../media/image12810.png"/><Relationship Id="rId209" Type="http://schemas.openxmlformats.org/officeDocument/2006/relationships/image" Target="../media/image1351.png"/><Relationship Id="rId360" Type="http://schemas.openxmlformats.org/officeDocument/2006/relationships/customXml" Target="../ink/ink249.xml"/><Relationship Id="rId416" Type="http://schemas.openxmlformats.org/officeDocument/2006/relationships/customXml" Target="../ink/ink277.xml"/><Relationship Id="rId598" Type="http://schemas.openxmlformats.org/officeDocument/2006/relationships/image" Target="../media/image3290.png"/><Relationship Id="rId220" Type="http://schemas.openxmlformats.org/officeDocument/2006/relationships/customXml" Target="../ink/ink179.xml"/><Relationship Id="rId458" Type="http://schemas.openxmlformats.org/officeDocument/2006/relationships/customXml" Target="../ink/ink298.xml"/><Relationship Id="rId15" Type="http://schemas.openxmlformats.org/officeDocument/2006/relationships/customXml" Target="../ink/ink76.xml"/><Relationship Id="rId57" Type="http://schemas.openxmlformats.org/officeDocument/2006/relationships/customXml" Target="../ink/ink97.xml"/><Relationship Id="rId262" Type="http://schemas.openxmlformats.org/officeDocument/2006/relationships/customXml" Target="../ink/ink200.xml"/><Relationship Id="rId318" Type="http://schemas.openxmlformats.org/officeDocument/2006/relationships/customXml" Target="../ink/ink228.xml"/><Relationship Id="rId525" Type="http://schemas.openxmlformats.org/officeDocument/2006/relationships/image" Target="../media/image2930.png"/><Relationship Id="rId567" Type="http://schemas.openxmlformats.org/officeDocument/2006/relationships/customXml" Target="../ink/ink353.xml"/><Relationship Id="rId99" Type="http://schemas.openxmlformats.org/officeDocument/2006/relationships/customXml" Target="../ink/ink118.xml"/><Relationship Id="rId122" Type="http://schemas.openxmlformats.org/officeDocument/2006/relationships/image" Target="../media/image9210.png"/><Relationship Id="rId164" Type="http://schemas.openxmlformats.org/officeDocument/2006/relationships/customXml" Target="../ink/ink151.xml"/><Relationship Id="rId371" Type="http://schemas.openxmlformats.org/officeDocument/2006/relationships/image" Target="../media/image2160.png"/><Relationship Id="rId427" Type="http://schemas.openxmlformats.org/officeDocument/2006/relationships/image" Target="../media/image2440.png"/><Relationship Id="rId469" Type="http://schemas.openxmlformats.org/officeDocument/2006/relationships/image" Target="../media/image2650.png"/><Relationship Id="rId26" Type="http://schemas.openxmlformats.org/officeDocument/2006/relationships/image" Target="../media/image4410.png"/><Relationship Id="rId231" Type="http://schemas.openxmlformats.org/officeDocument/2006/relationships/image" Target="../media/image1461.png"/><Relationship Id="rId273" Type="http://schemas.openxmlformats.org/officeDocument/2006/relationships/image" Target="../media/image1670.png"/><Relationship Id="rId329" Type="http://schemas.openxmlformats.org/officeDocument/2006/relationships/image" Target="../media/image1950.png"/><Relationship Id="rId480" Type="http://schemas.openxmlformats.org/officeDocument/2006/relationships/customXml" Target="../ink/ink309.xml"/><Relationship Id="rId536" Type="http://schemas.openxmlformats.org/officeDocument/2006/relationships/customXml" Target="../ink/ink337.xml"/><Relationship Id="rId68" Type="http://schemas.openxmlformats.org/officeDocument/2006/relationships/image" Target="../media/image6510.png"/><Relationship Id="rId133" Type="http://schemas.openxmlformats.org/officeDocument/2006/relationships/customXml" Target="../ink/ink135.xml"/><Relationship Id="rId175" Type="http://schemas.openxmlformats.org/officeDocument/2006/relationships/image" Target="../media/image11810.png"/><Relationship Id="rId340" Type="http://schemas.openxmlformats.org/officeDocument/2006/relationships/customXml" Target="../ink/ink239.xml"/><Relationship Id="rId578" Type="http://schemas.openxmlformats.org/officeDocument/2006/relationships/image" Target="../media/image3190.png"/><Relationship Id="rId200" Type="http://schemas.openxmlformats.org/officeDocument/2006/relationships/customXml" Target="../ink/ink169.xml"/><Relationship Id="rId382" Type="http://schemas.openxmlformats.org/officeDocument/2006/relationships/customXml" Target="../ink/ink260.xml"/><Relationship Id="rId438" Type="http://schemas.openxmlformats.org/officeDocument/2006/relationships/customXml" Target="../ink/ink288.xml"/><Relationship Id="rId603" Type="http://schemas.openxmlformats.org/officeDocument/2006/relationships/customXml" Target="../ink/ink371.xml"/><Relationship Id="rId242" Type="http://schemas.openxmlformats.org/officeDocument/2006/relationships/customXml" Target="../ink/ink190.xml"/><Relationship Id="rId284" Type="http://schemas.openxmlformats.org/officeDocument/2006/relationships/customXml" Target="../ink/ink211.xml"/><Relationship Id="rId491" Type="http://schemas.openxmlformats.org/officeDocument/2006/relationships/image" Target="../media/image2760.png"/><Relationship Id="rId505" Type="http://schemas.openxmlformats.org/officeDocument/2006/relationships/image" Target="../media/image2830.png"/><Relationship Id="rId37" Type="http://schemas.openxmlformats.org/officeDocument/2006/relationships/customXml" Target="../ink/ink87.xml"/><Relationship Id="rId79" Type="http://schemas.openxmlformats.org/officeDocument/2006/relationships/customXml" Target="../ink/ink108.xml"/><Relationship Id="rId102" Type="http://schemas.openxmlformats.org/officeDocument/2006/relationships/image" Target="../media/image8210.png"/><Relationship Id="rId144" Type="http://schemas.openxmlformats.org/officeDocument/2006/relationships/image" Target="../media/image10310.png"/><Relationship Id="rId547" Type="http://schemas.openxmlformats.org/officeDocument/2006/relationships/customXml" Target="../ink/ink343.xml"/><Relationship Id="rId589" Type="http://schemas.openxmlformats.org/officeDocument/2006/relationships/customXml" Target="../ink/ink364.xml"/><Relationship Id="rId90" Type="http://schemas.openxmlformats.org/officeDocument/2006/relationships/image" Target="../media/image7610.png"/><Relationship Id="rId186" Type="http://schemas.openxmlformats.org/officeDocument/2006/relationships/customXml" Target="../ink/ink162.xml"/><Relationship Id="rId351" Type="http://schemas.openxmlformats.org/officeDocument/2006/relationships/image" Target="../media/image2060.png"/><Relationship Id="rId393" Type="http://schemas.openxmlformats.org/officeDocument/2006/relationships/image" Target="../media/image2270.png"/><Relationship Id="rId407" Type="http://schemas.openxmlformats.org/officeDocument/2006/relationships/image" Target="../media/image2341.png"/><Relationship Id="rId449" Type="http://schemas.openxmlformats.org/officeDocument/2006/relationships/image" Target="../media/image2550.png"/><Relationship Id="rId614" Type="http://schemas.openxmlformats.org/officeDocument/2006/relationships/image" Target="../media/image3370.png"/><Relationship Id="rId211" Type="http://schemas.openxmlformats.org/officeDocument/2006/relationships/image" Target="../media/image1361.png"/><Relationship Id="rId253" Type="http://schemas.openxmlformats.org/officeDocument/2006/relationships/image" Target="../media/image1570.png"/><Relationship Id="rId295" Type="http://schemas.openxmlformats.org/officeDocument/2006/relationships/image" Target="../media/image1780.png"/><Relationship Id="rId309" Type="http://schemas.openxmlformats.org/officeDocument/2006/relationships/image" Target="../media/image1850.png"/><Relationship Id="rId460" Type="http://schemas.openxmlformats.org/officeDocument/2006/relationships/customXml" Target="../ink/ink299.xml"/><Relationship Id="rId516" Type="http://schemas.openxmlformats.org/officeDocument/2006/relationships/customXml" Target="../ink/ink327.xml"/><Relationship Id="rId48" Type="http://schemas.openxmlformats.org/officeDocument/2006/relationships/image" Target="../media/image5510.png"/><Relationship Id="rId113" Type="http://schemas.openxmlformats.org/officeDocument/2006/relationships/customXml" Target="../ink/ink125.xml"/><Relationship Id="rId320" Type="http://schemas.openxmlformats.org/officeDocument/2006/relationships/customXml" Target="../ink/ink229.xml"/><Relationship Id="rId558" Type="http://schemas.openxmlformats.org/officeDocument/2006/relationships/image" Target="../media/image3090.png"/><Relationship Id="rId155" Type="http://schemas.openxmlformats.org/officeDocument/2006/relationships/image" Target="../media/image10810.png"/><Relationship Id="rId197" Type="http://schemas.openxmlformats.org/officeDocument/2006/relationships/image" Target="../media/image12910.png"/><Relationship Id="rId362" Type="http://schemas.openxmlformats.org/officeDocument/2006/relationships/customXml" Target="../ink/ink250.xml"/><Relationship Id="rId418" Type="http://schemas.openxmlformats.org/officeDocument/2006/relationships/customXml" Target="../ink/ink278.xml"/><Relationship Id="rId222" Type="http://schemas.openxmlformats.org/officeDocument/2006/relationships/customXml" Target="../ink/ink180.xml"/><Relationship Id="rId264" Type="http://schemas.openxmlformats.org/officeDocument/2006/relationships/customXml" Target="../ink/ink201.xml"/><Relationship Id="rId471" Type="http://schemas.openxmlformats.org/officeDocument/2006/relationships/image" Target="../media/image2660.png"/><Relationship Id="rId17" Type="http://schemas.openxmlformats.org/officeDocument/2006/relationships/customXml" Target="../ink/ink77.xml"/><Relationship Id="rId59" Type="http://schemas.openxmlformats.org/officeDocument/2006/relationships/customXml" Target="../ink/ink98.xml"/><Relationship Id="rId124" Type="http://schemas.openxmlformats.org/officeDocument/2006/relationships/image" Target="../media/image9310.png"/><Relationship Id="rId527" Type="http://schemas.openxmlformats.org/officeDocument/2006/relationships/image" Target="../media/image2940.png"/><Relationship Id="rId569" Type="http://schemas.openxmlformats.org/officeDocument/2006/relationships/customXml" Target="../ink/ink354.xml"/><Relationship Id="rId70" Type="http://schemas.openxmlformats.org/officeDocument/2006/relationships/image" Target="../media/image6610.png"/><Relationship Id="rId166" Type="http://schemas.openxmlformats.org/officeDocument/2006/relationships/customXml" Target="../ink/ink152.xml"/><Relationship Id="rId331" Type="http://schemas.openxmlformats.org/officeDocument/2006/relationships/image" Target="../media/image1960.png"/><Relationship Id="rId373" Type="http://schemas.openxmlformats.org/officeDocument/2006/relationships/image" Target="../media/image2170.png"/><Relationship Id="rId429" Type="http://schemas.openxmlformats.org/officeDocument/2006/relationships/image" Target="../media/image2450.png"/><Relationship Id="rId580" Type="http://schemas.openxmlformats.org/officeDocument/2006/relationships/image" Target="../media/image3200.png"/><Relationship Id="rId1" Type="http://schemas.openxmlformats.org/officeDocument/2006/relationships/slideLayout" Target="../slideLayouts/slideLayout6.xml"/><Relationship Id="rId233" Type="http://schemas.openxmlformats.org/officeDocument/2006/relationships/image" Target="../media/image1470.png"/><Relationship Id="rId440" Type="http://schemas.openxmlformats.org/officeDocument/2006/relationships/customXml" Target="../ink/ink289.xml"/><Relationship Id="rId28" Type="http://schemas.openxmlformats.org/officeDocument/2006/relationships/image" Target="../media/image4511.png"/><Relationship Id="rId275" Type="http://schemas.openxmlformats.org/officeDocument/2006/relationships/image" Target="../media/image1680.png"/><Relationship Id="rId300" Type="http://schemas.openxmlformats.org/officeDocument/2006/relationships/customXml" Target="../ink/ink219.xml"/><Relationship Id="rId482" Type="http://schemas.openxmlformats.org/officeDocument/2006/relationships/customXml" Target="../ink/ink310.xml"/><Relationship Id="rId538" Type="http://schemas.openxmlformats.org/officeDocument/2006/relationships/customXml" Target="../ink/ink338.xml"/><Relationship Id="rId81" Type="http://schemas.openxmlformats.org/officeDocument/2006/relationships/customXml" Target="../ink/ink109.xml"/><Relationship Id="rId135" Type="http://schemas.openxmlformats.org/officeDocument/2006/relationships/customXml" Target="../ink/ink136.xml"/><Relationship Id="rId177" Type="http://schemas.openxmlformats.org/officeDocument/2006/relationships/image" Target="../media/image11910.png"/><Relationship Id="rId342" Type="http://schemas.openxmlformats.org/officeDocument/2006/relationships/customXml" Target="../ink/ink240.xml"/><Relationship Id="rId384" Type="http://schemas.openxmlformats.org/officeDocument/2006/relationships/customXml" Target="../ink/ink261.xml"/><Relationship Id="rId591" Type="http://schemas.openxmlformats.org/officeDocument/2006/relationships/customXml" Target="../ink/ink365.xml"/><Relationship Id="rId605" Type="http://schemas.openxmlformats.org/officeDocument/2006/relationships/customXml" Target="../ink/ink372.xml"/><Relationship Id="rId202" Type="http://schemas.openxmlformats.org/officeDocument/2006/relationships/customXml" Target="../ink/ink170.xml"/><Relationship Id="rId244" Type="http://schemas.openxmlformats.org/officeDocument/2006/relationships/customXml" Target="../ink/ink191.xml"/><Relationship Id="rId39" Type="http://schemas.openxmlformats.org/officeDocument/2006/relationships/customXml" Target="../ink/ink88.xml"/><Relationship Id="rId286" Type="http://schemas.openxmlformats.org/officeDocument/2006/relationships/customXml" Target="../ink/ink212.xml"/><Relationship Id="rId451" Type="http://schemas.openxmlformats.org/officeDocument/2006/relationships/image" Target="../media/image2560.png"/><Relationship Id="rId493" Type="http://schemas.openxmlformats.org/officeDocument/2006/relationships/image" Target="../media/image2770.png"/><Relationship Id="rId507" Type="http://schemas.openxmlformats.org/officeDocument/2006/relationships/image" Target="../media/image2840.png"/><Relationship Id="rId549" Type="http://schemas.openxmlformats.org/officeDocument/2006/relationships/customXml" Target="../ink/ink344.xml"/><Relationship Id="rId50" Type="http://schemas.openxmlformats.org/officeDocument/2006/relationships/image" Target="../media/image5610.png"/><Relationship Id="rId104" Type="http://schemas.openxmlformats.org/officeDocument/2006/relationships/image" Target="../media/image8310.png"/><Relationship Id="rId146" Type="http://schemas.openxmlformats.org/officeDocument/2006/relationships/customXml" Target="../ink/ink142.xml"/><Relationship Id="rId188" Type="http://schemas.openxmlformats.org/officeDocument/2006/relationships/customXml" Target="../ink/ink163.xml"/><Relationship Id="rId311" Type="http://schemas.openxmlformats.org/officeDocument/2006/relationships/image" Target="../media/image1860.png"/><Relationship Id="rId353" Type="http://schemas.openxmlformats.org/officeDocument/2006/relationships/image" Target="../media/image2070.png"/><Relationship Id="rId395" Type="http://schemas.openxmlformats.org/officeDocument/2006/relationships/image" Target="../media/image2280.png"/><Relationship Id="rId409" Type="http://schemas.openxmlformats.org/officeDocument/2006/relationships/image" Target="../media/image2351.png"/><Relationship Id="rId560" Type="http://schemas.openxmlformats.org/officeDocument/2006/relationships/image" Target="../media/image3100.png"/><Relationship Id="rId92" Type="http://schemas.openxmlformats.org/officeDocument/2006/relationships/image" Target="../media/image7710.png"/><Relationship Id="rId213" Type="http://schemas.openxmlformats.org/officeDocument/2006/relationships/image" Target="../media/image1371.png"/><Relationship Id="rId420" Type="http://schemas.openxmlformats.org/officeDocument/2006/relationships/customXml" Target="../ink/ink279.xml"/><Relationship Id="rId616" Type="http://schemas.openxmlformats.org/officeDocument/2006/relationships/image" Target="../media/image3380.png"/><Relationship Id="rId255" Type="http://schemas.openxmlformats.org/officeDocument/2006/relationships/image" Target="../media/image1580.png"/><Relationship Id="rId297" Type="http://schemas.openxmlformats.org/officeDocument/2006/relationships/image" Target="../media/image1790.png"/><Relationship Id="rId462" Type="http://schemas.openxmlformats.org/officeDocument/2006/relationships/customXml" Target="../ink/ink300.xml"/><Relationship Id="rId518" Type="http://schemas.openxmlformats.org/officeDocument/2006/relationships/customXml" Target="../ink/ink328.xml"/><Relationship Id="rId115" Type="http://schemas.openxmlformats.org/officeDocument/2006/relationships/customXml" Target="../ink/ink126.xml"/><Relationship Id="rId157" Type="http://schemas.openxmlformats.org/officeDocument/2006/relationships/image" Target="../media/image10910.png"/><Relationship Id="rId322" Type="http://schemas.openxmlformats.org/officeDocument/2006/relationships/customXml" Target="../ink/ink230.xml"/><Relationship Id="rId364" Type="http://schemas.openxmlformats.org/officeDocument/2006/relationships/customXml" Target="../ink/ink251.xml"/><Relationship Id="rId61" Type="http://schemas.openxmlformats.org/officeDocument/2006/relationships/customXml" Target="../ink/ink99.xml"/><Relationship Id="rId199" Type="http://schemas.openxmlformats.org/officeDocument/2006/relationships/image" Target="../media/image13010.png"/><Relationship Id="rId571" Type="http://schemas.openxmlformats.org/officeDocument/2006/relationships/customXml" Target="../ink/ink355.xml"/><Relationship Id="rId19" Type="http://schemas.openxmlformats.org/officeDocument/2006/relationships/customXml" Target="../ink/ink78.xml"/><Relationship Id="rId224" Type="http://schemas.openxmlformats.org/officeDocument/2006/relationships/customXml" Target="../ink/ink181.xml"/><Relationship Id="rId266" Type="http://schemas.openxmlformats.org/officeDocument/2006/relationships/customXml" Target="../ink/ink202.xml"/><Relationship Id="rId431" Type="http://schemas.openxmlformats.org/officeDocument/2006/relationships/image" Target="../media/image2460.png"/><Relationship Id="rId473" Type="http://schemas.openxmlformats.org/officeDocument/2006/relationships/image" Target="../media/image2670.png"/><Relationship Id="rId529" Type="http://schemas.openxmlformats.org/officeDocument/2006/relationships/image" Target="../media/image2950.png"/><Relationship Id="rId30" Type="http://schemas.openxmlformats.org/officeDocument/2006/relationships/image" Target="../media/image4610.png"/><Relationship Id="rId126" Type="http://schemas.openxmlformats.org/officeDocument/2006/relationships/image" Target="../media/image9410.png"/><Relationship Id="rId168" Type="http://schemas.openxmlformats.org/officeDocument/2006/relationships/customXml" Target="../ink/ink153.xml"/><Relationship Id="rId333" Type="http://schemas.openxmlformats.org/officeDocument/2006/relationships/image" Target="../media/image1970.png"/><Relationship Id="rId540" Type="http://schemas.openxmlformats.org/officeDocument/2006/relationships/customXml" Target="../ink/ink339.xml"/><Relationship Id="rId72" Type="http://schemas.openxmlformats.org/officeDocument/2006/relationships/image" Target="../media/image6710.png"/><Relationship Id="rId375" Type="http://schemas.openxmlformats.org/officeDocument/2006/relationships/image" Target="../media/image2180.png"/><Relationship Id="rId582" Type="http://schemas.openxmlformats.org/officeDocument/2006/relationships/image" Target="../media/image3211.png"/><Relationship Id="rId3" Type="http://schemas.openxmlformats.org/officeDocument/2006/relationships/image" Target="../media/image1510.png"/><Relationship Id="rId235" Type="http://schemas.openxmlformats.org/officeDocument/2006/relationships/image" Target="../media/image1480.png"/><Relationship Id="rId277" Type="http://schemas.openxmlformats.org/officeDocument/2006/relationships/image" Target="../media/image1690.png"/><Relationship Id="rId400" Type="http://schemas.openxmlformats.org/officeDocument/2006/relationships/customXml" Target="../ink/ink269.xml"/><Relationship Id="rId442" Type="http://schemas.openxmlformats.org/officeDocument/2006/relationships/customXml" Target="../ink/ink290.xml"/><Relationship Id="rId484" Type="http://schemas.openxmlformats.org/officeDocument/2006/relationships/customXml" Target="../ink/ink311.xml"/><Relationship Id="rId137" Type="http://schemas.openxmlformats.org/officeDocument/2006/relationships/customXml" Target="../ink/ink137.xml"/><Relationship Id="rId302" Type="http://schemas.openxmlformats.org/officeDocument/2006/relationships/customXml" Target="../ink/ink220.xml"/><Relationship Id="rId344" Type="http://schemas.openxmlformats.org/officeDocument/2006/relationships/customXml" Target="../ink/ink241.xml"/><Relationship Id="rId41" Type="http://schemas.openxmlformats.org/officeDocument/2006/relationships/customXml" Target="../ink/ink89.xml"/><Relationship Id="rId83" Type="http://schemas.openxmlformats.org/officeDocument/2006/relationships/customXml" Target="../ink/ink110.xml"/><Relationship Id="rId179" Type="http://schemas.openxmlformats.org/officeDocument/2006/relationships/image" Target="../media/image12010.png"/><Relationship Id="rId386" Type="http://schemas.openxmlformats.org/officeDocument/2006/relationships/customXml" Target="../ink/ink262.xml"/><Relationship Id="rId551" Type="http://schemas.openxmlformats.org/officeDocument/2006/relationships/customXml" Target="../ink/ink345.xml"/><Relationship Id="rId593" Type="http://schemas.openxmlformats.org/officeDocument/2006/relationships/customXml" Target="../ink/ink366.xml"/><Relationship Id="rId607" Type="http://schemas.openxmlformats.org/officeDocument/2006/relationships/customXml" Target="../ink/ink373.xml"/><Relationship Id="rId190" Type="http://schemas.openxmlformats.org/officeDocument/2006/relationships/customXml" Target="../ink/ink164.xml"/><Relationship Id="rId204" Type="http://schemas.openxmlformats.org/officeDocument/2006/relationships/customXml" Target="../ink/ink171.xml"/><Relationship Id="rId246" Type="http://schemas.openxmlformats.org/officeDocument/2006/relationships/customXml" Target="../ink/ink192.xml"/><Relationship Id="rId288" Type="http://schemas.openxmlformats.org/officeDocument/2006/relationships/customXml" Target="../ink/ink213.xml"/><Relationship Id="rId411" Type="http://schemas.openxmlformats.org/officeDocument/2006/relationships/image" Target="../media/image2360.png"/><Relationship Id="rId453" Type="http://schemas.openxmlformats.org/officeDocument/2006/relationships/image" Target="../media/image2570.png"/><Relationship Id="rId509" Type="http://schemas.openxmlformats.org/officeDocument/2006/relationships/image" Target="../media/image2850.png"/><Relationship Id="rId106" Type="http://schemas.openxmlformats.org/officeDocument/2006/relationships/image" Target="../media/image8410.png"/><Relationship Id="rId313" Type="http://schemas.openxmlformats.org/officeDocument/2006/relationships/image" Target="../media/image1870.png"/><Relationship Id="rId495" Type="http://schemas.openxmlformats.org/officeDocument/2006/relationships/image" Target="../media/image2780.png"/><Relationship Id="rId10" Type="http://schemas.openxmlformats.org/officeDocument/2006/relationships/image" Target="../media/image2710.png"/><Relationship Id="rId52" Type="http://schemas.openxmlformats.org/officeDocument/2006/relationships/image" Target="../media/image5710.png"/><Relationship Id="rId94" Type="http://schemas.openxmlformats.org/officeDocument/2006/relationships/image" Target="../media/image7810.png"/><Relationship Id="rId148" Type="http://schemas.openxmlformats.org/officeDocument/2006/relationships/customXml" Target="../ink/ink143.xml"/><Relationship Id="rId355" Type="http://schemas.openxmlformats.org/officeDocument/2006/relationships/image" Target="../media/image2080.png"/><Relationship Id="rId397" Type="http://schemas.openxmlformats.org/officeDocument/2006/relationships/image" Target="../media/image2290.png"/><Relationship Id="rId520" Type="http://schemas.openxmlformats.org/officeDocument/2006/relationships/customXml" Target="../ink/ink329.xml"/><Relationship Id="rId562" Type="http://schemas.openxmlformats.org/officeDocument/2006/relationships/image" Target="../media/image3111.png"/><Relationship Id="rId618" Type="http://schemas.openxmlformats.org/officeDocument/2006/relationships/image" Target="../media/image3390.png"/><Relationship Id="rId215" Type="http://schemas.openxmlformats.org/officeDocument/2006/relationships/image" Target="../media/image1381.png"/><Relationship Id="rId257" Type="http://schemas.openxmlformats.org/officeDocument/2006/relationships/image" Target="../media/image1590.png"/><Relationship Id="rId422" Type="http://schemas.openxmlformats.org/officeDocument/2006/relationships/customXml" Target="../ink/ink280.xml"/><Relationship Id="rId464" Type="http://schemas.openxmlformats.org/officeDocument/2006/relationships/customXml" Target="../ink/ink301.xml"/><Relationship Id="rId299" Type="http://schemas.openxmlformats.org/officeDocument/2006/relationships/image" Target="../media/image1800.png"/><Relationship Id="rId63" Type="http://schemas.openxmlformats.org/officeDocument/2006/relationships/customXml" Target="../ink/ink100.xml"/><Relationship Id="rId159" Type="http://schemas.openxmlformats.org/officeDocument/2006/relationships/image" Target="../media/image11010.png"/><Relationship Id="rId366" Type="http://schemas.openxmlformats.org/officeDocument/2006/relationships/customXml" Target="../ink/ink252.xml"/><Relationship Id="rId573" Type="http://schemas.openxmlformats.org/officeDocument/2006/relationships/customXml" Target="../ink/ink356.xml"/><Relationship Id="rId226" Type="http://schemas.openxmlformats.org/officeDocument/2006/relationships/customXml" Target="../ink/ink182.xml"/><Relationship Id="rId433" Type="http://schemas.openxmlformats.org/officeDocument/2006/relationships/image" Target="../media/image2470.png"/><Relationship Id="rId74" Type="http://schemas.openxmlformats.org/officeDocument/2006/relationships/image" Target="../media/image6810.png"/><Relationship Id="rId377" Type="http://schemas.openxmlformats.org/officeDocument/2006/relationships/image" Target="../media/image2190.png"/><Relationship Id="rId500" Type="http://schemas.openxmlformats.org/officeDocument/2006/relationships/customXml" Target="../ink/ink319.xml"/><Relationship Id="rId584" Type="http://schemas.openxmlformats.org/officeDocument/2006/relationships/image" Target="../media/image3220.png"/><Relationship Id="rId5" Type="http://schemas.openxmlformats.org/officeDocument/2006/relationships/customXml" Target="../ink/ink71.xml"/><Relationship Id="rId237" Type="http://schemas.openxmlformats.org/officeDocument/2006/relationships/image" Target="../media/image1490.png"/><Relationship Id="rId444" Type="http://schemas.openxmlformats.org/officeDocument/2006/relationships/customXml" Target="../ink/ink291.xml"/><Relationship Id="rId290" Type="http://schemas.openxmlformats.org/officeDocument/2006/relationships/customXml" Target="../ink/ink214.xml"/><Relationship Id="rId304" Type="http://schemas.openxmlformats.org/officeDocument/2006/relationships/customXml" Target="../ink/ink221.xml"/><Relationship Id="rId388" Type="http://schemas.openxmlformats.org/officeDocument/2006/relationships/customXml" Target="../ink/ink263.xml"/><Relationship Id="rId511" Type="http://schemas.openxmlformats.org/officeDocument/2006/relationships/image" Target="../media/image2860.png"/><Relationship Id="rId609" Type="http://schemas.openxmlformats.org/officeDocument/2006/relationships/customXml" Target="../ink/ink374.xml"/><Relationship Id="rId85" Type="http://schemas.openxmlformats.org/officeDocument/2006/relationships/customXml" Target="../ink/ink111.xml"/><Relationship Id="rId150" Type="http://schemas.openxmlformats.org/officeDocument/2006/relationships/customXml" Target="../ink/ink144.xml"/><Relationship Id="rId595" Type="http://schemas.openxmlformats.org/officeDocument/2006/relationships/customXml" Target="../ink/ink367.xml"/><Relationship Id="rId248" Type="http://schemas.openxmlformats.org/officeDocument/2006/relationships/customXml" Target="../ink/ink193.xml"/><Relationship Id="rId455" Type="http://schemas.openxmlformats.org/officeDocument/2006/relationships/image" Target="../media/image2580.png"/><Relationship Id="rId12" Type="http://schemas.openxmlformats.org/officeDocument/2006/relationships/image" Target="../media/image2811.png"/><Relationship Id="rId108" Type="http://schemas.openxmlformats.org/officeDocument/2006/relationships/image" Target="../media/image8510.png"/><Relationship Id="rId315" Type="http://schemas.openxmlformats.org/officeDocument/2006/relationships/image" Target="../media/image1880.png"/><Relationship Id="rId522" Type="http://schemas.openxmlformats.org/officeDocument/2006/relationships/customXml" Target="../ink/ink330.xml"/><Relationship Id="rId96" Type="http://schemas.openxmlformats.org/officeDocument/2006/relationships/image" Target="../media/image7910.png"/><Relationship Id="rId161" Type="http://schemas.openxmlformats.org/officeDocument/2006/relationships/image" Target="../media/image11110.png"/><Relationship Id="rId399" Type="http://schemas.openxmlformats.org/officeDocument/2006/relationships/image" Target="../media/image2300.png"/><Relationship Id="rId259" Type="http://schemas.openxmlformats.org/officeDocument/2006/relationships/image" Target="../media/image1600.png"/><Relationship Id="rId466" Type="http://schemas.openxmlformats.org/officeDocument/2006/relationships/customXml" Target="../ink/ink302.xml"/><Relationship Id="rId23" Type="http://schemas.openxmlformats.org/officeDocument/2006/relationships/customXml" Target="../ink/ink80.xml"/><Relationship Id="rId119" Type="http://schemas.openxmlformats.org/officeDocument/2006/relationships/customXml" Target="../ink/ink128.xml"/><Relationship Id="rId326" Type="http://schemas.openxmlformats.org/officeDocument/2006/relationships/customXml" Target="../ink/ink232.xml"/><Relationship Id="rId533" Type="http://schemas.openxmlformats.org/officeDocument/2006/relationships/image" Target="../media/image2970.png"/><Relationship Id="rId172" Type="http://schemas.openxmlformats.org/officeDocument/2006/relationships/customXml" Target="../ink/ink155.xml"/><Relationship Id="rId477" Type="http://schemas.openxmlformats.org/officeDocument/2006/relationships/image" Target="../media/image2690.png"/><Relationship Id="rId600" Type="http://schemas.openxmlformats.org/officeDocument/2006/relationships/image" Target="../media/image3300.png"/><Relationship Id="rId337" Type="http://schemas.openxmlformats.org/officeDocument/2006/relationships/image" Target="../media/image1990.png"/><Relationship Id="rId34" Type="http://schemas.openxmlformats.org/officeDocument/2006/relationships/image" Target="../media/image4810.png"/><Relationship Id="rId544" Type="http://schemas.openxmlformats.org/officeDocument/2006/relationships/image" Target="../media/image3020.png"/><Relationship Id="rId183" Type="http://schemas.openxmlformats.org/officeDocument/2006/relationships/image" Target="../media/image12210.png"/><Relationship Id="rId390" Type="http://schemas.openxmlformats.org/officeDocument/2006/relationships/customXml" Target="../ink/ink264.xml"/><Relationship Id="rId404" Type="http://schemas.openxmlformats.org/officeDocument/2006/relationships/customXml" Target="../ink/ink271.xml"/><Relationship Id="rId611" Type="http://schemas.openxmlformats.org/officeDocument/2006/relationships/customXml" Target="../ink/ink375.xml"/><Relationship Id="rId250" Type="http://schemas.openxmlformats.org/officeDocument/2006/relationships/customXml" Target="../ink/ink194.xml"/><Relationship Id="rId488" Type="http://schemas.openxmlformats.org/officeDocument/2006/relationships/customXml" Target="../ink/ink313.xml"/><Relationship Id="rId45" Type="http://schemas.openxmlformats.org/officeDocument/2006/relationships/customXml" Target="../ink/ink91.xml"/><Relationship Id="rId110" Type="http://schemas.openxmlformats.org/officeDocument/2006/relationships/image" Target="../media/image8610.png"/><Relationship Id="rId348" Type="http://schemas.openxmlformats.org/officeDocument/2006/relationships/customXml" Target="../ink/ink243.xml"/><Relationship Id="rId555" Type="http://schemas.openxmlformats.org/officeDocument/2006/relationships/customXml" Target="../ink/ink347.xml"/><Relationship Id="rId194" Type="http://schemas.openxmlformats.org/officeDocument/2006/relationships/customXml" Target="../ink/ink166.xml"/><Relationship Id="rId208" Type="http://schemas.openxmlformats.org/officeDocument/2006/relationships/customXml" Target="../ink/ink173.xml"/><Relationship Id="rId415" Type="http://schemas.openxmlformats.org/officeDocument/2006/relationships/image" Target="../media/image2380.png"/><Relationship Id="rId622" Type="http://schemas.openxmlformats.org/officeDocument/2006/relationships/image" Target="../media/image3411.png"/><Relationship Id="rId261" Type="http://schemas.openxmlformats.org/officeDocument/2006/relationships/image" Target="../media/image1610.png"/><Relationship Id="rId499" Type="http://schemas.openxmlformats.org/officeDocument/2006/relationships/image" Target="../media/image2800.png"/><Relationship Id="rId56" Type="http://schemas.openxmlformats.org/officeDocument/2006/relationships/image" Target="../media/image5910.png"/><Relationship Id="rId359" Type="http://schemas.openxmlformats.org/officeDocument/2006/relationships/image" Target="../media/image2100.png"/><Relationship Id="rId566" Type="http://schemas.openxmlformats.org/officeDocument/2006/relationships/image" Target="../media/image3130.png"/><Relationship Id="rId121" Type="http://schemas.openxmlformats.org/officeDocument/2006/relationships/customXml" Target="../ink/ink129.xml"/><Relationship Id="rId219" Type="http://schemas.openxmlformats.org/officeDocument/2006/relationships/image" Target="../media/image1401.png"/><Relationship Id="rId426" Type="http://schemas.openxmlformats.org/officeDocument/2006/relationships/customXml" Target="../ink/ink282.xml"/><Relationship Id="rId67" Type="http://schemas.openxmlformats.org/officeDocument/2006/relationships/customXml" Target="../ink/ink102.xml"/><Relationship Id="rId272" Type="http://schemas.openxmlformats.org/officeDocument/2006/relationships/customXml" Target="../ink/ink205.xml"/><Relationship Id="rId577" Type="http://schemas.openxmlformats.org/officeDocument/2006/relationships/customXml" Target="../ink/ink358.xml"/><Relationship Id="rId132" Type="http://schemas.openxmlformats.org/officeDocument/2006/relationships/image" Target="../media/image9710.png"/></Relationships>
</file>

<file path=ppt/slides/_rels/slide10.xml.rels><?xml version="1.0" encoding="UTF-8" standalone="yes"?>
<Relationships xmlns="http://schemas.openxmlformats.org/package/2006/relationships"><Relationship Id="rId8" Type="http://schemas.openxmlformats.org/officeDocument/2006/relationships/image" Target="../media/image2810.png"/><Relationship Id="rId3" Type="http://schemas.openxmlformats.org/officeDocument/2006/relationships/image" Target="../media/image4310.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11" Type="http://schemas.openxmlformats.org/officeDocument/2006/relationships/image" Target="../media/image3430.png"/><Relationship Id="rId5" Type="http://schemas.openxmlformats.org/officeDocument/2006/relationships/image" Target="../media/image4510.png"/><Relationship Id="rId10" Type="http://schemas.openxmlformats.org/officeDocument/2006/relationships/customXml" Target="../ink/ink381.xml"/><Relationship Id="rId4" Type="http://schemas.openxmlformats.org/officeDocument/2006/relationships/image" Target="../media/image1710.png"/><Relationship Id="rId9" Type="http://schemas.openxmlformats.org/officeDocument/2006/relationships/image" Target="../media/image3010.png"/></Relationships>
</file>

<file path=ppt/slides/_rels/slide11.xml.rels><?xml version="1.0" encoding="UTF-8" standalone="yes"?>
<Relationships xmlns="http://schemas.openxmlformats.org/package/2006/relationships"><Relationship Id="rId3" Type="http://schemas.openxmlformats.org/officeDocument/2006/relationships/image" Target="../media/image5000.png"/><Relationship Id="rId7" Type="http://schemas.openxmlformats.org/officeDocument/2006/relationships/image" Target="../media/image540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300.png"/><Relationship Id="rId5" Type="http://schemas.openxmlformats.org/officeDocument/2006/relationships/image" Target="../media/image2210.png"/><Relationship Id="rId4" Type="http://schemas.openxmlformats.org/officeDocument/2006/relationships/image" Target="../media/image220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5.jpeg"/><Relationship Id="rId4" Type="http://schemas.openxmlformats.org/officeDocument/2006/relationships/image" Target="../media/image5600.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6000.png"/><Relationship Id="rId4" Type="http://schemas.openxmlformats.org/officeDocument/2006/relationships/image" Target="../media/image5900.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10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6300.png"/></Relationships>
</file>

<file path=ppt/slides/_rels/slide15.xml.rels><?xml version="1.0" encoding="UTF-8" standalone="yes"?>
<Relationships xmlns="http://schemas.openxmlformats.org/package/2006/relationships"><Relationship Id="rId3" Type="http://schemas.openxmlformats.org/officeDocument/2006/relationships/image" Target="../media/image6600.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6800.png"/><Relationship Id="rId4" Type="http://schemas.openxmlformats.org/officeDocument/2006/relationships/image" Target="../media/image670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17" Type="http://schemas.openxmlformats.org/officeDocument/2006/relationships/customXml" Target="../ink/ink440.xml"/><Relationship Id="rId299" Type="http://schemas.openxmlformats.org/officeDocument/2006/relationships/customXml" Target="../ink/ink532.xml"/><Relationship Id="rId21" Type="http://schemas.openxmlformats.org/officeDocument/2006/relationships/image" Target="../media/image1320.png"/><Relationship Id="rId63" Type="http://schemas.openxmlformats.org/officeDocument/2006/relationships/image" Target="../media/image1344.png"/><Relationship Id="rId159" Type="http://schemas.openxmlformats.org/officeDocument/2006/relationships/customXml" Target="../ink/ink461.xml"/><Relationship Id="rId324" Type="http://schemas.openxmlformats.org/officeDocument/2006/relationships/image" Target="../media/image1487.png"/><Relationship Id="rId366" Type="http://schemas.openxmlformats.org/officeDocument/2006/relationships/customXml" Target="../ink/ink566.xml"/><Relationship Id="rId170" Type="http://schemas.openxmlformats.org/officeDocument/2006/relationships/image" Target="../media/image1403.png"/><Relationship Id="rId226" Type="http://schemas.openxmlformats.org/officeDocument/2006/relationships/customXml" Target="../ink/ink495.xml"/><Relationship Id="rId433" Type="http://schemas.openxmlformats.org/officeDocument/2006/relationships/image" Target="../media/image1548.png"/><Relationship Id="rId268" Type="http://schemas.openxmlformats.org/officeDocument/2006/relationships/image" Target="../media/image1456.png"/><Relationship Id="rId32" Type="http://schemas.openxmlformats.org/officeDocument/2006/relationships/customXml" Target="../ink/ink397.xml"/><Relationship Id="rId74" Type="http://schemas.openxmlformats.org/officeDocument/2006/relationships/customXml" Target="../ink/ink418.xml"/><Relationship Id="rId128" Type="http://schemas.openxmlformats.org/officeDocument/2006/relationships/image" Target="../media/image1379.png"/><Relationship Id="rId335" Type="http://schemas.openxmlformats.org/officeDocument/2006/relationships/customXml" Target="../ink/ink550.xml"/><Relationship Id="rId377" Type="http://schemas.openxmlformats.org/officeDocument/2006/relationships/image" Target="../media/image1517.png"/><Relationship Id="rId5" Type="http://schemas.openxmlformats.org/officeDocument/2006/relationships/image" Target="../media/image1259.png"/><Relationship Id="rId181" Type="http://schemas.openxmlformats.org/officeDocument/2006/relationships/customXml" Target="../ink/ink472.xml"/><Relationship Id="rId237" Type="http://schemas.openxmlformats.org/officeDocument/2006/relationships/customXml" Target="../ink/ink501.xml"/><Relationship Id="rId279" Type="http://schemas.openxmlformats.org/officeDocument/2006/relationships/customXml" Target="../ink/ink522.xml"/><Relationship Id="rId444" Type="http://schemas.openxmlformats.org/officeDocument/2006/relationships/customXml" Target="../ink/ink602.xml"/><Relationship Id="rId43" Type="http://schemas.openxmlformats.org/officeDocument/2006/relationships/image" Target="../media/image1333.png"/><Relationship Id="rId139" Type="http://schemas.openxmlformats.org/officeDocument/2006/relationships/customXml" Target="../ink/ink451.xml"/><Relationship Id="rId290" Type="http://schemas.openxmlformats.org/officeDocument/2006/relationships/image" Target="../media/image1468.png"/><Relationship Id="rId304" Type="http://schemas.openxmlformats.org/officeDocument/2006/relationships/image" Target="../media/image1476.png"/><Relationship Id="rId346" Type="http://schemas.openxmlformats.org/officeDocument/2006/relationships/customXml" Target="../ink/ink556.xml"/><Relationship Id="rId388" Type="http://schemas.openxmlformats.org/officeDocument/2006/relationships/customXml" Target="../ink/ink577.xml"/><Relationship Id="rId85" Type="http://schemas.openxmlformats.org/officeDocument/2006/relationships/image" Target="../media/image1356.png"/><Relationship Id="rId150" Type="http://schemas.openxmlformats.org/officeDocument/2006/relationships/image" Target="../media/image1392.png"/><Relationship Id="rId192" Type="http://schemas.openxmlformats.org/officeDocument/2006/relationships/image" Target="../media/image1415.png"/><Relationship Id="rId206" Type="http://schemas.openxmlformats.org/officeDocument/2006/relationships/customXml" Target="../ink/ink485.xml"/><Relationship Id="rId413" Type="http://schemas.openxmlformats.org/officeDocument/2006/relationships/image" Target="../media/image1537.png"/><Relationship Id="rId248" Type="http://schemas.openxmlformats.org/officeDocument/2006/relationships/image" Target="../media/image1445.png"/><Relationship Id="rId455" Type="http://schemas.openxmlformats.org/officeDocument/2006/relationships/image" Target="../media/image1561.png"/><Relationship Id="rId12" Type="http://schemas.openxmlformats.org/officeDocument/2006/relationships/customXml" Target="../ink/ink387.xml"/><Relationship Id="rId108" Type="http://schemas.openxmlformats.org/officeDocument/2006/relationships/customXml" Target="../ink/ink435.xml"/><Relationship Id="rId315" Type="http://schemas.openxmlformats.org/officeDocument/2006/relationships/customXml" Target="../ink/ink540.xml"/><Relationship Id="rId357" Type="http://schemas.openxmlformats.org/officeDocument/2006/relationships/image" Target="../media/image1505.png"/><Relationship Id="rId54" Type="http://schemas.openxmlformats.org/officeDocument/2006/relationships/customXml" Target="../ink/ink408.xml"/><Relationship Id="rId96" Type="http://schemas.openxmlformats.org/officeDocument/2006/relationships/customXml" Target="../ink/ink429.xml"/><Relationship Id="rId161" Type="http://schemas.openxmlformats.org/officeDocument/2006/relationships/customXml" Target="../ink/ink462.xml"/><Relationship Id="rId217" Type="http://schemas.openxmlformats.org/officeDocument/2006/relationships/image" Target="../media/image1428.png"/><Relationship Id="rId259" Type="http://schemas.openxmlformats.org/officeDocument/2006/relationships/customXml" Target="../ink/ink512.xml"/><Relationship Id="rId424" Type="http://schemas.openxmlformats.org/officeDocument/2006/relationships/customXml" Target="../ink/ink592.xml"/><Relationship Id="rId23" Type="http://schemas.openxmlformats.org/officeDocument/2006/relationships/image" Target="../media/image1321.png"/><Relationship Id="rId119" Type="http://schemas.openxmlformats.org/officeDocument/2006/relationships/customXml" Target="../ink/ink441.xml"/><Relationship Id="rId270" Type="http://schemas.openxmlformats.org/officeDocument/2006/relationships/image" Target="../media/image1457.png"/><Relationship Id="rId326" Type="http://schemas.openxmlformats.org/officeDocument/2006/relationships/image" Target="../media/image1488.png"/><Relationship Id="rId65" Type="http://schemas.openxmlformats.org/officeDocument/2006/relationships/image" Target="../media/image1345.png"/><Relationship Id="rId130" Type="http://schemas.openxmlformats.org/officeDocument/2006/relationships/image" Target="../media/image1380.png"/><Relationship Id="rId368" Type="http://schemas.openxmlformats.org/officeDocument/2006/relationships/customXml" Target="../ink/ink567.xml"/><Relationship Id="rId172" Type="http://schemas.openxmlformats.org/officeDocument/2006/relationships/image" Target="../media/image1404.png"/><Relationship Id="rId228" Type="http://schemas.openxmlformats.org/officeDocument/2006/relationships/customXml" Target="../ink/ink496.xml"/><Relationship Id="rId435" Type="http://schemas.openxmlformats.org/officeDocument/2006/relationships/image" Target="../media/image1549.png"/><Relationship Id="rId281" Type="http://schemas.openxmlformats.org/officeDocument/2006/relationships/customXml" Target="../ink/ink523.xml"/><Relationship Id="rId337" Type="http://schemas.openxmlformats.org/officeDocument/2006/relationships/customXml" Target="../ink/ink551.xml"/><Relationship Id="rId34" Type="http://schemas.openxmlformats.org/officeDocument/2006/relationships/customXml" Target="../ink/ink398.xml"/><Relationship Id="rId76" Type="http://schemas.openxmlformats.org/officeDocument/2006/relationships/customXml" Target="../ink/ink419.xml"/><Relationship Id="rId141" Type="http://schemas.openxmlformats.org/officeDocument/2006/relationships/customXml" Target="../ink/ink452.xml"/><Relationship Id="rId379" Type="http://schemas.openxmlformats.org/officeDocument/2006/relationships/image" Target="../media/image1518.png"/><Relationship Id="rId7" Type="http://schemas.openxmlformats.org/officeDocument/2006/relationships/image" Target="../media/image1260.png"/><Relationship Id="rId183" Type="http://schemas.openxmlformats.org/officeDocument/2006/relationships/customXml" Target="../ink/ink473.xml"/><Relationship Id="rId239" Type="http://schemas.openxmlformats.org/officeDocument/2006/relationships/customXml" Target="../ink/ink502.xml"/><Relationship Id="rId390" Type="http://schemas.openxmlformats.org/officeDocument/2006/relationships/customXml" Target="../ink/ink578.xml"/><Relationship Id="rId446" Type="http://schemas.openxmlformats.org/officeDocument/2006/relationships/customXml" Target="../ink/ink603.xml"/><Relationship Id="rId250" Type="http://schemas.openxmlformats.org/officeDocument/2006/relationships/image" Target="../media/image1446.png"/><Relationship Id="rId292" Type="http://schemas.openxmlformats.org/officeDocument/2006/relationships/image" Target="../media/image1469.png"/><Relationship Id="rId306" Type="http://schemas.openxmlformats.org/officeDocument/2006/relationships/image" Target="../media/image1477.png"/><Relationship Id="rId45" Type="http://schemas.openxmlformats.org/officeDocument/2006/relationships/image" Target="../media/image1334.png"/><Relationship Id="rId87" Type="http://schemas.openxmlformats.org/officeDocument/2006/relationships/image" Target="../media/image1357.png"/><Relationship Id="rId110" Type="http://schemas.openxmlformats.org/officeDocument/2006/relationships/customXml" Target="../ink/ink436.xml"/><Relationship Id="rId348" Type="http://schemas.openxmlformats.org/officeDocument/2006/relationships/customXml" Target="../ink/ink557.xml"/><Relationship Id="rId152" Type="http://schemas.openxmlformats.org/officeDocument/2006/relationships/image" Target="../media/image1393.png"/><Relationship Id="rId194" Type="http://schemas.openxmlformats.org/officeDocument/2006/relationships/image" Target="../media/image1416.png"/><Relationship Id="rId208" Type="http://schemas.openxmlformats.org/officeDocument/2006/relationships/customXml" Target="../ink/ink486.xml"/><Relationship Id="rId415" Type="http://schemas.openxmlformats.org/officeDocument/2006/relationships/image" Target="../media/image1538.png"/><Relationship Id="rId457" Type="http://schemas.openxmlformats.org/officeDocument/2006/relationships/image" Target="../media/image1562.png"/><Relationship Id="rId261" Type="http://schemas.openxmlformats.org/officeDocument/2006/relationships/customXml" Target="../ink/ink513.xml"/><Relationship Id="rId14" Type="http://schemas.openxmlformats.org/officeDocument/2006/relationships/customXml" Target="../ink/ink388.xml"/><Relationship Id="rId56" Type="http://schemas.openxmlformats.org/officeDocument/2006/relationships/customXml" Target="../ink/ink409.xml"/><Relationship Id="rId317" Type="http://schemas.openxmlformats.org/officeDocument/2006/relationships/customXml" Target="../ink/ink541.xml"/><Relationship Id="rId359" Type="http://schemas.openxmlformats.org/officeDocument/2006/relationships/image" Target="../media/image1506.png"/><Relationship Id="rId98" Type="http://schemas.openxmlformats.org/officeDocument/2006/relationships/customXml" Target="../ink/ink430.xml"/><Relationship Id="rId121" Type="http://schemas.openxmlformats.org/officeDocument/2006/relationships/customXml" Target="../ink/ink442.xml"/><Relationship Id="rId163" Type="http://schemas.openxmlformats.org/officeDocument/2006/relationships/customXml" Target="../ink/ink463.xml"/><Relationship Id="rId219" Type="http://schemas.openxmlformats.org/officeDocument/2006/relationships/image" Target="../media/image1429.png"/><Relationship Id="rId370" Type="http://schemas.openxmlformats.org/officeDocument/2006/relationships/customXml" Target="../ink/ink568.xml"/><Relationship Id="rId426" Type="http://schemas.openxmlformats.org/officeDocument/2006/relationships/customXml" Target="../ink/ink593.xml"/><Relationship Id="rId230" Type="http://schemas.openxmlformats.org/officeDocument/2006/relationships/customXml" Target="../ink/ink497.xml"/><Relationship Id="rId25" Type="http://schemas.openxmlformats.org/officeDocument/2006/relationships/image" Target="../media/image1322.png"/><Relationship Id="rId67" Type="http://schemas.openxmlformats.org/officeDocument/2006/relationships/image" Target="../media/image1346.png"/><Relationship Id="rId272" Type="http://schemas.openxmlformats.org/officeDocument/2006/relationships/image" Target="../media/image1458.png"/><Relationship Id="rId328" Type="http://schemas.openxmlformats.org/officeDocument/2006/relationships/image" Target="../media/image1489.png"/><Relationship Id="rId132" Type="http://schemas.openxmlformats.org/officeDocument/2006/relationships/image" Target="../media/image1382.png"/><Relationship Id="rId174" Type="http://schemas.openxmlformats.org/officeDocument/2006/relationships/image" Target="../media/image1405.png"/><Relationship Id="rId381" Type="http://schemas.openxmlformats.org/officeDocument/2006/relationships/image" Target="../media/image1519.png"/><Relationship Id="rId241" Type="http://schemas.openxmlformats.org/officeDocument/2006/relationships/customXml" Target="../ink/ink503.xml"/><Relationship Id="rId437" Type="http://schemas.openxmlformats.org/officeDocument/2006/relationships/image" Target="../media/image1551.png"/><Relationship Id="rId36" Type="http://schemas.openxmlformats.org/officeDocument/2006/relationships/customXml" Target="../ink/ink399.xml"/><Relationship Id="rId283" Type="http://schemas.openxmlformats.org/officeDocument/2006/relationships/customXml" Target="../ink/ink524.xml"/><Relationship Id="rId339" Type="http://schemas.openxmlformats.org/officeDocument/2006/relationships/customXml" Target="../ink/ink552.xml"/><Relationship Id="rId78" Type="http://schemas.openxmlformats.org/officeDocument/2006/relationships/customXml" Target="../ink/ink420.xml"/><Relationship Id="rId101" Type="http://schemas.openxmlformats.org/officeDocument/2006/relationships/image" Target="../media/image1365.png"/><Relationship Id="rId143" Type="http://schemas.openxmlformats.org/officeDocument/2006/relationships/customXml" Target="../ink/ink453.xml"/><Relationship Id="rId185" Type="http://schemas.openxmlformats.org/officeDocument/2006/relationships/customXml" Target="../ink/ink474.xml"/><Relationship Id="rId350" Type="http://schemas.openxmlformats.org/officeDocument/2006/relationships/customXml" Target="../ink/ink558.xml"/><Relationship Id="rId406" Type="http://schemas.openxmlformats.org/officeDocument/2006/relationships/customXml" Target="../ink/ink583.xml"/><Relationship Id="rId9" Type="http://schemas.openxmlformats.org/officeDocument/2006/relationships/image" Target="../media/image1262.png"/><Relationship Id="rId210" Type="http://schemas.openxmlformats.org/officeDocument/2006/relationships/customXml" Target="../ink/ink487.xml"/><Relationship Id="rId392" Type="http://schemas.openxmlformats.org/officeDocument/2006/relationships/customXml" Target="../ink/ink579.xml"/><Relationship Id="rId448" Type="http://schemas.openxmlformats.org/officeDocument/2006/relationships/customXml" Target="../ink/ink604.xml"/><Relationship Id="rId252" Type="http://schemas.openxmlformats.org/officeDocument/2006/relationships/image" Target="../media/image1447.png"/><Relationship Id="rId294" Type="http://schemas.openxmlformats.org/officeDocument/2006/relationships/image" Target="../media/image1471.png"/><Relationship Id="rId308" Type="http://schemas.openxmlformats.org/officeDocument/2006/relationships/image" Target="../media/image1478.png"/><Relationship Id="rId47" Type="http://schemas.openxmlformats.org/officeDocument/2006/relationships/image" Target="../media/image1335.png"/><Relationship Id="rId89" Type="http://schemas.openxmlformats.org/officeDocument/2006/relationships/image" Target="../media/image1358.png"/><Relationship Id="rId112" Type="http://schemas.openxmlformats.org/officeDocument/2006/relationships/customXml" Target="../ink/ink437.xml"/><Relationship Id="rId154" Type="http://schemas.openxmlformats.org/officeDocument/2006/relationships/image" Target="../media/image1394.png"/><Relationship Id="rId361" Type="http://schemas.openxmlformats.org/officeDocument/2006/relationships/image" Target="../media/image1507.png"/><Relationship Id="rId196" Type="http://schemas.openxmlformats.org/officeDocument/2006/relationships/image" Target="../media/image1417.png"/><Relationship Id="rId417" Type="http://schemas.openxmlformats.org/officeDocument/2006/relationships/image" Target="../media/image1539.png"/><Relationship Id="rId459" Type="http://schemas.openxmlformats.org/officeDocument/2006/relationships/image" Target="../media/image1563.png"/><Relationship Id="rId16" Type="http://schemas.openxmlformats.org/officeDocument/2006/relationships/customXml" Target="../ink/ink389.xml"/><Relationship Id="rId221" Type="http://schemas.openxmlformats.org/officeDocument/2006/relationships/image" Target="../media/image1430.png"/><Relationship Id="rId263" Type="http://schemas.openxmlformats.org/officeDocument/2006/relationships/customXml" Target="../ink/ink514.xml"/><Relationship Id="rId319" Type="http://schemas.openxmlformats.org/officeDocument/2006/relationships/customXml" Target="../ink/ink542.xml"/><Relationship Id="rId58" Type="http://schemas.openxmlformats.org/officeDocument/2006/relationships/customXml" Target="../ink/ink410.xml"/><Relationship Id="rId123" Type="http://schemas.openxmlformats.org/officeDocument/2006/relationships/customXml" Target="../ink/ink443.xml"/><Relationship Id="rId330" Type="http://schemas.openxmlformats.org/officeDocument/2006/relationships/image" Target="../media/image1491.png"/><Relationship Id="rId165" Type="http://schemas.openxmlformats.org/officeDocument/2006/relationships/customXml" Target="../ink/ink464.xml"/><Relationship Id="rId372" Type="http://schemas.openxmlformats.org/officeDocument/2006/relationships/customXml" Target="../ink/ink569.xml"/><Relationship Id="rId428" Type="http://schemas.openxmlformats.org/officeDocument/2006/relationships/customXml" Target="../ink/ink594.xml"/><Relationship Id="rId232" Type="http://schemas.openxmlformats.org/officeDocument/2006/relationships/customXml" Target="../ink/ink498.xml"/><Relationship Id="rId274" Type="http://schemas.openxmlformats.org/officeDocument/2006/relationships/image" Target="../media/image1459.png"/><Relationship Id="rId27" Type="http://schemas.openxmlformats.org/officeDocument/2006/relationships/image" Target="../media/image1323.png"/><Relationship Id="rId69" Type="http://schemas.openxmlformats.org/officeDocument/2006/relationships/image" Target="../media/image1347.png"/><Relationship Id="rId134" Type="http://schemas.openxmlformats.org/officeDocument/2006/relationships/image" Target="../media/image1383.png"/><Relationship Id="rId80" Type="http://schemas.openxmlformats.org/officeDocument/2006/relationships/customXml" Target="../ink/ink421.xml"/><Relationship Id="rId176" Type="http://schemas.openxmlformats.org/officeDocument/2006/relationships/image" Target="../media/image1406.png"/><Relationship Id="rId341" Type="http://schemas.openxmlformats.org/officeDocument/2006/relationships/customXml" Target="../ink/ink553.xml"/><Relationship Id="rId383" Type="http://schemas.openxmlformats.org/officeDocument/2006/relationships/image" Target="../media/image1521.png"/><Relationship Id="rId439" Type="http://schemas.openxmlformats.org/officeDocument/2006/relationships/image" Target="../media/image1552.png"/><Relationship Id="rId201" Type="http://schemas.openxmlformats.org/officeDocument/2006/relationships/customXml" Target="../ink/ink482.xml"/><Relationship Id="rId243" Type="http://schemas.openxmlformats.org/officeDocument/2006/relationships/customXml" Target="../ink/ink504.xml"/><Relationship Id="rId285" Type="http://schemas.openxmlformats.org/officeDocument/2006/relationships/customXml" Target="../ink/ink525.xml"/><Relationship Id="rId450" Type="http://schemas.openxmlformats.org/officeDocument/2006/relationships/customXml" Target="../ink/ink605.xml"/><Relationship Id="rId38" Type="http://schemas.openxmlformats.org/officeDocument/2006/relationships/customXml" Target="../ink/ink400.xml"/><Relationship Id="rId103" Type="http://schemas.openxmlformats.org/officeDocument/2006/relationships/image" Target="../media/image1366.png"/><Relationship Id="rId310" Type="http://schemas.openxmlformats.org/officeDocument/2006/relationships/image" Target="../media/image1479.png"/><Relationship Id="rId91" Type="http://schemas.openxmlformats.org/officeDocument/2006/relationships/image" Target="../media/image1359.png"/><Relationship Id="rId145" Type="http://schemas.openxmlformats.org/officeDocument/2006/relationships/customXml" Target="../ink/ink454.xml"/><Relationship Id="rId187" Type="http://schemas.openxmlformats.org/officeDocument/2006/relationships/customXml" Target="../ink/ink475.xml"/><Relationship Id="rId352" Type="http://schemas.openxmlformats.org/officeDocument/2006/relationships/customXml" Target="../ink/ink559.xml"/><Relationship Id="rId394" Type="http://schemas.openxmlformats.org/officeDocument/2006/relationships/customXml" Target="../ink/ink580.xml"/><Relationship Id="rId408" Type="http://schemas.openxmlformats.org/officeDocument/2006/relationships/customXml" Target="../ink/ink584.xml"/><Relationship Id="rId212" Type="http://schemas.openxmlformats.org/officeDocument/2006/relationships/customXml" Target="../ink/ink488.xml"/><Relationship Id="rId254" Type="http://schemas.openxmlformats.org/officeDocument/2006/relationships/image" Target="../media/image1448.png"/><Relationship Id="rId49" Type="http://schemas.openxmlformats.org/officeDocument/2006/relationships/image" Target="../media/image1336.png"/><Relationship Id="rId114" Type="http://schemas.openxmlformats.org/officeDocument/2006/relationships/customXml" Target="../ink/ink438.xml"/><Relationship Id="rId296" Type="http://schemas.openxmlformats.org/officeDocument/2006/relationships/image" Target="../media/image1472.png"/><Relationship Id="rId60" Type="http://schemas.openxmlformats.org/officeDocument/2006/relationships/customXml" Target="../ink/ink411.xml"/><Relationship Id="rId156" Type="http://schemas.openxmlformats.org/officeDocument/2006/relationships/image" Target="../media/image1395.png"/><Relationship Id="rId198" Type="http://schemas.openxmlformats.org/officeDocument/2006/relationships/image" Target="../media/image1418.png"/><Relationship Id="rId321" Type="http://schemas.openxmlformats.org/officeDocument/2006/relationships/customXml" Target="../ink/ink543.xml"/><Relationship Id="rId363" Type="http://schemas.openxmlformats.org/officeDocument/2006/relationships/image" Target="../media/image1508.png"/><Relationship Id="rId419" Type="http://schemas.openxmlformats.org/officeDocument/2006/relationships/image" Target="../media/image1541.png"/><Relationship Id="rId223" Type="http://schemas.openxmlformats.org/officeDocument/2006/relationships/image" Target="../media/image1432.png"/><Relationship Id="rId430" Type="http://schemas.openxmlformats.org/officeDocument/2006/relationships/customXml" Target="../ink/ink595.xml"/><Relationship Id="rId18" Type="http://schemas.openxmlformats.org/officeDocument/2006/relationships/customXml" Target="../ink/ink390.xml"/><Relationship Id="rId265" Type="http://schemas.openxmlformats.org/officeDocument/2006/relationships/customXml" Target="../ink/ink515.xml"/><Relationship Id="rId125" Type="http://schemas.openxmlformats.org/officeDocument/2006/relationships/customXml" Target="../ink/ink444.xml"/><Relationship Id="rId167" Type="http://schemas.openxmlformats.org/officeDocument/2006/relationships/customXml" Target="../ink/ink465.xml"/><Relationship Id="rId332" Type="http://schemas.openxmlformats.org/officeDocument/2006/relationships/image" Target="../media/image1492.png"/><Relationship Id="rId374" Type="http://schemas.openxmlformats.org/officeDocument/2006/relationships/customXml" Target="../ink/ink570.xml"/><Relationship Id="rId71" Type="http://schemas.openxmlformats.org/officeDocument/2006/relationships/image" Target="../media/image1348.png"/><Relationship Id="rId92" Type="http://schemas.openxmlformats.org/officeDocument/2006/relationships/customXml" Target="../ink/ink427.xml"/><Relationship Id="rId213" Type="http://schemas.openxmlformats.org/officeDocument/2006/relationships/image" Target="../media/image1426.png"/><Relationship Id="rId234" Type="http://schemas.openxmlformats.org/officeDocument/2006/relationships/customXml" Target="../ink/ink499.xml"/><Relationship Id="rId420" Type="http://schemas.openxmlformats.org/officeDocument/2006/relationships/customXml" Target="../ink/ink590.xml"/><Relationship Id="rId2" Type="http://schemas.openxmlformats.org/officeDocument/2006/relationships/customXml" Target="../ink/ink382.xml"/><Relationship Id="rId29" Type="http://schemas.openxmlformats.org/officeDocument/2006/relationships/image" Target="../media/image1324.png"/><Relationship Id="rId255" Type="http://schemas.openxmlformats.org/officeDocument/2006/relationships/customXml" Target="../ink/ink510.xml"/><Relationship Id="rId276" Type="http://schemas.openxmlformats.org/officeDocument/2006/relationships/image" Target="../media/image1460.png"/><Relationship Id="rId297" Type="http://schemas.openxmlformats.org/officeDocument/2006/relationships/customXml" Target="../ink/ink531.xml"/><Relationship Id="rId441" Type="http://schemas.openxmlformats.org/officeDocument/2006/relationships/image" Target="../media/image1553.png"/><Relationship Id="rId40" Type="http://schemas.openxmlformats.org/officeDocument/2006/relationships/customXml" Target="../ink/ink401.xml"/><Relationship Id="rId115" Type="http://schemas.openxmlformats.org/officeDocument/2006/relationships/customXml" Target="../ink/ink439.xml"/><Relationship Id="rId136" Type="http://schemas.openxmlformats.org/officeDocument/2006/relationships/image" Target="../media/image1384.png"/><Relationship Id="rId157" Type="http://schemas.openxmlformats.org/officeDocument/2006/relationships/customXml" Target="../ink/ink460.xml"/><Relationship Id="rId178" Type="http://schemas.openxmlformats.org/officeDocument/2006/relationships/image" Target="../media/image1407.png"/><Relationship Id="rId301" Type="http://schemas.openxmlformats.org/officeDocument/2006/relationships/customXml" Target="../ink/ink533.xml"/><Relationship Id="rId322" Type="http://schemas.openxmlformats.org/officeDocument/2006/relationships/image" Target="../media/image1486.png"/><Relationship Id="rId343" Type="http://schemas.openxmlformats.org/officeDocument/2006/relationships/customXml" Target="../ink/ink554.xml"/><Relationship Id="rId364" Type="http://schemas.openxmlformats.org/officeDocument/2006/relationships/customXml" Target="../ink/ink565.xml"/><Relationship Id="rId61" Type="http://schemas.openxmlformats.org/officeDocument/2006/relationships/image" Target="../media/image1343.png"/><Relationship Id="rId82" Type="http://schemas.openxmlformats.org/officeDocument/2006/relationships/customXml" Target="../ink/ink422.xml"/><Relationship Id="rId199" Type="http://schemas.openxmlformats.org/officeDocument/2006/relationships/customXml" Target="../ink/ink481.xml"/><Relationship Id="rId203" Type="http://schemas.openxmlformats.org/officeDocument/2006/relationships/customXml" Target="../ink/ink483.xml"/><Relationship Id="rId385" Type="http://schemas.openxmlformats.org/officeDocument/2006/relationships/image" Target="../media/image1522.png"/><Relationship Id="rId19" Type="http://schemas.openxmlformats.org/officeDocument/2006/relationships/image" Target="../media/image1319.png"/><Relationship Id="rId224" Type="http://schemas.openxmlformats.org/officeDocument/2006/relationships/customXml" Target="../ink/ink494.xml"/><Relationship Id="rId245" Type="http://schemas.openxmlformats.org/officeDocument/2006/relationships/customXml" Target="../ink/ink505.xml"/><Relationship Id="rId266" Type="http://schemas.openxmlformats.org/officeDocument/2006/relationships/image" Target="../media/image1455.png"/><Relationship Id="rId287" Type="http://schemas.openxmlformats.org/officeDocument/2006/relationships/customXml" Target="../ink/ink526.xml"/><Relationship Id="rId410" Type="http://schemas.openxmlformats.org/officeDocument/2006/relationships/customXml" Target="../ink/ink585.xml"/><Relationship Id="rId431" Type="http://schemas.openxmlformats.org/officeDocument/2006/relationships/image" Target="../media/image1547.png"/><Relationship Id="rId452" Type="http://schemas.openxmlformats.org/officeDocument/2006/relationships/customXml" Target="../ink/ink606.xml"/><Relationship Id="rId30" Type="http://schemas.openxmlformats.org/officeDocument/2006/relationships/customXml" Target="../ink/ink396.xml"/><Relationship Id="rId105" Type="http://schemas.openxmlformats.org/officeDocument/2006/relationships/image" Target="../media/image1367.png"/><Relationship Id="rId126" Type="http://schemas.openxmlformats.org/officeDocument/2006/relationships/image" Target="../media/image1378.png"/><Relationship Id="rId147" Type="http://schemas.openxmlformats.org/officeDocument/2006/relationships/customXml" Target="../ink/ink455.xml"/><Relationship Id="rId168" Type="http://schemas.openxmlformats.org/officeDocument/2006/relationships/image" Target="../media/image1402.png"/><Relationship Id="rId312" Type="http://schemas.openxmlformats.org/officeDocument/2006/relationships/image" Target="../media/image1481.png"/><Relationship Id="rId333" Type="http://schemas.openxmlformats.org/officeDocument/2006/relationships/customXml" Target="../ink/ink549.xml"/><Relationship Id="rId354" Type="http://schemas.openxmlformats.org/officeDocument/2006/relationships/customXml" Target="../ink/ink560.xml"/><Relationship Id="rId51" Type="http://schemas.openxmlformats.org/officeDocument/2006/relationships/image" Target="../media/image1337.png"/><Relationship Id="rId72" Type="http://schemas.openxmlformats.org/officeDocument/2006/relationships/customXml" Target="../ink/ink417.xml"/><Relationship Id="rId93" Type="http://schemas.openxmlformats.org/officeDocument/2006/relationships/image" Target="../media/image1360.png"/><Relationship Id="rId189" Type="http://schemas.openxmlformats.org/officeDocument/2006/relationships/customXml" Target="../ink/ink476.xml"/><Relationship Id="rId375" Type="http://schemas.openxmlformats.org/officeDocument/2006/relationships/image" Target="../media/image1516.png"/><Relationship Id="rId396" Type="http://schemas.openxmlformats.org/officeDocument/2006/relationships/customXml" Target="../ink/ink581.xml"/><Relationship Id="rId3" Type="http://schemas.openxmlformats.org/officeDocument/2006/relationships/image" Target="../media/image928.png"/><Relationship Id="rId214" Type="http://schemas.openxmlformats.org/officeDocument/2006/relationships/customXml" Target="../ink/ink489.xml"/><Relationship Id="rId235" Type="http://schemas.openxmlformats.org/officeDocument/2006/relationships/image" Target="../media/image1438.png"/><Relationship Id="rId256" Type="http://schemas.openxmlformats.org/officeDocument/2006/relationships/image" Target="../media/image1449.png"/><Relationship Id="rId277" Type="http://schemas.openxmlformats.org/officeDocument/2006/relationships/customXml" Target="../ink/ink521.xml"/><Relationship Id="rId298" Type="http://schemas.openxmlformats.org/officeDocument/2006/relationships/image" Target="../media/image1473.png"/><Relationship Id="rId421" Type="http://schemas.openxmlformats.org/officeDocument/2006/relationships/image" Target="../media/image1542.png"/><Relationship Id="rId442" Type="http://schemas.openxmlformats.org/officeDocument/2006/relationships/customXml" Target="../ink/ink601.xml"/><Relationship Id="rId116" Type="http://schemas.openxmlformats.org/officeDocument/2006/relationships/image" Target="../media/image1373.png"/><Relationship Id="rId137" Type="http://schemas.openxmlformats.org/officeDocument/2006/relationships/customXml" Target="../ink/ink450.xml"/><Relationship Id="rId158" Type="http://schemas.openxmlformats.org/officeDocument/2006/relationships/image" Target="../media/image1396.png"/><Relationship Id="rId302" Type="http://schemas.openxmlformats.org/officeDocument/2006/relationships/image" Target="../media/image1475.png"/><Relationship Id="rId323" Type="http://schemas.openxmlformats.org/officeDocument/2006/relationships/customXml" Target="../ink/ink544.xml"/><Relationship Id="rId344" Type="http://schemas.openxmlformats.org/officeDocument/2006/relationships/customXml" Target="../ink/ink555.xml"/><Relationship Id="rId20" Type="http://schemas.openxmlformats.org/officeDocument/2006/relationships/customXml" Target="../ink/ink391.xml"/><Relationship Id="rId41" Type="http://schemas.openxmlformats.org/officeDocument/2006/relationships/image" Target="../media/image1332.png"/><Relationship Id="rId62" Type="http://schemas.openxmlformats.org/officeDocument/2006/relationships/customXml" Target="../ink/ink412.xml"/><Relationship Id="rId83" Type="http://schemas.openxmlformats.org/officeDocument/2006/relationships/image" Target="../media/image1355.png"/><Relationship Id="rId179" Type="http://schemas.openxmlformats.org/officeDocument/2006/relationships/customXml" Target="../ink/ink471.xml"/><Relationship Id="rId365" Type="http://schemas.openxmlformats.org/officeDocument/2006/relationships/image" Target="../media/image1509.png"/><Relationship Id="rId386" Type="http://schemas.openxmlformats.org/officeDocument/2006/relationships/customXml" Target="../ink/ink576.xml"/><Relationship Id="rId190" Type="http://schemas.openxmlformats.org/officeDocument/2006/relationships/image" Target="../media/image1414.png"/><Relationship Id="rId204" Type="http://schemas.openxmlformats.org/officeDocument/2006/relationships/customXml" Target="../ink/ink484.xml"/><Relationship Id="rId225" Type="http://schemas.openxmlformats.org/officeDocument/2006/relationships/image" Target="../media/image1433.png"/><Relationship Id="rId246" Type="http://schemas.openxmlformats.org/officeDocument/2006/relationships/image" Target="../media/image1444.png"/><Relationship Id="rId267" Type="http://schemas.openxmlformats.org/officeDocument/2006/relationships/customXml" Target="../ink/ink516.xml"/><Relationship Id="rId288" Type="http://schemas.openxmlformats.org/officeDocument/2006/relationships/image" Target="../media/image1467.png"/><Relationship Id="rId411" Type="http://schemas.openxmlformats.org/officeDocument/2006/relationships/image" Target="../media/image1536.png"/><Relationship Id="rId432" Type="http://schemas.openxmlformats.org/officeDocument/2006/relationships/customXml" Target="../ink/ink596.xml"/><Relationship Id="rId453" Type="http://schemas.openxmlformats.org/officeDocument/2006/relationships/image" Target="../media/image1559.png"/><Relationship Id="rId106" Type="http://schemas.openxmlformats.org/officeDocument/2006/relationships/customXml" Target="../ink/ink434.xml"/><Relationship Id="rId127" Type="http://schemas.openxmlformats.org/officeDocument/2006/relationships/customXml" Target="../ink/ink445.xml"/><Relationship Id="rId313" Type="http://schemas.openxmlformats.org/officeDocument/2006/relationships/customXml" Target="../ink/ink539.xml"/><Relationship Id="rId10" Type="http://schemas.openxmlformats.org/officeDocument/2006/relationships/customXml" Target="../ink/ink386.xml"/><Relationship Id="rId31" Type="http://schemas.openxmlformats.org/officeDocument/2006/relationships/image" Target="../media/image1325.png"/><Relationship Id="rId52" Type="http://schemas.openxmlformats.org/officeDocument/2006/relationships/customXml" Target="../ink/ink407.xml"/><Relationship Id="rId73" Type="http://schemas.openxmlformats.org/officeDocument/2006/relationships/image" Target="../media/image1349.png"/><Relationship Id="rId94" Type="http://schemas.openxmlformats.org/officeDocument/2006/relationships/customXml" Target="../ink/ink428.xml"/><Relationship Id="rId148" Type="http://schemas.openxmlformats.org/officeDocument/2006/relationships/image" Target="../media/image1390.png"/><Relationship Id="rId169" Type="http://schemas.openxmlformats.org/officeDocument/2006/relationships/customXml" Target="../ink/ink466.xml"/><Relationship Id="rId334" Type="http://schemas.openxmlformats.org/officeDocument/2006/relationships/image" Target="../media/image1493.png"/><Relationship Id="rId355" Type="http://schemas.openxmlformats.org/officeDocument/2006/relationships/image" Target="../media/image1504.png"/><Relationship Id="rId376" Type="http://schemas.openxmlformats.org/officeDocument/2006/relationships/customXml" Target="../ink/ink571.xml"/><Relationship Id="rId397" Type="http://schemas.openxmlformats.org/officeDocument/2006/relationships/image" Target="../media/image1528.png"/><Relationship Id="rId4" Type="http://schemas.openxmlformats.org/officeDocument/2006/relationships/customXml" Target="../ink/ink383.xml"/><Relationship Id="rId180" Type="http://schemas.openxmlformats.org/officeDocument/2006/relationships/image" Target="../media/image1408.png"/><Relationship Id="rId215" Type="http://schemas.openxmlformats.org/officeDocument/2006/relationships/image" Target="../media/image1427.png"/><Relationship Id="rId236" Type="http://schemas.openxmlformats.org/officeDocument/2006/relationships/customXml" Target="../ink/ink500.xml"/><Relationship Id="rId257" Type="http://schemas.openxmlformats.org/officeDocument/2006/relationships/customXml" Target="../ink/ink511.xml"/><Relationship Id="rId278" Type="http://schemas.openxmlformats.org/officeDocument/2006/relationships/image" Target="../media/image1462.png"/><Relationship Id="rId422" Type="http://schemas.openxmlformats.org/officeDocument/2006/relationships/customXml" Target="../ink/ink591.xml"/><Relationship Id="rId443" Type="http://schemas.openxmlformats.org/officeDocument/2006/relationships/image" Target="../media/image1554.png"/><Relationship Id="rId303" Type="http://schemas.openxmlformats.org/officeDocument/2006/relationships/customXml" Target="../ink/ink534.xml"/><Relationship Id="rId42" Type="http://schemas.openxmlformats.org/officeDocument/2006/relationships/customXml" Target="../ink/ink402.xml"/><Relationship Id="rId84" Type="http://schemas.openxmlformats.org/officeDocument/2006/relationships/customXml" Target="../ink/ink423.xml"/><Relationship Id="rId138" Type="http://schemas.openxmlformats.org/officeDocument/2006/relationships/image" Target="../media/image1385.png"/><Relationship Id="rId345" Type="http://schemas.openxmlformats.org/officeDocument/2006/relationships/image" Target="../media/image1498.png"/><Relationship Id="rId387" Type="http://schemas.openxmlformats.org/officeDocument/2006/relationships/image" Target="../media/image1523.png"/><Relationship Id="rId191" Type="http://schemas.openxmlformats.org/officeDocument/2006/relationships/customXml" Target="../ink/ink477.xml"/><Relationship Id="rId205" Type="http://schemas.openxmlformats.org/officeDocument/2006/relationships/image" Target="../media/image1422.png"/><Relationship Id="rId247" Type="http://schemas.openxmlformats.org/officeDocument/2006/relationships/customXml" Target="../ink/ink506.xml"/><Relationship Id="rId412" Type="http://schemas.openxmlformats.org/officeDocument/2006/relationships/customXml" Target="../ink/ink586.xml"/><Relationship Id="rId107" Type="http://schemas.openxmlformats.org/officeDocument/2006/relationships/image" Target="../media/image1368.png"/><Relationship Id="rId289" Type="http://schemas.openxmlformats.org/officeDocument/2006/relationships/customXml" Target="../ink/ink527.xml"/><Relationship Id="rId454" Type="http://schemas.openxmlformats.org/officeDocument/2006/relationships/customXml" Target="../ink/ink607.xml"/><Relationship Id="rId11" Type="http://schemas.openxmlformats.org/officeDocument/2006/relationships/image" Target="../media/image1263.png"/><Relationship Id="rId53" Type="http://schemas.openxmlformats.org/officeDocument/2006/relationships/image" Target="../media/image1338.png"/><Relationship Id="rId149" Type="http://schemas.openxmlformats.org/officeDocument/2006/relationships/customXml" Target="../ink/ink456.xml"/><Relationship Id="rId314" Type="http://schemas.openxmlformats.org/officeDocument/2006/relationships/image" Target="../media/image1482.png"/><Relationship Id="rId356" Type="http://schemas.openxmlformats.org/officeDocument/2006/relationships/customXml" Target="../ink/ink561.xml"/><Relationship Id="rId398" Type="http://schemas.openxmlformats.org/officeDocument/2006/relationships/customXml" Target="../ink/ink582.xml"/><Relationship Id="rId95" Type="http://schemas.openxmlformats.org/officeDocument/2006/relationships/image" Target="../media/image1362.png"/><Relationship Id="rId160" Type="http://schemas.openxmlformats.org/officeDocument/2006/relationships/image" Target="../media/image1397.png"/><Relationship Id="rId216" Type="http://schemas.openxmlformats.org/officeDocument/2006/relationships/customXml" Target="../ink/ink490.xml"/><Relationship Id="rId423" Type="http://schemas.openxmlformats.org/officeDocument/2006/relationships/image" Target="../media/image1543.png"/><Relationship Id="rId258" Type="http://schemas.openxmlformats.org/officeDocument/2006/relationships/image" Target="../media/image1450.png"/><Relationship Id="rId22" Type="http://schemas.openxmlformats.org/officeDocument/2006/relationships/customXml" Target="../ink/ink392.xml"/><Relationship Id="rId64" Type="http://schemas.openxmlformats.org/officeDocument/2006/relationships/customXml" Target="../ink/ink413.xml"/><Relationship Id="rId118" Type="http://schemas.openxmlformats.org/officeDocument/2006/relationships/image" Target="../media/image1374.png"/><Relationship Id="rId325" Type="http://schemas.openxmlformats.org/officeDocument/2006/relationships/customXml" Target="../ink/ink545.xml"/><Relationship Id="rId367" Type="http://schemas.openxmlformats.org/officeDocument/2006/relationships/image" Target="../media/image1512.png"/><Relationship Id="rId171" Type="http://schemas.openxmlformats.org/officeDocument/2006/relationships/customXml" Target="../ink/ink467.xml"/><Relationship Id="rId227" Type="http://schemas.openxmlformats.org/officeDocument/2006/relationships/image" Target="../media/image1434.png"/><Relationship Id="rId269" Type="http://schemas.openxmlformats.org/officeDocument/2006/relationships/customXml" Target="../ink/ink517.xml"/><Relationship Id="rId434" Type="http://schemas.openxmlformats.org/officeDocument/2006/relationships/customXml" Target="../ink/ink597.xml"/><Relationship Id="rId33" Type="http://schemas.openxmlformats.org/officeDocument/2006/relationships/image" Target="../media/image1327.png"/><Relationship Id="rId129" Type="http://schemas.openxmlformats.org/officeDocument/2006/relationships/customXml" Target="../ink/ink446.xml"/><Relationship Id="rId280" Type="http://schemas.openxmlformats.org/officeDocument/2006/relationships/image" Target="../media/image1463.png"/><Relationship Id="rId336" Type="http://schemas.openxmlformats.org/officeDocument/2006/relationships/image" Target="../media/image1494.png"/><Relationship Id="rId75" Type="http://schemas.openxmlformats.org/officeDocument/2006/relationships/image" Target="../media/image1350.png"/><Relationship Id="rId140" Type="http://schemas.openxmlformats.org/officeDocument/2006/relationships/image" Target="../media/image1386.png"/><Relationship Id="rId182" Type="http://schemas.openxmlformats.org/officeDocument/2006/relationships/image" Target="../media/image1409.png"/><Relationship Id="rId378" Type="http://schemas.openxmlformats.org/officeDocument/2006/relationships/customXml" Target="../ink/ink572.xml"/><Relationship Id="rId6" Type="http://schemas.openxmlformats.org/officeDocument/2006/relationships/customXml" Target="../ink/ink384.xml"/><Relationship Id="rId238" Type="http://schemas.openxmlformats.org/officeDocument/2006/relationships/image" Target="../media/image1439.png"/><Relationship Id="rId445" Type="http://schemas.openxmlformats.org/officeDocument/2006/relationships/image" Target="../media/image1555.png"/><Relationship Id="rId291" Type="http://schemas.openxmlformats.org/officeDocument/2006/relationships/customXml" Target="../ink/ink528.xml"/><Relationship Id="rId305" Type="http://schemas.openxmlformats.org/officeDocument/2006/relationships/customXml" Target="../ink/ink535.xml"/><Relationship Id="rId347" Type="http://schemas.openxmlformats.org/officeDocument/2006/relationships/image" Target="../media/image1499.png"/><Relationship Id="rId44" Type="http://schemas.openxmlformats.org/officeDocument/2006/relationships/customXml" Target="../ink/ink403.xml"/><Relationship Id="rId86" Type="http://schemas.openxmlformats.org/officeDocument/2006/relationships/customXml" Target="../ink/ink424.xml"/><Relationship Id="rId151" Type="http://schemas.openxmlformats.org/officeDocument/2006/relationships/customXml" Target="../ink/ink457.xml"/><Relationship Id="rId389" Type="http://schemas.openxmlformats.org/officeDocument/2006/relationships/image" Target="../media/image1524.png"/><Relationship Id="rId193" Type="http://schemas.openxmlformats.org/officeDocument/2006/relationships/customXml" Target="../ink/ink478.xml"/><Relationship Id="rId207" Type="http://schemas.openxmlformats.org/officeDocument/2006/relationships/image" Target="../media/image1423.png"/><Relationship Id="rId249" Type="http://schemas.openxmlformats.org/officeDocument/2006/relationships/customXml" Target="../ink/ink507.xml"/><Relationship Id="rId414" Type="http://schemas.openxmlformats.org/officeDocument/2006/relationships/customXml" Target="../ink/ink587.xml"/><Relationship Id="rId456" Type="http://schemas.openxmlformats.org/officeDocument/2006/relationships/customXml" Target="../ink/ink608.xml"/><Relationship Id="rId13" Type="http://schemas.openxmlformats.org/officeDocument/2006/relationships/image" Target="../media/image1316.png"/><Relationship Id="rId109" Type="http://schemas.openxmlformats.org/officeDocument/2006/relationships/image" Target="../media/image1369.png"/><Relationship Id="rId260" Type="http://schemas.openxmlformats.org/officeDocument/2006/relationships/image" Target="../media/image1452.png"/><Relationship Id="rId316" Type="http://schemas.openxmlformats.org/officeDocument/2006/relationships/image" Target="../media/image1483.png"/><Relationship Id="rId55" Type="http://schemas.openxmlformats.org/officeDocument/2006/relationships/image" Target="../media/image1339.png"/><Relationship Id="rId97" Type="http://schemas.openxmlformats.org/officeDocument/2006/relationships/image" Target="../media/image1363.png"/><Relationship Id="rId120" Type="http://schemas.openxmlformats.org/officeDocument/2006/relationships/image" Target="../media/image1375.png"/><Relationship Id="rId358" Type="http://schemas.openxmlformats.org/officeDocument/2006/relationships/customXml" Target="../ink/ink562.xml"/><Relationship Id="rId162" Type="http://schemas.openxmlformats.org/officeDocument/2006/relationships/image" Target="../media/image1398.png"/><Relationship Id="rId218" Type="http://schemas.openxmlformats.org/officeDocument/2006/relationships/customXml" Target="../ink/ink491.xml"/><Relationship Id="rId425" Type="http://schemas.openxmlformats.org/officeDocument/2006/relationships/image" Target="../media/image1544.png"/><Relationship Id="rId271" Type="http://schemas.openxmlformats.org/officeDocument/2006/relationships/customXml" Target="../ink/ink518.xml"/><Relationship Id="rId24" Type="http://schemas.openxmlformats.org/officeDocument/2006/relationships/customXml" Target="../ink/ink393.xml"/><Relationship Id="rId66" Type="http://schemas.openxmlformats.org/officeDocument/2006/relationships/customXml" Target="../ink/ink414.xml"/><Relationship Id="rId131" Type="http://schemas.openxmlformats.org/officeDocument/2006/relationships/customXml" Target="../ink/ink447.xml"/><Relationship Id="rId327" Type="http://schemas.openxmlformats.org/officeDocument/2006/relationships/customXml" Target="../ink/ink546.xml"/><Relationship Id="rId369" Type="http://schemas.openxmlformats.org/officeDocument/2006/relationships/image" Target="../media/image1513.png"/><Relationship Id="rId173" Type="http://schemas.openxmlformats.org/officeDocument/2006/relationships/customXml" Target="../ink/ink468.xml"/><Relationship Id="rId229" Type="http://schemas.openxmlformats.org/officeDocument/2006/relationships/image" Target="../media/image1435.png"/><Relationship Id="rId380" Type="http://schemas.openxmlformats.org/officeDocument/2006/relationships/customXml" Target="../ink/ink573.xml"/><Relationship Id="rId436" Type="http://schemas.openxmlformats.org/officeDocument/2006/relationships/customXml" Target="../ink/ink598.xml"/><Relationship Id="rId240" Type="http://schemas.openxmlformats.org/officeDocument/2006/relationships/image" Target="../media/image1440.png"/><Relationship Id="rId35" Type="http://schemas.openxmlformats.org/officeDocument/2006/relationships/image" Target="../media/image1328.png"/><Relationship Id="rId77" Type="http://schemas.openxmlformats.org/officeDocument/2006/relationships/image" Target="../media/image1352.png"/><Relationship Id="rId100" Type="http://schemas.openxmlformats.org/officeDocument/2006/relationships/customXml" Target="../ink/ink431.xml"/><Relationship Id="rId282" Type="http://schemas.openxmlformats.org/officeDocument/2006/relationships/image" Target="../media/image1464.png"/><Relationship Id="rId338" Type="http://schemas.openxmlformats.org/officeDocument/2006/relationships/image" Target="../media/image1495.png"/><Relationship Id="rId8" Type="http://schemas.openxmlformats.org/officeDocument/2006/relationships/customXml" Target="../ink/ink385.xml"/><Relationship Id="rId142" Type="http://schemas.openxmlformats.org/officeDocument/2006/relationships/image" Target="../media/image1387.png"/><Relationship Id="rId184" Type="http://schemas.openxmlformats.org/officeDocument/2006/relationships/image" Target="../media/image1410.png"/><Relationship Id="rId391" Type="http://schemas.openxmlformats.org/officeDocument/2006/relationships/image" Target="../media/image1525.png"/><Relationship Id="rId405" Type="http://schemas.openxmlformats.org/officeDocument/2006/relationships/image" Target="../media/image1533.png"/><Relationship Id="rId447" Type="http://schemas.openxmlformats.org/officeDocument/2006/relationships/image" Target="../media/image1556.png"/><Relationship Id="rId251" Type="http://schemas.openxmlformats.org/officeDocument/2006/relationships/customXml" Target="../ink/ink508.xml"/><Relationship Id="rId46" Type="http://schemas.openxmlformats.org/officeDocument/2006/relationships/customXml" Target="../ink/ink404.xml"/><Relationship Id="rId293" Type="http://schemas.openxmlformats.org/officeDocument/2006/relationships/customXml" Target="../ink/ink529.xml"/><Relationship Id="rId307" Type="http://schemas.openxmlformats.org/officeDocument/2006/relationships/customXml" Target="../ink/ink536.xml"/><Relationship Id="rId349" Type="http://schemas.openxmlformats.org/officeDocument/2006/relationships/image" Target="../media/image1501.png"/><Relationship Id="rId88" Type="http://schemas.openxmlformats.org/officeDocument/2006/relationships/customXml" Target="../ink/ink425.xml"/><Relationship Id="rId111" Type="http://schemas.openxmlformats.org/officeDocument/2006/relationships/image" Target="../media/image1370.png"/><Relationship Id="rId153" Type="http://schemas.openxmlformats.org/officeDocument/2006/relationships/customXml" Target="../ink/ink458.xml"/><Relationship Id="rId195" Type="http://schemas.openxmlformats.org/officeDocument/2006/relationships/customXml" Target="../ink/ink479.xml"/><Relationship Id="rId209" Type="http://schemas.openxmlformats.org/officeDocument/2006/relationships/image" Target="../media/image1424.png"/><Relationship Id="rId360" Type="http://schemas.openxmlformats.org/officeDocument/2006/relationships/customXml" Target="../ink/ink563.xml"/><Relationship Id="rId416" Type="http://schemas.openxmlformats.org/officeDocument/2006/relationships/customXml" Target="../ink/ink588.xml"/><Relationship Id="rId220" Type="http://schemas.openxmlformats.org/officeDocument/2006/relationships/customXml" Target="../ink/ink492.xml"/><Relationship Id="rId458" Type="http://schemas.openxmlformats.org/officeDocument/2006/relationships/customXml" Target="../ink/ink609.xml"/><Relationship Id="rId15" Type="http://schemas.openxmlformats.org/officeDocument/2006/relationships/image" Target="../media/image1317.png"/><Relationship Id="rId57" Type="http://schemas.openxmlformats.org/officeDocument/2006/relationships/image" Target="../media/image1340.png"/><Relationship Id="rId262" Type="http://schemas.openxmlformats.org/officeDocument/2006/relationships/image" Target="../media/image1453.png"/><Relationship Id="rId318" Type="http://schemas.openxmlformats.org/officeDocument/2006/relationships/image" Target="../media/image1484.png"/><Relationship Id="rId99" Type="http://schemas.openxmlformats.org/officeDocument/2006/relationships/image" Target="../media/image1364.png"/><Relationship Id="rId122" Type="http://schemas.openxmlformats.org/officeDocument/2006/relationships/image" Target="../media/image1376.png"/><Relationship Id="rId164" Type="http://schemas.openxmlformats.org/officeDocument/2006/relationships/image" Target="../media/image1399.png"/><Relationship Id="rId371" Type="http://schemas.openxmlformats.org/officeDocument/2006/relationships/image" Target="../media/image1514.png"/><Relationship Id="rId427" Type="http://schemas.openxmlformats.org/officeDocument/2006/relationships/image" Target="../media/image1545.png"/><Relationship Id="rId26" Type="http://schemas.openxmlformats.org/officeDocument/2006/relationships/customXml" Target="../ink/ink394.xml"/><Relationship Id="rId231" Type="http://schemas.openxmlformats.org/officeDocument/2006/relationships/image" Target="../media/image1436.png"/><Relationship Id="rId273" Type="http://schemas.openxmlformats.org/officeDocument/2006/relationships/customXml" Target="../ink/ink519.xml"/><Relationship Id="rId329" Type="http://schemas.openxmlformats.org/officeDocument/2006/relationships/customXml" Target="../ink/ink547.xml"/><Relationship Id="rId68" Type="http://schemas.openxmlformats.org/officeDocument/2006/relationships/customXml" Target="../ink/ink415.xml"/><Relationship Id="rId133" Type="http://schemas.openxmlformats.org/officeDocument/2006/relationships/customXml" Target="../ink/ink448.xml"/><Relationship Id="rId175" Type="http://schemas.openxmlformats.org/officeDocument/2006/relationships/customXml" Target="../ink/ink469.xml"/><Relationship Id="rId340" Type="http://schemas.openxmlformats.org/officeDocument/2006/relationships/image" Target="../media/image1496.png"/><Relationship Id="rId200" Type="http://schemas.openxmlformats.org/officeDocument/2006/relationships/image" Target="../media/image1419.png"/><Relationship Id="rId382" Type="http://schemas.openxmlformats.org/officeDocument/2006/relationships/customXml" Target="../ink/ink574.xml"/><Relationship Id="rId438" Type="http://schemas.openxmlformats.org/officeDocument/2006/relationships/customXml" Target="../ink/ink599.xml"/><Relationship Id="rId242" Type="http://schemas.openxmlformats.org/officeDocument/2006/relationships/image" Target="../media/image1442.png"/><Relationship Id="rId284" Type="http://schemas.openxmlformats.org/officeDocument/2006/relationships/image" Target="../media/image1465.png"/><Relationship Id="rId37" Type="http://schemas.openxmlformats.org/officeDocument/2006/relationships/image" Target="../media/image1329.png"/><Relationship Id="rId79" Type="http://schemas.openxmlformats.org/officeDocument/2006/relationships/image" Target="../media/image1353.png"/><Relationship Id="rId102" Type="http://schemas.openxmlformats.org/officeDocument/2006/relationships/customXml" Target="../ink/ink432.xml"/><Relationship Id="rId144" Type="http://schemas.openxmlformats.org/officeDocument/2006/relationships/image" Target="../media/image1388.png"/><Relationship Id="rId90" Type="http://schemas.openxmlformats.org/officeDocument/2006/relationships/customXml" Target="../ink/ink426.xml"/><Relationship Id="rId186" Type="http://schemas.openxmlformats.org/officeDocument/2006/relationships/image" Target="../media/image1412.png"/><Relationship Id="rId351" Type="http://schemas.openxmlformats.org/officeDocument/2006/relationships/image" Target="../media/image1502.png"/><Relationship Id="rId393" Type="http://schemas.openxmlformats.org/officeDocument/2006/relationships/image" Target="../media/image1526.png"/><Relationship Id="rId407" Type="http://schemas.openxmlformats.org/officeDocument/2006/relationships/image" Target="../media/image1534.png"/><Relationship Id="rId449" Type="http://schemas.openxmlformats.org/officeDocument/2006/relationships/image" Target="../media/image1557.png"/><Relationship Id="rId211" Type="http://schemas.openxmlformats.org/officeDocument/2006/relationships/image" Target="../media/image1425.png"/><Relationship Id="rId253" Type="http://schemas.openxmlformats.org/officeDocument/2006/relationships/customXml" Target="../ink/ink509.xml"/><Relationship Id="rId295" Type="http://schemas.openxmlformats.org/officeDocument/2006/relationships/customXml" Target="../ink/ink530.xml"/><Relationship Id="rId309" Type="http://schemas.openxmlformats.org/officeDocument/2006/relationships/customXml" Target="../ink/ink537.xml"/><Relationship Id="rId48" Type="http://schemas.openxmlformats.org/officeDocument/2006/relationships/customXml" Target="../ink/ink405.xml"/><Relationship Id="rId113" Type="http://schemas.openxmlformats.org/officeDocument/2006/relationships/image" Target="../media/image1372.png"/><Relationship Id="rId320" Type="http://schemas.openxmlformats.org/officeDocument/2006/relationships/image" Target="../media/image1485.png"/><Relationship Id="rId155" Type="http://schemas.openxmlformats.org/officeDocument/2006/relationships/customXml" Target="../ink/ink459.xml"/><Relationship Id="rId197" Type="http://schemas.openxmlformats.org/officeDocument/2006/relationships/customXml" Target="../ink/ink480.xml"/><Relationship Id="rId362" Type="http://schemas.openxmlformats.org/officeDocument/2006/relationships/customXml" Target="../ink/ink564.xml"/><Relationship Id="rId418" Type="http://schemas.openxmlformats.org/officeDocument/2006/relationships/customXml" Target="../ink/ink589.xml"/><Relationship Id="rId222" Type="http://schemas.openxmlformats.org/officeDocument/2006/relationships/customXml" Target="../ink/ink493.xml"/><Relationship Id="rId264" Type="http://schemas.openxmlformats.org/officeDocument/2006/relationships/image" Target="../media/image1454.png"/><Relationship Id="rId17" Type="http://schemas.openxmlformats.org/officeDocument/2006/relationships/image" Target="../media/image1318.png"/><Relationship Id="rId59" Type="http://schemas.openxmlformats.org/officeDocument/2006/relationships/image" Target="../media/image1342.png"/><Relationship Id="rId124" Type="http://schemas.openxmlformats.org/officeDocument/2006/relationships/image" Target="../media/image1377.png"/><Relationship Id="rId70" Type="http://schemas.openxmlformats.org/officeDocument/2006/relationships/customXml" Target="../ink/ink416.xml"/><Relationship Id="rId166" Type="http://schemas.openxmlformats.org/officeDocument/2006/relationships/image" Target="../media/image1400.png"/><Relationship Id="rId331" Type="http://schemas.openxmlformats.org/officeDocument/2006/relationships/customXml" Target="../ink/ink548.xml"/><Relationship Id="rId373" Type="http://schemas.openxmlformats.org/officeDocument/2006/relationships/image" Target="../media/image1515.png"/><Relationship Id="rId429" Type="http://schemas.openxmlformats.org/officeDocument/2006/relationships/image" Target="../media/image1546.png"/><Relationship Id="rId1" Type="http://schemas.openxmlformats.org/officeDocument/2006/relationships/slideLayout" Target="../slideLayouts/slideLayout2.xml"/><Relationship Id="rId233" Type="http://schemas.openxmlformats.org/officeDocument/2006/relationships/image" Target="../media/image1437.png"/><Relationship Id="rId440" Type="http://schemas.openxmlformats.org/officeDocument/2006/relationships/customXml" Target="../ink/ink600.xml"/><Relationship Id="rId28" Type="http://schemas.openxmlformats.org/officeDocument/2006/relationships/customXml" Target="../ink/ink395.xml"/><Relationship Id="rId275" Type="http://schemas.openxmlformats.org/officeDocument/2006/relationships/customXml" Target="../ink/ink520.xml"/><Relationship Id="rId300" Type="http://schemas.openxmlformats.org/officeDocument/2006/relationships/image" Target="../media/image1474.png"/><Relationship Id="rId81" Type="http://schemas.openxmlformats.org/officeDocument/2006/relationships/image" Target="../media/image1354.png"/><Relationship Id="rId135" Type="http://schemas.openxmlformats.org/officeDocument/2006/relationships/customXml" Target="../ink/ink449.xml"/><Relationship Id="rId177" Type="http://schemas.openxmlformats.org/officeDocument/2006/relationships/customXml" Target="../ink/ink470.xml"/><Relationship Id="rId342" Type="http://schemas.openxmlformats.org/officeDocument/2006/relationships/image" Target="../media/image1497.png"/><Relationship Id="rId384" Type="http://schemas.openxmlformats.org/officeDocument/2006/relationships/customXml" Target="../ink/ink575.xml"/><Relationship Id="rId202" Type="http://schemas.openxmlformats.org/officeDocument/2006/relationships/image" Target="../media/image1420.png"/><Relationship Id="rId244" Type="http://schemas.openxmlformats.org/officeDocument/2006/relationships/image" Target="../media/image1443.png"/><Relationship Id="rId39" Type="http://schemas.openxmlformats.org/officeDocument/2006/relationships/image" Target="../media/image1330.png"/><Relationship Id="rId286" Type="http://schemas.openxmlformats.org/officeDocument/2006/relationships/image" Target="../media/image1466.png"/><Relationship Id="rId451" Type="http://schemas.openxmlformats.org/officeDocument/2006/relationships/image" Target="../media/image1558.png"/><Relationship Id="rId50" Type="http://schemas.openxmlformats.org/officeDocument/2006/relationships/customXml" Target="../ink/ink406.xml"/><Relationship Id="rId104" Type="http://schemas.openxmlformats.org/officeDocument/2006/relationships/customXml" Target="../ink/ink433.xml"/><Relationship Id="rId146" Type="http://schemas.openxmlformats.org/officeDocument/2006/relationships/image" Target="../media/image1389.png"/><Relationship Id="rId188" Type="http://schemas.openxmlformats.org/officeDocument/2006/relationships/image" Target="../media/image1413.png"/><Relationship Id="rId311" Type="http://schemas.openxmlformats.org/officeDocument/2006/relationships/customXml" Target="../ink/ink538.xml"/><Relationship Id="rId353" Type="http://schemas.openxmlformats.org/officeDocument/2006/relationships/image" Target="../media/image1503.png"/><Relationship Id="rId395" Type="http://schemas.openxmlformats.org/officeDocument/2006/relationships/image" Target="../media/image1527.png"/><Relationship Id="rId409" Type="http://schemas.openxmlformats.org/officeDocument/2006/relationships/image" Target="../media/image1535.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0700.png"/></Relationships>
</file>

<file path=ppt/slides/_rels/slide20.xml.rels><?xml version="1.0" encoding="UTF-8" standalone="yes"?>
<Relationships xmlns="http://schemas.openxmlformats.org/package/2006/relationships"><Relationship Id="rId8" Type="http://schemas.openxmlformats.org/officeDocument/2006/relationships/image" Target="../media/image11200.png"/><Relationship Id="rId3" Type="http://schemas.openxmlformats.org/officeDocument/2006/relationships/image" Target="../media/image10800.png"/><Relationship Id="rId7" Type="http://schemas.openxmlformats.org/officeDocument/2006/relationships/image" Target="../media/image11101.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2.jpeg"/><Relationship Id="rId5" Type="http://schemas.openxmlformats.org/officeDocument/2006/relationships/image" Target="../media/image11000.png"/><Relationship Id="rId10" Type="http://schemas.openxmlformats.org/officeDocument/2006/relationships/image" Target="../media/image2370.png"/><Relationship Id="rId4" Type="http://schemas.openxmlformats.org/officeDocument/2006/relationships/image" Target="../media/image10900.png"/><Relationship Id="rId9" Type="http://schemas.openxmlformats.org/officeDocument/2006/relationships/image" Target="../media/image11300.png"/></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596.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1600.png"/></Relationships>
</file>

<file path=ppt/slides/_rels/slide22.xml.rels><?xml version="1.0" encoding="UTF-8" standalone="yes"?>
<Relationships xmlns="http://schemas.openxmlformats.org/package/2006/relationships"><Relationship Id="rId8" Type="http://schemas.openxmlformats.org/officeDocument/2006/relationships/image" Target="../media/image8201.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1800.png"/><Relationship Id="rId5" Type="http://schemas.openxmlformats.org/officeDocument/2006/relationships/image" Target="../media/image8001.png"/><Relationship Id="rId4" Type="http://schemas.openxmlformats.org/officeDocument/2006/relationships/image" Target="../media/image26.png"/><Relationship Id="rId9" Type="http://schemas.openxmlformats.org/officeDocument/2006/relationships/image" Target="../media/image12001.png"/></Relationships>
</file>

<file path=ppt/slides/_rels/slide23.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50.png"/><Relationship Id="rId7" Type="http://schemas.openxmlformats.org/officeDocument/2006/relationships/image" Target="../media/image12311.png"/><Relationship Id="rId12"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8001.png"/><Relationship Id="rId11" Type="http://schemas.openxmlformats.org/officeDocument/2006/relationships/image" Target="../media/image13242.png"/><Relationship Id="rId10" Type="http://schemas.openxmlformats.org/officeDocument/2006/relationships/customXml" Target="../ink/ink610.xml"/><Relationship Id="rId4" Type="http://schemas.openxmlformats.org/officeDocument/2006/relationships/image" Target="../media/image26.png"/><Relationship Id="rId9" Type="http://schemas.openxmlformats.org/officeDocument/2006/relationships/image" Target="../media/image270.png"/></Relationships>
</file>

<file path=ppt/slides/_rels/slide24.xml.rels><?xml version="1.0" encoding="UTF-8" standalone="yes"?>
<Relationships xmlns="http://schemas.openxmlformats.org/package/2006/relationships"><Relationship Id="rId8" Type="http://schemas.openxmlformats.org/officeDocument/2006/relationships/image" Target="../media/image12601.png"/><Relationship Id="rId13"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8201.png"/><Relationship Id="rId12" Type="http://schemas.openxmlformats.org/officeDocument/2006/relationships/image" Target="../media/image1300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2901.png"/><Relationship Id="rId5" Type="http://schemas.openxmlformats.org/officeDocument/2006/relationships/image" Target="../media/image13251.png"/><Relationship Id="rId10" Type="http://schemas.openxmlformats.org/officeDocument/2006/relationships/image" Target="../media/image12801.png"/><Relationship Id="rId4" Type="http://schemas.openxmlformats.org/officeDocument/2006/relationships/image" Target="../media/image13241.png"/><Relationship Id="rId9" Type="http://schemas.openxmlformats.org/officeDocument/2006/relationships/image" Target="../media/image12701.png"/><Relationship Id="rId14" Type="http://schemas.openxmlformats.org/officeDocument/2006/relationships/image" Target="../media/image13281.png"/></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290.png"/><Relationship Id="rId2" Type="http://schemas.openxmlformats.org/officeDocument/2006/relationships/image" Target="../media/image13280.png"/><Relationship Id="rId1" Type="http://schemas.openxmlformats.org/officeDocument/2006/relationships/slideLayout" Target="../slideLayouts/slideLayout7.xml"/><Relationship Id="rId6" Type="http://schemas.openxmlformats.org/officeDocument/2006/relationships/image" Target="../media/image7600.png"/><Relationship Id="rId5" Type="http://schemas.openxmlformats.org/officeDocument/2006/relationships/image" Target="../media/image7500.png"/><Relationship Id="rId4" Type="http://schemas.openxmlformats.org/officeDocument/2006/relationships/image" Target="../media/image7400.png"/></Relationships>
</file>

<file path=ppt/slides/_rels/slide27.xml.rels><?xml version="1.0" encoding="UTF-8" standalone="yes"?>
<Relationships xmlns="http://schemas.openxmlformats.org/package/2006/relationships"><Relationship Id="rId8" Type="http://schemas.openxmlformats.org/officeDocument/2006/relationships/image" Target="../media/image8300.png"/><Relationship Id="rId13" Type="http://schemas.openxmlformats.org/officeDocument/2006/relationships/image" Target="../media/image8800.png"/><Relationship Id="rId3" Type="http://schemas.openxmlformats.org/officeDocument/2006/relationships/image" Target="../media/image7800.png"/><Relationship Id="rId7" Type="http://schemas.openxmlformats.org/officeDocument/2006/relationships/image" Target="../media/image8200.png"/><Relationship Id="rId12" Type="http://schemas.openxmlformats.org/officeDocument/2006/relationships/image" Target="../media/image8700.png"/><Relationship Id="rId17" Type="http://schemas.openxmlformats.org/officeDocument/2006/relationships/image" Target="../media/image9200.png"/><Relationship Id="rId2" Type="http://schemas.openxmlformats.org/officeDocument/2006/relationships/image" Target="../media/image7700.png"/><Relationship Id="rId16" Type="http://schemas.openxmlformats.org/officeDocument/2006/relationships/image" Target="../media/image9100.png"/><Relationship Id="rId1" Type="http://schemas.openxmlformats.org/officeDocument/2006/relationships/slideLayout" Target="../slideLayouts/slideLayout7.xml"/><Relationship Id="rId6" Type="http://schemas.openxmlformats.org/officeDocument/2006/relationships/image" Target="../media/image13321.png"/><Relationship Id="rId11" Type="http://schemas.openxmlformats.org/officeDocument/2006/relationships/image" Target="../media/image8600.png"/><Relationship Id="rId5" Type="http://schemas.openxmlformats.org/officeDocument/2006/relationships/image" Target="../media/image13302.png"/><Relationship Id="rId15" Type="http://schemas.openxmlformats.org/officeDocument/2006/relationships/image" Target="../media/image9000.png"/><Relationship Id="rId10" Type="http://schemas.openxmlformats.org/officeDocument/2006/relationships/image" Target="../media/image8500.png"/><Relationship Id="rId4" Type="http://schemas.openxmlformats.org/officeDocument/2006/relationships/image" Target="../media/image7900.png"/><Relationship Id="rId9" Type="http://schemas.openxmlformats.org/officeDocument/2006/relationships/image" Target="../media/image8400.png"/><Relationship Id="rId14" Type="http://schemas.openxmlformats.org/officeDocument/2006/relationships/image" Target="../media/image8900.png"/></Relationships>
</file>

<file path=ppt/slides/_rels/slide2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574.png"/><Relationship Id="rId3" Type="http://schemas.openxmlformats.org/officeDocument/2006/relationships/image" Target="../media/image9300.png"/><Relationship Id="rId7" Type="http://schemas.openxmlformats.org/officeDocument/2006/relationships/image" Target="../media/image1573.pn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1572.png"/><Relationship Id="rId5" Type="http://schemas.openxmlformats.org/officeDocument/2006/relationships/image" Target="../media/image1571.png"/><Relationship Id="rId10" Type="http://schemas.openxmlformats.org/officeDocument/2006/relationships/image" Target="../media/image1576.png"/><Relationship Id="rId4" Type="http://schemas.openxmlformats.org/officeDocument/2006/relationships/image" Target="../media/image9400.png"/><Relationship Id="rId9" Type="http://schemas.openxmlformats.org/officeDocument/2006/relationships/image" Target="../media/image1575.png"/></Relationships>
</file>

<file path=ppt/slides/_rels/slide30.xml.rels><?xml version="1.0" encoding="UTF-8" standalone="yes"?>
<Relationships xmlns="http://schemas.openxmlformats.org/package/2006/relationships"><Relationship Id="rId8" Type="http://schemas.openxmlformats.org/officeDocument/2006/relationships/image" Target="../media/image1583.png"/><Relationship Id="rId3" Type="http://schemas.openxmlformats.org/officeDocument/2006/relationships/image" Target="../media/image1577.png"/><Relationship Id="rId7" Type="http://schemas.openxmlformats.org/officeDocument/2006/relationships/image" Target="../media/image1582.png"/><Relationship Id="rId2" Type="http://schemas.openxmlformats.org/officeDocument/2006/relationships/image" Target="../media/image1569.png"/><Relationship Id="rId1" Type="http://schemas.openxmlformats.org/officeDocument/2006/relationships/slideLayout" Target="../slideLayouts/slideLayout7.xml"/><Relationship Id="rId6" Type="http://schemas.openxmlformats.org/officeDocument/2006/relationships/image" Target="../media/image1581.png"/><Relationship Id="rId5" Type="http://schemas.openxmlformats.org/officeDocument/2006/relationships/image" Target="../media/image1579.png"/><Relationship Id="rId10" Type="http://schemas.openxmlformats.org/officeDocument/2006/relationships/image" Target="../media/image1584.png"/><Relationship Id="rId4" Type="http://schemas.openxmlformats.org/officeDocument/2006/relationships/image" Target="../media/image1578.png"/><Relationship Id="rId9" Type="http://schemas.openxmlformats.org/officeDocument/2006/relationships/customXml" Target="../ink/ink61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8" Type="http://schemas.openxmlformats.org/officeDocument/2006/relationships/image" Target="../media/image15860.png"/><Relationship Id="rId13" Type="http://schemas.openxmlformats.org/officeDocument/2006/relationships/image" Target="../media/image1592.png"/><Relationship Id="rId3" Type="http://schemas.openxmlformats.org/officeDocument/2006/relationships/image" Target="../media/image15810.png"/><Relationship Id="rId7" Type="http://schemas.openxmlformats.org/officeDocument/2006/relationships/image" Target="../media/image15850.png"/><Relationship Id="rId12" Type="http://schemas.openxmlformats.org/officeDocument/2006/relationships/image" Target="../media/image35.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5840.png"/><Relationship Id="rId11" Type="http://schemas.openxmlformats.org/officeDocument/2006/relationships/image" Target="../media/image1589.png"/><Relationship Id="rId5" Type="http://schemas.openxmlformats.org/officeDocument/2006/relationships/image" Target="../media/image15830.png"/><Relationship Id="rId15" Type="http://schemas.openxmlformats.org/officeDocument/2006/relationships/image" Target="../media/image36.png"/><Relationship Id="rId10" Type="http://schemas.openxmlformats.org/officeDocument/2006/relationships/image" Target="../media/image34.png"/><Relationship Id="rId4" Type="http://schemas.openxmlformats.org/officeDocument/2006/relationships/image" Target="../media/image15820.png"/><Relationship Id="rId9" Type="http://schemas.openxmlformats.org/officeDocument/2006/relationships/image" Target="../media/image33.png"/><Relationship Id="rId14" Type="http://schemas.openxmlformats.org/officeDocument/2006/relationships/image" Target="../media/image1593.png"/></Relationships>
</file>

<file path=ppt/slides/_rels/slide33.xml.rels><?xml version="1.0" encoding="UTF-8" standalone="yes"?>
<Relationships xmlns="http://schemas.openxmlformats.org/package/2006/relationships"><Relationship Id="rId13" Type="http://schemas.openxmlformats.org/officeDocument/2006/relationships/image" Target="../media/image13270.png"/><Relationship Id="rId18" Type="http://schemas.openxmlformats.org/officeDocument/2006/relationships/customXml" Target="../ink/ink618.xml"/><Relationship Id="rId26" Type="http://schemas.openxmlformats.org/officeDocument/2006/relationships/customXml" Target="../ink/ink622.xml"/><Relationship Id="rId39" Type="http://schemas.openxmlformats.org/officeDocument/2006/relationships/image" Target="../media/image13440.png"/><Relationship Id="rId21" Type="http://schemas.openxmlformats.org/officeDocument/2006/relationships/image" Target="../media/image13340.png"/><Relationship Id="rId34" Type="http://schemas.openxmlformats.org/officeDocument/2006/relationships/customXml" Target="../ink/ink626.xml"/><Relationship Id="rId42" Type="http://schemas.openxmlformats.org/officeDocument/2006/relationships/customXml" Target="../ink/ink630.xml"/><Relationship Id="rId47" Type="http://schemas.openxmlformats.org/officeDocument/2006/relationships/image" Target="../media/image1604.png"/><Relationship Id="rId50" Type="http://schemas.openxmlformats.org/officeDocument/2006/relationships/customXml" Target="../ink/ink634.xml"/><Relationship Id="rId55" Type="http://schemas.openxmlformats.org/officeDocument/2006/relationships/image" Target="../media/image1608.png"/><Relationship Id="rId7" Type="http://schemas.openxmlformats.org/officeDocument/2006/relationships/image" Target="../media/image13230.png"/><Relationship Id="rId2" Type="http://schemas.openxmlformats.org/officeDocument/2006/relationships/notesSlide" Target="../notesSlides/notesSlide13.xml"/><Relationship Id="rId16" Type="http://schemas.openxmlformats.org/officeDocument/2006/relationships/customXml" Target="../ink/ink617.xml"/><Relationship Id="rId29" Type="http://schemas.openxmlformats.org/officeDocument/2006/relationships/image" Target="../media/image13380.png"/><Relationship Id="rId11" Type="http://schemas.openxmlformats.org/officeDocument/2006/relationships/image" Target="../media/image13250.png"/><Relationship Id="rId24" Type="http://schemas.openxmlformats.org/officeDocument/2006/relationships/customXml" Target="../ink/ink621.xml"/><Relationship Id="rId32" Type="http://schemas.openxmlformats.org/officeDocument/2006/relationships/customXml" Target="../ink/ink625.xml"/><Relationship Id="rId37" Type="http://schemas.openxmlformats.org/officeDocument/2006/relationships/image" Target="../media/image13430.png"/><Relationship Id="rId40" Type="http://schemas.openxmlformats.org/officeDocument/2006/relationships/customXml" Target="../ink/ink629.xml"/><Relationship Id="rId45" Type="http://schemas.openxmlformats.org/officeDocument/2006/relationships/image" Target="../media/image1603.png"/><Relationship Id="rId53" Type="http://schemas.openxmlformats.org/officeDocument/2006/relationships/image" Target="../media/image1607.png"/><Relationship Id="rId5" Type="http://schemas.openxmlformats.org/officeDocument/2006/relationships/image" Target="../media/image38.wmf"/><Relationship Id="rId19" Type="http://schemas.openxmlformats.org/officeDocument/2006/relationships/image" Target="../media/image13330.png"/><Relationship Id="rId4" Type="http://schemas.openxmlformats.org/officeDocument/2006/relationships/oleObject" Target="../embeddings/oleObject1.bin"/><Relationship Id="rId9" Type="http://schemas.openxmlformats.org/officeDocument/2006/relationships/image" Target="../media/image13240.png"/><Relationship Id="rId14" Type="http://schemas.openxmlformats.org/officeDocument/2006/relationships/customXml" Target="../ink/ink616.xml"/><Relationship Id="rId22" Type="http://schemas.openxmlformats.org/officeDocument/2006/relationships/customXml" Target="../ink/ink620.xml"/><Relationship Id="rId27" Type="http://schemas.openxmlformats.org/officeDocument/2006/relationships/image" Target="../media/image13370.png"/><Relationship Id="rId30" Type="http://schemas.openxmlformats.org/officeDocument/2006/relationships/customXml" Target="../ink/ink624.xml"/><Relationship Id="rId35" Type="http://schemas.openxmlformats.org/officeDocument/2006/relationships/image" Target="../media/image13420.png"/><Relationship Id="rId43" Type="http://schemas.openxmlformats.org/officeDocument/2006/relationships/image" Target="../media/image1602.png"/><Relationship Id="rId48" Type="http://schemas.openxmlformats.org/officeDocument/2006/relationships/customXml" Target="../ink/ink633.xml"/><Relationship Id="rId56" Type="http://schemas.openxmlformats.org/officeDocument/2006/relationships/customXml" Target="../ink/ink637.xml"/><Relationship Id="rId8" Type="http://schemas.openxmlformats.org/officeDocument/2006/relationships/customXml" Target="../ink/ink613.xml"/><Relationship Id="rId51" Type="http://schemas.openxmlformats.org/officeDocument/2006/relationships/image" Target="../media/image1606.png"/><Relationship Id="rId3" Type="http://schemas.openxmlformats.org/officeDocument/2006/relationships/image" Target="../media/image37.jpeg"/><Relationship Id="rId12" Type="http://schemas.openxmlformats.org/officeDocument/2006/relationships/customXml" Target="../ink/ink615.xml"/><Relationship Id="rId17" Type="http://schemas.openxmlformats.org/officeDocument/2006/relationships/image" Target="../media/image13320.png"/><Relationship Id="rId25" Type="http://schemas.openxmlformats.org/officeDocument/2006/relationships/image" Target="../media/image13360.png"/><Relationship Id="rId33" Type="http://schemas.openxmlformats.org/officeDocument/2006/relationships/image" Target="../media/image13401.png"/><Relationship Id="rId38" Type="http://schemas.openxmlformats.org/officeDocument/2006/relationships/customXml" Target="../ink/ink628.xml"/><Relationship Id="rId46" Type="http://schemas.openxmlformats.org/officeDocument/2006/relationships/customXml" Target="../ink/ink632.xml"/><Relationship Id="rId20" Type="http://schemas.openxmlformats.org/officeDocument/2006/relationships/customXml" Target="../ink/ink619.xml"/><Relationship Id="rId41" Type="http://schemas.openxmlformats.org/officeDocument/2006/relationships/image" Target="../media/image1601.png"/><Relationship Id="rId54" Type="http://schemas.openxmlformats.org/officeDocument/2006/relationships/customXml" Target="../ink/ink636.xml"/><Relationship Id="rId1" Type="http://schemas.openxmlformats.org/officeDocument/2006/relationships/slideLayout" Target="../slideLayouts/slideLayout12.xml"/><Relationship Id="rId6" Type="http://schemas.openxmlformats.org/officeDocument/2006/relationships/customXml" Target="../ink/ink612.xml"/><Relationship Id="rId15" Type="http://schemas.openxmlformats.org/officeDocument/2006/relationships/image" Target="../media/image13301.png"/><Relationship Id="rId23" Type="http://schemas.openxmlformats.org/officeDocument/2006/relationships/image" Target="../media/image13350.png"/><Relationship Id="rId28" Type="http://schemas.openxmlformats.org/officeDocument/2006/relationships/customXml" Target="../ink/ink623.xml"/><Relationship Id="rId36" Type="http://schemas.openxmlformats.org/officeDocument/2006/relationships/customXml" Target="../ink/ink627.xml"/><Relationship Id="rId49" Type="http://schemas.openxmlformats.org/officeDocument/2006/relationships/image" Target="../media/image1605.png"/><Relationship Id="rId57" Type="http://schemas.openxmlformats.org/officeDocument/2006/relationships/image" Target="../media/image1609.png"/><Relationship Id="rId10" Type="http://schemas.openxmlformats.org/officeDocument/2006/relationships/customXml" Target="../ink/ink614.xml"/><Relationship Id="rId31" Type="http://schemas.openxmlformats.org/officeDocument/2006/relationships/image" Target="../media/image13390.png"/><Relationship Id="rId44" Type="http://schemas.openxmlformats.org/officeDocument/2006/relationships/customXml" Target="../ink/ink631.xml"/><Relationship Id="rId52" Type="http://schemas.openxmlformats.org/officeDocument/2006/relationships/customXml" Target="../ink/ink635.xml"/></Relationships>
</file>

<file path=ppt/slides/_rels/slide34.xml.rels><?xml version="1.0" encoding="UTF-8" standalone="yes"?>
<Relationships xmlns="http://schemas.openxmlformats.org/package/2006/relationships"><Relationship Id="rId3" Type="http://schemas.openxmlformats.org/officeDocument/2006/relationships/image" Target="../media/image12000.png"/><Relationship Id="rId7" Type="http://schemas.openxmlformats.org/officeDocument/2006/relationships/image" Target="../media/image13470.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13480.png"/><Relationship Id="rId5" Type="http://schemas.openxmlformats.org/officeDocument/2006/relationships/image" Target="../media/image13471.png"/><Relationship Id="rId4" Type="http://schemas.openxmlformats.org/officeDocument/2006/relationships/image" Target="../media/image12100.png"/></Relationships>
</file>

<file path=ppt/slides/_rels/slide35.xml.rels><?xml version="1.0" encoding="UTF-8" standalone="yes"?>
<Relationships xmlns="http://schemas.openxmlformats.org/package/2006/relationships"><Relationship Id="rId3" Type="http://schemas.openxmlformats.org/officeDocument/2006/relationships/image" Target="../media/image13460.png"/><Relationship Id="rId2" Type="http://schemas.openxmlformats.org/officeDocument/2006/relationships/image" Target="../media/image13450.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6" Type="http://schemas.openxmlformats.org/officeDocument/2006/relationships/image" Target="../media/image50.png"/><Relationship Id="rId117" Type="http://schemas.openxmlformats.org/officeDocument/2006/relationships/image" Target="../media/image94.png"/><Relationship Id="rId21" Type="http://schemas.openxmlformats.org/officeDocument/2006/relationships/customXml" Target="../ink/ink643.xml"/><Relationship Id="rId42" Type="http://schemas.openxmlformats.org/officeDocument/2006/relationships/image" Target="../media/image57.png"/><Relationship Id="rId47" Type="http://schemas.openxmlformats.org/officeDocument/2006/relationships/customXml" Target="../ink/ink657.xml"/><Relationship Id="rId63" Type="http://schemas.openxmlformats.org/officeDocument/2006/relationships/customXml" Target="../ink/ink665.xml"/><Relationship Id="rId68" Type="http://schemas.openxmlformats.org/officeDocument/2006/relationships/image" Target="../media/image70.png"/><Relationship Id="rId84" Type="http://schemas.openxmlformats.org/officeDocument/2006/relationships/image" Target="../media/image78.png"/><Relationship Id="rId89" Type="http://schemas.openxmlformats.org/officeDocument/2006/relationships/customXml" Target="../ink/ink678.xml"/><Relationship Id="rId112" Type="http://schemas.openxmlformats.org/officeDocument/2006/relationships/image" Target="../media/image92.png"/><Relationship Id="rId16" Type="http://schemas.openxmlformats.org/officeDocument/2006/relationships/image" Target="../media/image45.png"/><Relationship Id="rId107" Type="http://schemas.openxmlformats.org/officeDocument/2006/relationships/customXml" Target="../ink/ink687.xml"/><Relationship Id="rId11" Type="http://schemas.openxmlformats.org/officeDocument/2006/relationships/customXml" Target="../ink/ink638.xml"/><Relationship Id="rId32" Type="http://schemas.openxmlformats.org/officeDocument/2006/relationships/customXml" Target="../ink/ink649.xml"/><Relationship Id="rId37" Type="http://schemas.openxmlformats.org/officeDocument/2006/relationships/customXml" Target="../ink/ink652.xml"/><Relationship Id="rId53" Type="http://schemas.openxmlformats.org/officeDocument/2006/relationships/customXml" Target="../ink/ink660.xml"/><Relationship Id="rId58" Type="http://schemas.openxmlformats.org/officeDocument/2006/relationships/image" Target="../media/image65.png"/><Relationship Id="rId74" Type="http://schemas.openxmlformats.org/officeDocument/2006/relationships/image" Target="../media/image73.png"/><Relationship Id="rId79" Type="http://schemas.openxmlformats.org/officeDocument/2006/relationships/customXml" Target="../ink/ink673.xml"/><Relationship Id="rId102" Type="http://schemas.openxmlformats.org/officeDocument/2006/relationships/image" Target="../media/image87.png"/><Relationship Id="rId123" Type="http://schemas.openxmlformats.org/officeDocument/2006/relationships/image" Target="../media/image97.png"/><Relationship Id="rId128" Type="http://schemas.openxmlformats.org/officeDocument/2006/relationships/image" Target="../media/image100.png"/><Relationship Id="rId5" Type="http://schemas.openxmlformats.org/officeDocument/2006/relationships/image" Target="../media/image42.png"/><Relationship Id="rId90" Type="http://schemas.openxmlformats.org/officeDocument/2006/relationships/image" Target="../media/image81.png"/><Relationship Id="rId95" Type="http://schemas.openxmlformats.org/officeDocument/2006/relationships/customXml" Target="../ink/ink681.xml"/><Relationship Id="rId22" Type="http://schemas.openxmlformats.org/officeDocument/2006/relationships/image" Target="../media/image48.png"/><Relationship Id="rId27" Type="http://schemas.openxmlformats.org/officeDocument/2006/relationships/customXml" Target="../ink/ink646.xml"/><Relationship Id="rId43" Type="http://schemas.openxmlformats.org/officeDocument/2006/relationships/customXml" Target="../ink/ink655.xml"/><Relationship Id="rId48" Type="http://schemas.openxmlformats.org/officeDocument/2006/relationships/image" Target="../media/image60.png"/><Relationship Id="rId64" Type="http://schemas.openxmlformats.org/officeDocument/2006/relationships/image" Target="../media/image68.png"/><Relationship Id="rId69" Type="http://schemas.openxmlformats.org/officeDocument/2006/relationships/customXml" Target="../ink/ink668.xml"/><Relationship Id="rId113" Type="http://schemas.openxmlformats.org/officeDocument/2006/relationships/customXml" Target="../ink/ink690.xml"/><Relationship Id="rId118" Type="http://schemas.openxmlformats.org/officeDocument/2006/relationships/customXml" Target="../ink/ink693.xml"/><Relationship Id="rId80" Type="http://schemas.openxmlformats.org/officeDocument/2006/relationships/image" Target="../media/image76.png"/><Relationship Id="rId85" Type="http://schemas.openxmlformats.org/officeDocument/2006/relationships/customXml" Target="../ink/ink676.xml"/><Relationship Id="rId12" Type="http://schemas.openxmlformats.org/officeDocument/2006/relationships/image" Target="../media/image1615.png"/><Relationship Id="rId17" Type="http://schemas.openxmlformats.org/officeDocument/2006/relationships/customXml" Target="../ink/ink641.xml"/><Relationship Id="rId33" Type="http://schemas.openxmlformats.org/officeDocument/2006/relationships/image" Target="../media/image53.png"/><Relationship Id="rId38" Type="http://schemas.openxmlformats.org/officeDocument/2006/relationships/image" Target="../media/image55.png"/><Relationship Id="rId59" Type="http://schemas.openxmlformats.org/officeDocument/2006/relationships/customXml" Target="../ink/ink663.xml"/><Relationship Id="rId103" Type="http://schemas.openxmlformats.org/officeDocument/2006/relationships/customXml" Target="../ink/ink685.xml"/><Relationship Id="rId108" Type="http://schemas.openxmlformats.org/officeDocument/2006/relationships/image" Target="../media/image90.png"/><Relationship Id="rId124" Type="http://schemas.openxmlformats.org/officeDocument/2006/relationships/customXml" Target="../ink/ink696.xml"/><Relationship Id="rId129" Type="http://schemas.openxmlformats.org/officeDocument/2006/relationships/image" Target="../media/image101.png"/><Relationship Id="rId54" Type="http://schemas.openxmlformats.org/officeDocument/2006/relationships/image" Target="../media/image63.png"/><Relationship Id="rId70" Type="http://schemas.openxmlformats.org/officeDocument/2006/relationships/image" Target="../media/image71.png"/><Relationship Id="rId75" Type="http://schemas.openxmlformats.org/officeDocument/2006/relationships/customXml" Target="../ink/ink671.xml"/><Relationship Id="rId91" Type="http://schemas.openxmlformats.org/officeDocument/2006/relationships/customXml" Target="../ink/ink679.xml"/><Relationship Id="rId96"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16060.png"/><Relationship Id="rId23" Type="http://schemas.openxmlformats.org/officeDocument/2006/relationships/customXml" Target="../ink/ink644.xml"/><Relationship Id="rId28" Type="http://schemas.openxmlformats.org/officeDocument/2006/relationships/image" Target="../media/image51.png"/><Relationship Id="rId49" Type="http://schemas.openxmlformats.org/officeDocument/2006/relationships/customXml" Target="../ink/ink658.xml"/><Relationship Id="rId114" Type="http://schemas.openxmlformats.org/officeDocument/2006/relationships/image" Target="../media/image93.png"/><Relationship Id="rId119" Type="http://schemas.openxmlformats.org/officeDocument/2006/relationships/image" Target="../media/image95.png"/><Relationship Id="rId44" Type="http://schemas.openxmlformats.org/officeDocument/2006/relationships/image" Target="../media/image58.png"/><Relationship Id="rId60" Type="http://schemas.openxmlformats.org/officeDocument/2006/relationships/image" Target="../media/image66.png"/><Relationship Id="rId65" Type="http://schemas.openxmlformats.org/officeDocument/2006/relationships/customXml" Target="../ink/ink666.xml"/><Relationship Id="rId81" Type="http://schemas.openxmlformats.org/officeDocument/2006/relationships/customXml" Target="../ink/ink674.xml"/><Relationship Id="rId86" Type="http://schemas.openxmlformats.org/officeDocument/2006/relationships/image" Target="../media/image79.png"/><Relationship Id="rId13" Type="http://schemas.openxmlformats.org/officeDocument/2006/relationships/customXml" Target="../ink/ink639.xml"/><Relationship Id="rId18" Type="http://schemas.openxmlformats.org/officeDocument/2006/relationships/image" Target="../media/image46.png"/><Relationship Id="rId39" Type="http://schemas.openxmlformats.org/officeDocument/2006/relationships/customXml" Target="../ink/ink653.xml"/><Relationship Id="rId109" Type="http://schemas.openxmlformats.org/officeDocument/2006/relationships/customXml" Target="../ink/ink688.xml"/><Relationship Id="rId34" Type="http://schemas.openxmlformats.org/officeDocument/2006/relationships/customXml" Target="../ink/ink650.xml"/><Relationship Id="rId50" Type="http://schemas.openxmlformats.org/officeDocument/2006/relationships/image" Target="../media/image61.png"/><Relationship Id="rId55" Type="http://schemas.openxmlformats.org/officeDocument/2006/relationships/customXml" Target="../ink/ink661.xml"/><Relationship Id="rId76" Type="http://schemas.openxmlformats.org/officeDocument/2006/relationships/image" Target="../media/image74.png"/><Relationship Id="rId97" Type="http://schemas.openxmlformats.org/officeDocument/2006/relationships/customXml" Target="../ink/ink682.xml"/><Relationship Id="rId104" Type="http://schemas.openxmlformats.org/officeDocument/2006/relationships/image" Target="../media/image88.png"/><Relationship Id="rId120" Type="http://schemas.openxmlformats.org/officeDocument/2006/relationships/customXml" Target="../ink/ink694.xml"/><Relationship Id="rId125" Type="http://schemas.openxmlformats.org/officeDocument/2006/relationships/image" Target="../media/image98.png"/><Relationship Id="rId7" Type="http://schemas.openxmlformats.org/officeDocument/2006/relationships/image" Target="../media/image16070.png"/><Relationship Id="rId71" Type="http://schemas.openxmlformats.org/officeDocument/2006/relationships/customXml" Target="../ink/ink669.xml"/><Relationship Id="rId92" Type="http://schemas.openxmlformats.org/officeDocument/2006/relationships/image" Target="../media/image82.png"/><Relationship Id="rId2" Type="http://schemas.openxmlformats.org/officeDocument/2006/relationships/image" Target="../media/image41.png"/><Relationship Id="rId29" Type="http://schemas.openxmlformats.org/officeDocument/2006/relationships/customXml" Target="../ink/ink647.xml"/><Relationship Id="rId24" Type="http://schemas.openxmlformats.org/officeDocument/2006/relationships/image" Target="../media/image49.png"/><Relationship Id="rId40" Type="http://schemas.openxmlformats.org/officeDocument/2006/relationships/image" Target="../media/image56.png"/><Relationship Id="rId45" Type="http://schemas.openxmlformats.org/officeDocument/2006/relationships/customXml" Target="../ink/ink656.xml"/><Relationship Id="rId66" Type="http://schemas.openxmlformats.org/officeDocument/2006/relationships/image" Target="../media/image69.png"/><Relationship Id="rId87" Type="http://schemas.openxmlformats.org/officeDocument/2006/relationships/customXml" Target="../ink/ink677.xml"/><Relationship Id="rId110" Type="http://schemas.openxmlformats.org/officeDocument/2006/relationships/image" Target="../media/image91.png"/><Relationship Id="rId115" Type="http://schemas.openxmlformats.org/officeDocument/2006/relationships/customXml" Target="../ink/ink691.xml"/><Relationship Id="rId61" Type="http://schemas.openxmlformats.org/officeDocument/2006/relationships/customXml" Target="../ink/ink664.xml"/><Relationship Id="rId82" Type="http://schemas.openxmlformats.org/officeDocument/2006/relationships/image" Target="../media/image77.png"/><Relationship Id="rId19" Type="http://schemas.openxmlformats.org/officeDocument/2006/relationships/customXml" Target="../ink/ink642.xml"/><Relationship Id="rId14" Type="http://schemas.openxmlformats.org/officeDocument/2006/relationships/image" Target="../media/image44.png"/><Relationship Id="rId30" Type="http://schemas.openxmlformats.org/officeDocument/2006/relationships/image" Target="../media/image52.png"/><Relationship Id="rId35" Type="http://schemas.openxmlformats.org/officeDocument/2006/relationships/image" Target="../media/image54.png"/><Relationship Id="rId56" Type="http://schemas.openxmlformats.org/officeDocument/2006/relationships/image" Target="../media/image64.png"/><Relationship Id="rId77" Type="http://schemas.openxmlformats.org/officeDocument/2006/relationships/customXml" Target="../ink/ink672.xml"/><Relationship Id="rId100" Type="http://schemas.openxmlformats.org/officeDocument/2006/relationships/image" Target="../media/image86.png"/><Relationship Id="rId105" Type="http://schemas.openxmlformats.org/officeDocument/2006/relationships/customXml" Target="../ink/ink686.xml"/><Relationship Id="rId126" Type="http://schemas.openxmlformats.org/officeDocument/2006/relationships/customXml" Target="../ink/ink697.xml"/><Relationship Id="rId8" Type="http://schemas.openxmlformats.org/officeDocument/2006/relationships/image" Target="../media/image16080.png"/><Relationship Id="rId51" Type="http://schemas.openxmlformats.org/officeDocument/2006/relationships/customXml" Target="../ink/ink659.xml"/><Relationship Id="rId72" Type="http://schemas.openxmlformats.org/officeDocument/2006/relationships/image" Target="../media/image72.png"/><Relationship Id="rId93" Type="http://schemas.openxmlformats.org/officeDocument/2006/relationships/customXml" Target="../ink/ink680.xml"/><Relationship Id="rId98" Type="http://schemas.openxmlformats.org/officeDocument/2006/relationships/image" Target="../media/image85.png"/><Relationship Id="rId121" Type="http://schemas.openxmlformats.org/officeDocument/2006/relationships/image" Target="../media/image96.png"/><Relationship Id="rId25" Type="http://schemas.openxmlformats.org/officeDocument/2006/relationships/customXml" Target="../ink/ink645.xml"/><Relationship Id="rId46" Type="http://schemas.openxmlformats.org/officeDocument/2006/relationships/image" Target="../media/image59.png"/><Relationship Id="rId67" Type="http://schemas.openxmlformats.org/officeDocument/2006/relationships/customXml" Target="../ink/ink667.xml"/><Relationship Id="rId116" Type="http://schemas.openxmlformats.org/officeDocument/2006/relationships/customXml" Target="../ink/ink692.xml"/><Relationship Id="rId20" Type="http://schemas.openxmlformats.org/officeDocument/2006/relationships/image" Target="../media/image47.png"/><Relationship Id="rId41" Type="http://schemas.openxmlformats.org/officeDocument/2006/relationships/customXml" Target="../ink/ink654.xml"/><Relationship Id="rId62" Type="http://schemas.openxmlformats.org/officeDocument/2006/relationships/image" Target="../media/image67.png"/><Relationship Id="rId83" Type="http://schemas.openxmlformats.org/officeDocument/2006/relationships/customXml" Target="../ink/ink675.xml"/><Relationship Id="rId88" Type="http://schemas.openxmlformats.org/officeDocument/2006/relationships/image" Target="../media/image80.png"/><Relationship Id="rId111" Type="http://schemas.openxmlformats.org/officeDocument/2006/relationships/customXml" Target="../ink/ink689.xml"/><Relationship Id="rId15" Type="http://schemas.openxmlformats.org/officeDocument/2006/relationships/customXml" Target="../ink/ink640.xml"/><Relationship Id="rId36" Type="http://schemas.openxmlformats.org/officeDocument/2006/relationships/customXml" Target="../ink/ink651.xml"/><Relationship Id="rId57" Type="http://schemas.openxmlformats.org/officeDocument/2006/relationships/customXml" Target="../ink/ink662.xml"/><Relationship Id="rId106" Type="http://schemas.openxmlformats.org/officeDocument/2006/relationships/image" Target="../media/image89.png"/><Relationship Id="rId127" Type="http://schemas.openxmlformats.org/officeDocument/2006/relationships/image" Target="../media/image99.png"/><Relationship Id="rId10" Type="http://schemas.openxmlformats.org/officeDocument/2006/relationships/image" Target="../media/image16110.png"/><Relationship Id="rId31" Type="http://schemas.openxmlformats.org/officeDocument/2006/relationships/customXml" Target="../ink/ink648.xml"/><Relationship Id="rId52" Type="http://schemas.openxmlformats.org/officeDocument/2006/relationships/image" Target="../media/image62.png"/><Relationship Id="rId73" Type="http://schemas.openxmlformats.org/officeDocument/2006/relationships/customXml" Target="../ink/ink670.xml"/><Relationship Id="rId78" Type="http://schemas.openxmlformats.org/officeDocument/2006/relationships/image" Target="../media/image75.png"/><Relationship Id="rId94" Type="http://schemas.openxmlformats.org/officeDocument/2006/relationships/image" Target="../media/image83.png"/><Relationship Id="rId99" Type="http://schemas.openxmlformats.org/officeDocument/2006/relationships/customXml" Target="../ink/ink683.xml"/><Relationship Id="rId101" Type="http://schemas.openxmlformats.org/officeDocument/2006/relationships/customXml" Target="../ink/ink684.xml"/><Relationship Id="rId122" Type="http://schemas.openxmlformats.org/officeDocument/2006/relationships/customXml" Target="../ink/ink695.xml"/><Relationship Id="rId4" Type="http://schemas.openxmlformats.org/officeDocument/2006/relationships/image" Target="../media/image16040.png"/><Relationship Id="rId9" Type="http://schemas.openxmlformats.org/officeDocument/2006/relationships/image" Target="../media/image43.png"/></Relationships>
</file>

<file path=ppt/slides/_rels/slide37.xml.rels><?xml version="1.0" encoding="UTF-8" standalone="yes"?>
<Relationships xmlns="http://schemas.openxmlformats.org/package/2006/relationships"><Relationship Id="rId8" Type="http://schemas.openxmlformats.org/officeDocument/2006/relationships/image" Target="../media/image105.jpg"/><Relationship Id="rId3" Type="http://schemas.openxmlformats.org/officeDocument/2006/relationships/oleObject" Target="../embeddings/oleObject2.bin"/><Relationship Id="rId7" Type="http://schemas.openxmlformats.org/officeDocument/2006/relationships/image" Target="../media/image104.wmf"/><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oleObject" Target="../embeddings/oleObject3.bin"/><Relationship Id="rId5" Type="http://schemas.openxmlformats.org/officeDocument/2006/relationships/image" Target="../media/image103.jpg"/><Relationship Id="rId4" Type="http://schemas.openxmlformats.org/officeDocument/2006/relationships/image" Target="../media/image102.wmf"/></Relationships>
</file>

<file path=ppt/slides/_rels/slide38.xml.rels><?xml version="1.0" encoding="UTF-8" standalone="yes"?>
<Relationships xmlns="http://schemas.openxmlformats.org/package/2006/relationships"><Relationship Id="rId8" Type="http://schemas.openxmlformats.org/officeDocument/2006/relationships/image" Target="../media/image11600.png"/><Relationship Id="rId3" Type="http://schemas.openxmlformats.org/officeDocument/2006/relationships/image" Target="../media/image107.gif"/><Relationship Id="rId7" Type="http://schemas.openxmlformats.org/officeDocument/2006/relationships/image" Target="../media/image22.jpeg"/><Relationship Id="rId2" Type="http://schemas.openxmlformats.org/officeDocument/2006/relationships/image" Target="../media/image106.gif"/><Relationship Id="rId1" Type="http://schemas.openxmlformats.org/officeDocument/2006/relationships/slideLayout" Target="../slideLayouts/slideLayout13.xml"/><Relationship Id="rId6" Type="http://schemas.openxmlformats.org/officeDocument/2006/relationships/image" Target="../media/image104.wmf"/><Relationship Id="rId5" Type="http://schemas.openxmlformats.org/officeDocument/2006/relationships/oleObject" Target="../embeddings/oleObject3.bin"/><Relationship Id="rId4" Type="http://schemas.openxmlformats.org/officeDocument/2006/relationships/image" Target="../media/image108.jpeg"/></Relationships>
</file>

<file path=ppt/slides/_rels/slide39.xml.rels><?xml version="1.0" encoding="UTF-8" standalone="yes"?>
<Relationships xmlns="http://schemas.openxmlformats.org/package/2006/relationships"><Relationship Id="rId3" Type="http://schemas.openxmlformats.org/officeDocument/2006/relationships/image" Target="../media/image110.gif"/><Relationship Id="rId2" Type="http://schemas.openxmlformats.org/officeDocument/2006/relationships/image" Target="../media/image109.gif"/><Relationship Id="rId1" Type="http://schemas.openxmlformats.org/officeDocument/2006/relationships/slideLayout" Target="../slideLayouts/slideLayout13.xml"/><Relationship Id="rId5" Type="http://schemas.openxmlformats.org/officeDocument/2006/relationships/image" Target="../media/image112.jpg"/><Relationship Id="rId4" Type="http://schemas.openxmlformats.org/officeDocument/2006/relationships/image" Target="../media/image1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0966838B-4C92-5D94-ED41-7791B980B200}"/>
              </a:ext>
            </a:extLst>
          </p:cNvPr>
          <p:cNvSpPr txBox="1">
            <a:spLocks/>
          </p:cNvSpPr>
          <p:nvPr/>
        </p:nvSpPr>
        <p:spPr>
          <a:xfrm>
            <a:off x="1895167" y="2144716"/>
            <a:ext cx="8202309" cy="1502989"/>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Times New Roman" panose="02020603050405020304" pitchFamily="18" charset="0"/>
                <a:ea typeface="+mj-ea"/>
                <a:cs typeface="Times New Roman" panose="02020603050405020304" pitchFamily="18" charset="0"/>
              </a:defRPr>
            </a:lvl1pPr>
          </a:lstStyle>
          <a:p>
            <a:pPr>
              <a:spcAft>
                <a:spcPts val="600"/>
              </a:spcAft>
            </a:pPr>
            <a:r>
              <a:rPr lang="en-US" dirty="0">
                <a:solidFill>
                  <a:srgbClr val="0000FF"/>
                </a:solidFill>
              </a:rPr>
              <a:t>Application of Newton’s Laws (1)</a:t>
            </a:r>
            <a:endParaRPr lang="en-US" dirty="0"/>
          </a:p>
        </p:txBody>
      </p:sp>
      <p:sp>
        <p:nvSpPr>
          <p:cNvPr id="5" name="TextBox 4">
            <a:extLst>
              <a:ext uri="{FF2B5EF4-FFF2-40B4-BE49-F238E27FC236}">
                <a16:creationId xmlns:a16="http://schemas.microsoft.com/office/drawing/2014/main" id="{717C48D1-9E5C-A93E-DF8C-5FC8E9C1B5C8}"/>
              </a:ext>
            </a:extLst>
          </p:cNvPr>
          <p:cNvSpPr txBox="1"/>
          <p:nvPr/>
        </p:nvSpPr>
        <p:spPr>
          <a:xfrm>
            <a:off x="3774829" y="1323703"/>
            <a:ext cx="4173415" cy="1015663"/>
          </a:xfrm>
          <a:prstGeom prst="rect">
            <a:avLst/>
          </a:prstGeom>
          <a:noFill/>
        </p:spPr>
        <p:txBody>
          <a:bodyPr wrap="square">
            <a:spAutoFit/>
          </a:bodyPr>
          <a:lstStyle/>
          <a:p>
            <a:pPr>
              <a:spcAft>
                <a:spcPts val="600"/>
              </a:spcAft>
            </a:pPr>
            <a:r>
              <a:rPr lang="en-US" sz="6000" b="1" dirty="0">
                <a:latin typeface="Times New Roman" panose="02020603050405020304" pitchFamily="18" charset="0"/>
                <a:cs typeface="Times New Roman" panose="02020603050405020304" pitchFamily="18" charset="0"/>
              </a:rPr>
              <a:t>Chapter 6a:</a:t>
            </a:r>
          </a:p>
        </p:txBody>
      </p:sp>
    </p:spTree>
    <p:extLst>
      <p:ext uri="{BB962C8B-B14F-4D97-AF65-F5344CB8AC3E}">
        <p14:creationId xmlns:p14="http://schemas.microsoft.com/office/powerpoint/2010/main" val="19214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3F5628C5-B2D6-4916-CA69-C90DEA26F7C6}"/>
              </a:ext>
            </a:extLst>
          </p:cNvPr>
          <p:cNvSpPr txBox="1">
            <a:spLocks/>
          </p:cNvSpPr>
          <p:nvPr/>
        </p:nvSpPr>
        <p:spPr>
          <a:xfrm>
            <a:off x="0" y="7815"/>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Learning Objectives</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
        <p:nvSpPr>
          <p:cNvPr id="3" name="Content Placeholder 2">
            <a:extLst>
              <a:ext uri="{FF2B5EF4-FFF2-40B4-BE49-F238E27FC236}">
                <a16:creationId xmlns:a16="http://schemas.microsoft.com/office/drawing/2014/main" id="{EBFD4DA9-0D25-45A4-9516-53F3A510CF43}"/>
              </a:ext>
            </a:extLst>
          </p:cNvPr>
          <p:cNvSpPr txBox="1">
            <a:spLocks/>
          </p:cNvSpPr>
          <p:nvPr/>
        </p:nvSpPr>
        <p:spPr>
          <a:xfrm>
            <a:off x="838200" y="1223842"/>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dirty="0">
                <a:latin typeface="Times New Roman" panose="02020603050405020304" pitchFamily="18" charset="0"/>
                <a:cs typeface="Times New Roman" panose="02020603050405020304" pitchFamily="18" charset="0"/>
              </a:rPr>
              <a:t>6.1 Solving Problems using Newton’s Laws </a:t>
            </a:r>
          </a:p>
          <a:p>
            <a:pPr marL="0" indent="0">
              <a:buNone/>
            </a:pPr>
            <a:endParaRPr lang="en-US" sz="4000" dirty="0">
              <a:latin typeface="Times New Roman" panose="02020603050405020304" pitchFamily="18" charset="0"/>
              <a:cs typeface="Times New Roman" panose="02020603050405020304" pitchFamily="18" charset="0"/>
            </a:endParaRPr>
          </a:p>
          <a:p>
            <a:pPr marL="0" indent="0">
              <a:buNone/>
            </a:pPr>
            <a:r>
              <a:rPr lang="en-US" sz="4000" dirty="0">
                <a:latin typeface="Times New Roman" panose="02020603050405020304" pitchFamily="18" charset="0"/>
                <a:cs typeface="Times New Roman" panose="02020603050405020304" pitchFamily="18" charset="0"/>
              </a:rPr>
              <a:t>6.2 Force of friction</a:t>
            </a:r>
          </a:p>
        </p:txBody>
      </p:sp>
    </p:spTree>
    <p:extLst>
      <p:ext uri="{BB962C8B-B14F-4D97-AF65-F5344CB8AC3E}">
        <p14:creationId xmlns:p14="http://schemas.microsoft.com/office/powerpoint/2010/main" val="2323089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A5ECEEB-BC6D-BED4-1F3A-8BAA062B619A}"/>
              </a:ext>
            </a:extLst>
          </p:cNvPr>
          <p:cNvSpPr txBox="1">
            <a:spLocks/>
          </p:cNvSpPr>
          <p:nvPr/>
        </p:nvSpPr>
        <p:spPr>
          <a:xfrm>
            <a:off x="1800225" y="1120801"/>
            <a:ext cx="9258299" cy="555991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9768" indent="-429768">
              <a:lnSpc>
                <a:spcPct val="110000"/>
              </a:lnSpc>
              <a:spcBef>
                <a:spcPts val="0"/>
              </a:spcBef>
              <a:spcAft>
                <a:spcPts val="600"/>
              </a:spcAft>
              <a:buFont typeface="+mj-lt"/>
              <a:buAutoNum type="arabicPeriod"/>
            </a:pPr>
            <a:r>
              <a:rPr lang="en-US" sz="2400" b="1">
                <a:latin typeface="Times New Roman" panose="02020603050405020304" pitchFamily="18" charset="0"/>
                <a:cs typeface="Times New Roman" panose="02020603050405020304" pitchFamily="18" charset="0"/>
              </a:rPr>
              <a:t>Identify all forces acting on the object</a:t>
            </a:r>
            <a:r>
              <a:rPr lang="en-US" sz="2400">
                <a:latin typeface="Times New Roman" panose="02020603050405020304" pitchFamily="18" charset="0"/>
                <a:cs typeface="Times New Roman" panose="02020603050405020304" pitchFamily="18" charset="0"/>
              </a:rPr>
              <a:t>.</a:t>
            </a:r>
          </a:p>
          <a:p>
            <a:pPr marL="429768" indent="-429768">
              <a:lnSpc>
                <a:spcPct val="110000"/>
              </a:lnSpc>
              <a:spcBef>
                <a:spcPts val="0"/>
              </a:spcBef>
              <a:spcAft>
                <a:spcPts val="600"/>
              </a:spcAft>
              <a:buFont typeface="+mj-lt"/>
              <a:buAutoNum type="arabicPeriod"/>
            </a:pPr>
            <a:r>
              <a:rPr lang="en-US" sz="2400" b="1">
                <a:latin typeface="Times New Roman" panose="02020603050405020304" pitchFamily="18" charset="0"/>
                <a:cs typeface="Times New Roman" panose="02020603050405020304" pitchFamily="18" charset="0"/>
              </a:rPr>
              <a:t>Draw a coordinate system</a:t>
            </a:r>
            <a:r>
              <a:rPr lang="en-US" sz="2400">
                <a:latin typeface="Times New Roman" panose="02020603050405020304" pitchFamily="18" charset="0"/>
                <a:cs typeface="Times New Roman" panose="02020603050405020304" pitchFamily="18" charset="0"/>
              </a:rPr>
              <a:t>. Use the axes defined in your pictorial representation. If the axes are tilted for motion along an incline, then the axes of the free-body diagram should be similarly tilted.</a:t>
            </a:r>
          </a:p>
          <a:p>
            <a:pPr marL="429768" indent="-429768">
              <a:lnSpc>
                <a:spcPct val="110000"/>
              </a:lnSpc>
              <a:spcBef>
                <a:spcPts val="0"/>
              </a:spcBef>
              <a:spcAft>
                <a:spcPts val="600"/>
              </a:spcAft>
              <a:buFont typeface="+mj-lt"/>
              <a:buAutoNum type="arabicPeriod"/>
            </a:pPr>
            <a:r>
              <a:rPr lang="en-US" sz="2400" b="1">
                <a:latin typeface="Times New Roman" panose="02020603050405020304" pitchFamily="18" charset="0"/>
                <a:cs typeface="Times New Roman" panose="02020603050405020304" pitchFamily="18" charset="0"/>
              </a:rPr>
              <a:t>Represent the object as a dot at the origin of the coordinate axes</a:t>
            </a:r>
            <a:r>
              <a:rPr lang="en-US" sz="2400">
                <a:latin typeface="Times New Roman" panose="02020603050405020304" pitchFamily="18" charset="0"/>
                <a:cs typeface="Times New Roman" panose="02020603050405020304" pitchFamily="18" charset="0"/>
              </a:rPr>
              <a:t>. This is the particle model.</a:t>
            </a:r>
          </a:p>
          <a:p>
            <a:pPr marL="429768" indent="-429768">
              <a:lnSpc>
                <a:spcPct val="110000"/>
              </a:lnSpc>
              <a:spcBef>
                <a:spcPts val="0"/>
              </a:spcBef>
              <a:spcAft>
                <a:spcPts val="600"/>
              </a:spcAft>
              <a:buFont typeface="+mj-lt"/>
              <a:buAutoNum type="arabicPeriod"/>
            </a:pPr>
            <a:r>
              <a:rPr lang="en-US" sz="2400" b="1">
                <a:latin typeface="Times New Roman" panose="02020603050405020304" pitchFamily="18" charset="0"/>
                <a:cs typeface="Times New Roman" panose="02020603050405020304" pitchFamily="18" charset="0"/>
              </a:rPr>
              <a:t>Draw vectors representing each of the identified forces</a:t>
            </a:r>
            <a:r>
              <a:rPr lang="en-US" sz="2400">
                <a:latin typeface="Times New Roman" panose="02020603050405020304" pitchFamily="18" charset="0"/>
                <a:cs typeface="Times New Roman" panose="02020603050405020304" pitchFamily="18" charset="0"/>
              </a:rPr>
              <a:t>. Be sure to label each force vector.</a:t>
            </a:r>
          </a:p>
          <a:p>
            <a:pPr marL="429768" indent="-429768">
              <a:lnSpc>
                <a:spcPct val="110000"/>
              </a:lnSpc>
              <a:spcBef>
                <a:spcPts val="0"/>
              </a:spcBef>
              <a:spcAft>
                <a:spcPts val="600"/>
              </a:spcAft>
              <a:buFont typeface="+mj-lt"/>
              <a:buAutoNum type="arabicPeriod"/>
            </a:pPr>
            <a:r>
              <a:rPr lang="en-US" sz="2400" b="1">
                <a:latin typeface="Times New Roman" panose="02020603050405020304" pitchFamily="18" charset="0"/>
                <a:cs typeface="Times New Roman" panose="02020603050405020304" pitchFamily="18" charset="0"/>
              </a:rPr>
              <a:t>Draw and label the </a:t>
            </a:r>
            <a:r>
              <a:rPr lang="en-US" sz="2400" b="1" i="1">
                <a:latin typeface="Times New Roman" panose="02020603050405020304" pitchFamily="18" charset="0"/>
                <a:cs typeface="Times New Roman" panose="02020603050405020304" pitchFamily="18" charset="0"/>
              </a:rPr>
              <a:t>net force </a:t>
            </a:r>
            <a:r>
              <a:rPr lang="en-US" sz="2400" b="1">
                <a:latin typeface="Times New Roman" panose="02020603050405020304" pitchFamily="18" charset="0"/>
                <a:cs typeface="Times New Roman" panose="02020603050405020304" pitchFamily="18" charset="0"/>
              </a:rPr>
              <a:t>vector, </a:t>
            </a:r>
            <a:r>
              <a:rPr lang="en-US" sz="2400">
                <a:latin typeface="Times New Roman" panose="02020603050405020304" pitchFamily="18" charset="0"/>
                <a:cs typeface="Times New Roman" panose="02020603050405020304" pitchFamily="18" charset="0"/>
              </a:rPr>
              <a:t>which points in the same direction as the </a:t>
            </a:r>
            <a:r>
              <a:rPr lang="en-US" sz="2400" b="1" i="1">
                <a:latin typeface="Times New Roman" panose="02020603050405020304" pitchFamily="18" charset="0"/>
                <a:cs typeface="Times New Roman" panose="02020603050405020304" pitchFamily="18" charset="0"/>
              </a:rPr>
              <a:t>acceleration</a:t>
            </a:r>
            <a:r>
              <a:rPr lang="en-US" sz="2400">
                <a:latin typeface="Times New Roman" panose="02020603050405020304" pitchFamily="18" charset="0"/>
                <a:cs typeface="Times New Roman" panose="02020603050405020304" pitchFamily="18" charset="0"/>
              </a:rPr>
              <a:t> vector on your motion diagram.</a:t>
            </a:r>
          </a:p>
        </p:txBody>
      </p:sp>
      <p:sp>
        <p:nvSpPr>
          <p:cNvPr id="3" name="Title 3">
            <a:extLst>
              <a:ext uri="{FF2B5EF4-FFF2-40B4-BE49-F238E27FC236}">
                <a16:creationId xmlns:a16="http://schemas.microsoft.com/office/drawing/2014/main" id="{7C0AF037-6A1D-5A89-3587-A1AC4E60B1AB}"/>
              </a:ext>
            </a:extLst>
          </p:cNvPr>
          <p:cNvSpPr txBox="1">
            <a:spLocks/>
          </p:cNvSpPr>
          <p:nvPr/>
        </p:nvSpPr>
        <p:spPr>
          <a:xfrm>
            <a:off x="0" y="-10281"/>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Drawing a Free Body Diagram </a:t>
            </a:r>
          </a:p>
        </p:txBody>
      </p:sp>
    </p:spTree>
    <p:extLst>
      <p:ext uri="{BB962C8B-B14F-4D97-AF65-F5344CB8AC3E}">
        <p14:creationId xmlns:p14="http://schemas.microsoft.com/office/powerpoint/2010/main" val="208779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59CE0F-C0D7-5A65-B40B-F34F1AC0F5C1}"/>
                  </a:ext>
                </a:extLst>
              </p:cNvPr>
              <p:cNvSpPr>
                <a:spLocks noGrp="1"/>
              </p:cNvSpPr>
              <p:nvPr>
                <p:ph idx="1"/>
              </p:nvPr>
            </p:nvSpPr>
            <p:spPr>
              <a:xfrm>
                <a:off x="736601" y="1074388"/>
                <a:ext cx="10515600" cy="4351338"/>
              </a:xfrm>
            </p:spPr>
            <p:txBody>
              <a:bodyPr/>
              <a:lstStyle/>
              <a:p>
                <a:r>
                  <a:rPr lang="en-US" sz="3200" b="1" dirty="0">
                    <a:latin typeface="Times New Roman" panose="02020603050405020304" pitchFamily="18" charset="0"/>
                    <a:cs typeface="Times New Roman" panose="02020603050405020304" pitchFamily="18" charset="0"/>
                  </a:rPr>
                  <a:t>Free body diagrams</a:t>
                </a:r>
              </a:p>
              <a:p>
                <a:pPr marL="0" indent="0">
                  <a:buNone/>
                </a:pPr>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Newton’s 2</a:t>
                </a:r>
                <a:r>
                  <a:rPr lang="en-US" sz="3200" b="1" baseline="30000" dirty="0">
                    <a:latin typeface="Times New Roman" panose="02020603050405020304" pitchFamily="18" charset="0"/>
                    <a:cs typeface="Times New Roman" panose="02020603050405020304" pitchFamily="18" charset="0"/>
                  </a:rPr>
                  <a:t>nd</a:t>
                </a:r>
                <a:r>
                  <a:rPr lang="en-US" sz="3200" b="1" dirty="0">
                    <a:latin typeface="Times New Roman" panose="02020603050405020304" pitchFamily="18" charset="0"/>
                    <a:cs typeface="Times New Roman" panose="02020603050405020304" pitchFamily="18" charset="0"/>
                  </a:rPr>
                  <a:t> Law: </a:t>
                </a:r>
                <a:r>
                  <a:rPr lang="en-US" sz="3200" b="1" dirty="0" err="1">
                    <a:latin typeface="Times New Roman" panose="02020603050405020304" pitchFamily="18" charset="0"/>
                    <a:cs typeface="Times New Roman" panose="02020603050405020304" pitchFamily="18" charset="0"/>
                  </a:rPr>
                  <a:t>F</a:t>
                </a:r>
                <a:r>
                  <a:rPr lang="en-US" sz="3200" b="1" baseline="-25000" dirty="0" err="1">
                    <a:latin typeface="Times New Roman" panose="02020603050405020304" pitchFamily="18" charset="0"/>
                    <a:cs typeface="Times New Roman" panose="02020603050405020304" pitchFamily="18" charset="0"/>
                  </a:rPr>
                  <a:t>net</a:t>
                </a:r>
                <a:r>
                  <a:rPr lang="en-US" sz="3200" b="1" dirty="0">
                    <a:latin typeface="Times New Roman" panose="02020603050405020304" pitchFamily="18" charset="0"/>
                    <a:cs typeface="Times New Roman" panose="02020603050405020304" pitchFamily="18" charset="0"/>
                  </a:rPr>
                  <a:t> =</a:t>
                </a:r>
                <a14:m>
                  <m:oMath xmlns:m="http://schemas.openxmlformats.org/officeDocument/2006/math">
                    <m:nary>
                      <m:naryPr>
                        <m:chr m:val="∑"/>
                        <m:subHide m:val="on"/>
                        <m:supHide m:val="on"/>
                        <m:ctrlPr>
                          <a:rPr lang="en-US" sz="3200" b="1" i="1" smtClean="0">
                            <a:solidFill>
                              <a:srgbClr val="000000"/>
                            </a:solidFill>
                            <a:latin typeface="Cambria Math" panose="02040503050406030204" pitchFamily="18" charset="0"/>
                          </a:rPr>
                        </m:ctrlPr>
                      </m:naryPr>
                      <m:sub/>
                      <m:sup/>
                      <m:e>
                        <m:r>
                          <a:rPr lang="en-US" sz="3200" b="1" i="0" smtClean="0">
                            <a:solidFill>
                              <a:srgbClr val="000000"/>
                            </a:solidFill>
                            <a:latin typeface="Cambria Math" panose="02040503050406030204" pitchFamily="18" charset="0"/>
                          </a:rPr>
                          <m:t>𝐅</m:t>
                        </m:r>
                      </m:e>
                    </m:nary>
                    <m:r>
                      <a:rPr lang="en-US" sz="3200" i="0">
                        <a:solidFill>
                          <a:srgbClr val="000000"/>
                        </a:solidFill>
                        <a:latin typeface="Cambria Math" panose="02040503050406030204" pitchFamily="18" charset="0"/>
                      </a:rPr>
                      <m:t> </m:t>
                    </m:r>
                  </m:oMath>
                </a14:m>
                <a:r>
                  <a:rPr lang="en-US" sz="3200" b="1" dirty="0">
                    <a:latin typeface="Times New Roman" panose="02020603050405020304" pitchFamily="18" charset="0"/>
                    <a:cs typeface="Times New Roman" panose="02020603050405020304" pitchFamily="18" charset="0"/>
                  </a:rPr>
                  <a:t>= ma</a:t>
                </a:r>
              </a:p>
              <a:p>
                <a:pPr marL="0" indent="0">
                  <a:buNone/>
                </a:pPr>
                <a:endParaRPr lang="en-US" sz="32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Mass ≠ Weight</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This week is all about learning how to find specific forces and then adding them together to equal “ma”</a:t>
                </a:r>
              </a:p>
            </p:txBody>
          </p:sp>
        </mc:Choice>
        <mc:Fallback xmlns="">
          <p:sp>
            <p:nvSpPr>
              <p:cNvPr id="3" name="Content Placeholder 2">
                <a:extLst>
                  <a:ext uri="{FF2B5EF4-FFF2-40B4-BE49-F238E27FC236}">
                    <a16:creationId xmlns:a16="http://schemas.microsoft.com/office/drawing/2014/main" id="{0F59CE0F-C0D7-5A65-B40B-F34F1AC0F5C1}"/>
                  </a:ext>
                </a:extLst>
              </p:cNvPr>
              <p:cNvSpPr>
                <a:spLocks noGrp="1" noRot="1" noChangeAspect="1" noMove="1" noResize="1" noEditPoints="1" noAdjustHandles="1" noChangeArrowheads="1" noChangeShapeType="1" noTextEdit="1"/>
              </p:cNvSpPr>
              <p:nvPr>
                <p:ph idx="1"/>
              </p:nvPr>
            </p:nvSpPr>
            <p:spPr>
              <a:xfrm>
                <a:off x="736601" y="1074388"/>
                <a:ext cx="10515600" cy="4351338"/>
              </a:xfrm>
              <a:blipFill>
                <a:blip r:embed="rId2"/>
                <a:stretch>
                  <a:fillRect l="-1333" t="-3081"/>
                </a:stretch>
              </a:blipFill>
            </p:spPr>
            <p:txBody>
              <a:bodyPr/>
              <a:lstStyle/>
              <a:p>
                <a:r>
                  <a:rPr lang="en-US">
                    <a:noFill/>
                  </a:rPr>
                  <a:t> </a:t>
                </a:r>
              </a:p>
            </p:txBody>
          </p:sp>
        </mc:Fallback>
      </mc:AlternateContent>
      <p:sp>
        <p:nvSpPr>
          <p:cNvPr id="6" name="Title 3">
            <a:extLst>
              <a:ext uri="{FF2B5EF4-FFF2-40B4-BE49-F238E27FC236}">
                <a16:creationId xmlns:a16="http://schemas.microsoft.com/office/drawing/2014/main" id="{92586F7A-5849-1D28-E99D-9F8DC837F564}"/>
              </a:ext>
            </a:extLst>
          </p:cNvPr>
          <p:cNvSpPr txBox="1">
            <a:spLocks/>
          </p:cNvSpPr>
          <p:nvPr/>
        </p:nvSpPr>
        <p:spPr>
          <a:xfrm>
            <a:off x="0" y="-7815"/>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Things to remember…</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88464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2FFD12-2171-5713-5C10-A0AE165A67C9}"/>
              </a:ext>
            </a:extLst>
          </p:cNvPr>
          <p:cNvGraphicFramePr>
            <a:graphicFrameLocks noGrp="1"/>
          </p:cNvGraphicFramePr>
          <p:nvPr>
            <p:extLst>
              <p:ext uri="{D42A27DB-BD31-4B8C-83A1-F6EECF244321}">
                <p14:modId xmlns:p14="http://schemas.microsoft.com/office/powerpoint/2010/main" val="1825044954"/>
              </p:ext>
            </p:extLst>
          </p:nvPr>
        </p:nvGraphicFramePr>
        <p:xfrm>
          <a:off x="2675368" y="1388649"/>
          <a:ext cx="6151565" cy="4937760"/>
        </p:xfrm>
        <a:graphic>
          <a:graphicData uri="http://schemas.openxmlformats.org/drawingml/2006/table">
            <a:tbl>
              <a:tblPr firstRow="1" bandRow="1"/>
              <a:tblGrid>
                <a:gridCol w="3593140">
                  <a:extLst>
                    <a:ext uri="{9D8B030D-6E8A-4147-A177-3AD203B41FA5}">
                      <a16:colId xmlns:a16="http://schemas.microsoft.com/office/drawing/2014/main" val="2406230072"/>
                    </a:ext>
                  </a:extLst>
                </a:gridCol>
                <a:gridCol w="2558425">
                  <a:extLst>
                    <a:ext uri="{9D8B030D-6E8A-4147-A177-3AD203B41FA5}">
                      <a16:colId xmlns:a16="http://schemas.microsoft.com/office/drawing/2014/main" val="2718681917"/>
                    </a:ext>
                  </a:extLst>
                </a:gridCol>
              </a:tblGrid>
              <a:tr h="381710">
                <a:tc>
                  <a:txBody>
                    <a:bodyPr/>
                    <a:lstStyle/>
                    <a:p>
                      <a:r>
                        <a:rPr lang="en-US" sz="2400" b="1"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Force</a:t>
                      </a:r>
                      <a:endParaRPr lang="en-US" sz="2400" b="1">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400" b="1"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Notation</a:t>
                      </a:r>
                      <a:endParaRPr lang="en-US" sz="2400" b="1">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006583"/>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General force</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F.</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4727956"/>
                  </a:ext>
                </a:extLst>
              </a:tr>
              <a:tr h="675334">
                <a:tc>
                  <a:txBody>
                    <a:bodyPr/>
                    <a:lstStyle/>
                    <a:p>
                      <a:r>
                        <a:rPr lang="en-US" sz="2400" b="0" i="0" u="none" strike="noStrike" cap="none" baseline="0" dirty="0">
                          <a:solidFill>
                            <a:schemeClr val="dk1"/>
                          </a:solidFill>
                          <a:latin typeface="Times New Roman" panose="02020603050405020304" pitchFamily="18" charset="0"/>
                          <a:ea typeface="Arial"/>
                          <a:cs typeface="Times New Roman" panose="02020603050405020304" pitchFamily="18" charset="0"/>
                          <a:sym typeface="Arial"/>
                        </a:rPr>
                        <a:t>Gravitational </a:t>
                      </a:r>
                    </a:p>
                    <a:p>
                      <a:r>
                        <a:rPr lang="en-US" sz="2400" b="0" i="0" u="none" strike="noStrike" cap="none" baseline="0" dirty="0">
                          <a:solidFill>
                            <a:schemeClr val="dk1"/>
                          </a:solidFill>
                          <a:latin typeface="Times New Roman" panose="02020603050405020304" pitchFamily="18" charset="0"/>
                          <a:ea typeface="Arial"/>
                          <a:cs typeface="Times New Roman" panose="02020603050405020304" pitchFamily="18" charset="0"/>
                          <a:sym typeface="Arial"/>
                        </a:rPr>
                        <a:t>force </a:t>
                      </a:r>
                      <a:endParaRPr lang="en-US" sz="24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w.</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24675713"/>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Spring force</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F </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2911985"/>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Tension</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T.</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7005116"/>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Normal force</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n.</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4778979"/>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Static friction</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f sub s.</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8753362"/>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Kinetic friction</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f sub k.</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2599831"/>
                  </a:ext>
                </a:extLst>
              </a:tr>
              <a:tr h="381710">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Drag</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a:solidFill>
                            <a:schemeClr val="bg1"/>
                          </a:solidFill>
                          <a:effectLst/>
                          <a:latin typeface="Times New Roman" panose="02020603050405020304" pitchFamily="18" charset="0"/>
                          <a:ea typeface="MS Mincho"/>
                          <a:cs typeface="Times New Roman" panose="02020603050405020304" pitchFamily="18" charset="0"/>
                        </a:rPr>
                        <a:t>Vector D.</a:t>
                      </a:r>
                      <a:endParaRPr lang="en-IN" sz="240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4632354"/>
                  </a:ext>
                </a:extLst>
              </a:tr>
              <a:tr h="411073">
                <a:tc>
                  <a:txBody>
                    <a:bodyPr/>
                    <a:lstStyle/>
                    <a:p>
                      <a:r>
                        <a:rPr lang="en-US" sz="2400" b="0" i="0" u="none" strike="noStrike" cap="none" baseline="0">
                          <a:solidFill>
                            <a:schemeClr val="dk1"/>
                          </a:solidFill>
                          <a:latin typeface="Times New Roman" panose="02020603050405020304" pitchFamily="18" charset="0"/>
                          <a:ea typeface="Arial"/>
                          <a:cs typeface="Times New Roman" panose="02020603050405020304" pitchFamily="18" charset="0"/>
                          <a:sym typeface="Arial"/>
                        </a:rPr>
                        <a:t>Thrust</a:t>
                      </a:r>
                      <a:endParaRPr lang="en-US" sz="240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0"/>
                        </a:spcAft>
                      </a:pPr>
                      <a:r>
                        <a:rPr lang="en-US" sz="2400" dirty="0">
                          <a:solidFill>
                            <a:schemeClr val="bg1"/>
                          </a:solidFill>
                          <a:effectLst/>
                          <a:latin typeface="Times New Roman" panose="02020603050405020304" pitchFamily="18" charset="0"/>
                          <a:ea typeface="MS Mincho"/>
                          <a:cs typeface="Times New Roman" panose="02020603050405020304" pitchFamily="18" charset="0"/>
                        </a:rPr>
                        <a:t>Vector F sub thrust.</a:t>
                      </a:r>
                      <a:endParaRPr lang="en-IN" sz="2400" dirty="0">
                        <a:solidFill>
                          <a:schemeClr val="bg1"/>
                        </a:solidFill>
                        <a:effectLst/>
                        <a:latin typeface="Times New Roman" panose="02020603050405020304" pitchFamily="18" charset="0"/>
                        <a:ea typeface="MS Mincho"/>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9553379"/>
                  </a:ext>
                </a:extLst>
              </a:tr>
            </a:tbl>
          </a:graphicData>
        </a:graphic>
      </p:graphicFrame>
      <p:sp>
        <p:nvSpPr>
          <p:cNvPr id="15" name="Title 3">
            <a:extLst>
              <a:ext uri="{FF2B5EF4-FFF2-40B4-BE49-F238E27FC236}">
                <a16:creationId xmlns:a16="http://schemas.microsoft.com/office/drawing/2014/main" id="{FA62F5AC-7CAD-D315-3A21-EBD4CC61F9F9}"/>
              </a:ext>
            </a:extLst>
          </p:cNvPr>
          <p:cNvSpPr txBox="1">
            <a:spLocks/>
          </p:cNvSpPr>
          <p:nvPr/>
        </p:nvSpPr>
        <p:spPr>
          <a:xfrm>
            <a:off x="0" y="-10284"/>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Common Forces and Notations</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75A7FE-13BB-7C8E-676B-D16F88AAD8B7}"/>
                  </a:ext>
                </a:extLst>
              </p:cNvPr>
              <p:cNvSpPr txBox="1"/>
              <p:nvPr/>
            </p:nvSpPr>
            <p:spPr>
              <a:xfrm>
                <a:off x="6450450" y="4070319"/>
                <a:ext cx="444478" cy="414088"/>
              </a:xfrm>
              <a:prstGeom prst="rect">
                <a:avLst/>
              </a:prstGeom>
              <a:noFill/>
            </p:spPr>
            <p:txBody>
              <a:bodyPr wrap="square" lIns="0" tIns="0" rIns="0" bIns="0" rtlCol="0">
                <a:spAutoFit/>
              </a:bodyPr>
              <a:lstStyle/>
              <a:p>
                <a:r>
                  <a:rPr lang="en-US" sz="2000" b="1">
                    <a:cs typeface="Times New Roman" panose="02020603050405020304" pitchFamily="18" charset="0"/>
                  </a:rPr>
                  <a:t> </a:t>
                </a:r>
                <a14:m>
                  <m:oMath xmlns:m="http://schemas.openxmlformats.org/officeDocument/2006/math">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𝐍</m:t>
                        </m:r>
                      </m:e>
                    </m:acc>
                  </m:oMath>
                </a14:m>
                <a:endParaRPr lang="en-US" sz="2400" b="1">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E475A7FE-13BB-7C8E-676B-D16F88AAD8B7}"/>
                  </a:ext>
                </a:extLst>
              </p:cNvPr>
              <p:cNvSpPr txBox="1">
                <a:spLocks noRot="1" noChangeAspect="1" noMove="1" noResize="1" noEditPoints="1" noAdjustHandles="1" noChangeArrowheads="1" noChangeShapeType="1" noTextEdit="1"/>
              </p:cNvSpPr>
              <p:nvPr/>
            </p:nvSpPr>
            <p:spPr>
              <a:xfrm>
                <a:off x="6450450" y="4070319"/>
                <a:ext cx="444478" cy="4140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0D014CE-C740-572D-4FE0-19098F6F89CA}"/>
                  </a:ext>
                </a:extLst>
              </p:cNvPr>
              <p:cNvSpPr txBox="1"/>
              <p:nvPr/>
            </p:nvSpPr>
            <p:spPr>
              <a:xfrm>
                <a:off x="6429079" y="4953609"/>
                <a:ext cx="444477" cy="424796"/>
              </a:xfrm>
              <a:prstGeom prst="rect">
                <a:avLst/>
              </a:prstGeom>
              <a:noFill/>
            </p:spPr>
            <p:txBody>
              <a:bodyPr wrap="square" lIns="0" tIns="0" rIns="0" bIns="0" rtlCol="0">
                <a:spAutoFit/>
              </a:bodyPr>
              <a:lstStyle/>
              <a:p>
                <a:r>
                  <a:rPr lang="en-US" sz="2400" b="1">
                    <a:cs typeface="Times New Roman" panose="02020603050405020304" pitchFamily="18" charset="0"/>
                  </a:rPr>
                  <a: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acc>
                          <m:accPr>
                            <m:chr m:val="⃗"/>
                            <m:ctrlPr>
                              <a:rPr lang="en-US" sz="2400" b="1" i="1" smtClean="0">
                                <a:latin typeface="Cambria Math" panose="02040503050406030204" pitchFamily="18" charset="0"/>
                                <a:cs typeface="Times New Roman" panose="02020603050405020304" pitchFamily="18" charset="0"/>
                              </a:rPr>
                            </m:ctrlPr>
                          </m:accPr>
                          <m:e>
                            <m:r>
                              <a:rPr lang="en-US" sz="2400" b="1" i="1" smtClean="0">
                                <a:latin typeface="Cambria Math" panose="02040503050406030204" pitchFamily="18" charset="0"/>
                                <a:cs typeface="Times New Roman" panose="02020603050405020304" pitchFamily="18" charset="0"/>
                              </a:rPr>
                              <m:t>𝒇</m:t>
                            </m:r>
                          </m:e>
                        </m:acc>
                      </m:e>
                      <m:sub>
                        <m:r>
                          <a:rPr lang="en-US" sz="2400" b="1" i="1" smtClean="0">
                            <a:latin typeface="Cambria Math" panose="02040503050406030204" pitchFamily="18" charset="0"/>
                            <a:cs typeface="Times New Roman" panose="02020603050405020304" pitchFamily="18" charset="0"/>
                          </a:rPr>
                          <m:t>𝒌</m:t>
                        </m:r>
                      </m:sub>
                    </m:sSub>
                  </m:oMath>
                </a14:m>
                <a:endParaRPr lang="en-US" sz="2400" b="1">
                  <a:latin typeface="Times New Roman" panose="02020603050405020304" pitchFamily="18" charset="0"/>
                  <a:cs typeface="Times New Roman" panose="02020603050405020304" pitchFamily="18" charset="0"/>
                </a:endParaRPr>
              </a:p>
            </p:txBody>
          </p:sp>
        </mc:Choice>
        <mc:Fallback xmlns="">
          <p:sp>
            <p:nvSpPr>
              <p:cNvPr id="27" name="TextBox 26">
                <a:extLst>
                  <a:ext uri="{FF2B5EF4-FFF2-40B4-BE49-F238E27FC236}">
                    <a16:creationId xmlns:a16="http://schemas.microsoft.com/office/drawing/2014/main" id="{B0D014CE-C740-572D-4FE0-19098F6F89CA}"/>
                  </a:ext>
                </a:extLst>
              </p:cNvPr>
              <p:cNvSpPr txBox="1">
                <a:spLocks noRot="1" noChangeAspect="1" noMove="1" noResize="1" noEditPoints="1" noAdjustHandles="1" noChangeArrowheads="1" noChangeShapeType="1" noTextEdit="1"/>
              </p:cNvSpPr>
              <p:nvPr/>
            </p:nvSpPr>
            <p:spPr>
              <a:xfrm>
                <a:off x="6429079" y="4953609"/>
                <a:ext cx="444477" cy="424796"/>
              </a:xfrm>
              <a:prstGeom prst="rect">
                <a:avLst/>
              </a:prstGeom>
              <a:blipFill>
                <a:blip r:embed="rId3"/>
                <a:stretch>
                  <a:fillRect/>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0044A04D-8AEE-87A5-11D5-AD62592CBA6D}"/>
              </a:ext>
            </a:extLst>
          </p:cNvPr>
          <p:cNvGrpSpPr/>
          <p:nvPr/>
        </p:nvGrpSpPr>
        <p:grpSpPr>
          <a:xfrm>
            <a:off x="6332099" y="1916255"/>
            <a:ext cx="1193878" cy="4421047"/>
            <a:chOff x="6332099" y="1916255"/>
            <a:chExt cx="1193878" cy="4421047"/>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354477C-A323-0FFD-E418-C4B478C4E1A1}"/>
                    </a:ext>
                  </a:extLst>
                </p:cNvPr>
                <p:cNvSpPr txBox="1"/>
                <p:nvPr/>
              </p:nvSpPr>
              <p:spPr>
                <a:xfrm>
                  <a:off x="6441520" y="3118591"/>
                  <a:ext cx="444477" cy="414088"/>
                </a:xfrm>
                <a:prstGeom prst="rect">
                  <a:avLst/>
                </a:prstGeom>
                <a:noFill/>
              </p:spPr>
              <p:txBody>
                <a:bodyPr wrap="square" lIns="0" tIns="0" rIns="0" bIns="0" rtlCol="0">
                  <a:spAutoFit/>
                </a:bodyPr>
                <a:lstStyle/>
                <a:p>
                  <a:r>
                    <a:rPr lang="en-US" sz="2400" b="1">
                      <a:cs typeface="Times New Roman" panose="02020603050405020304" pitchFamily="18" charset="0"/>
                    </a:rPr>
                    <a: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𝐅</m:t>
                              </m:r>
                            </m:e>
                          </m:acc>
                        </m:e>
                        <m:sub>
                          <m:r>
                            <a:rPr lang="en-US" sz="2400" b="1" i="0" smtClean="0">
                              <a:latin typeface="Cambria Math" panose="02040503050406030204" pitchFamily="18" charset="0"/>
                              <a:cs typeface="Times New Roman" panose="02020603050405020304" pitchFamily="18" charset="0"/>
                            </a:rPr>
                            <m:t>𝐬</m:t>
                          </m:r>
                        </m:sub>
                      </m:sSub>
                    </m:oMath>
                  </a14:m>
                  <a:endParaRPr lang="en-US" sz="2400" b="1">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9354477C-A323-0FFD-E418-C4B478C4E1A1}"/>
                    </a:ext>
                  </a:extLst>
                </p:cNvPr>
                <p:cNvSpPr txBox="1">
                  <a:spLocks noRot="1" noChangeAspect="1" noMove="1" noResize="1" noEditPoints="1" noAdjustHandles="1" noChangeArrowheads="1" noChangeShapeType="1" noTextEdit="1"/>
                </p:cNvSpPr>
                <p:nvPr/>
              </p:nvSpPr>
              <p:spPr>
                <a:xfrm>
                  <a:off x="6441520" y="3118591"/>
                  <a:ext cx="444477" cy="41408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D7FEEB-6B85-545E-A346-94EA72B4294C}"/>
                    </a:ext>
                  </a:extLst>
                </p:cNvPr>
                <p:cNvSpPr txBox="1"/>
                <p:nvPr/>
              </p:nvSpPr>
              <p:spPr>
                <a:xfrm>
                  <a:off x="6363203" y="3583330"/>
                  <a:ext cx="339837" cy="414088"/>
                </a:xfrm>
                <a:prstGeom prst="rect">
                  <a:avLst/>
                </a:prstGeom>
                <a:noFill/>
              </p:spPr>
              <p:txBody>
                <a:bodyPr wrap="none" lIns="0" tIns="0" rIns="0" bIns="0" rtlCol="0">
                  <a:spAutoFit/>
                </a:bodyPr>
                <a:lstStyle/>
                <a:p>
                  <a:r>
                    <a:rPr lang="en-US" sz="2400" b="1">
                      <a:cs typeface="Times New Roman" panose="02020603050405020304" pitchFamily="18" charset="0"/>
                    </a:rPr>
                    <a:t>  </a:t>
                  </a:r>
                  <a14:m>
                    <m:oMath xmlns:m="http://schemas.openxmlformats.org/officeDocument/2006/math">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𝐓</m:t>
                          </m:r>
                        </m:e>
                      </m:acc>
                    </m:oMath>
                  </a14:m>
                  <a:endParaRPr lang="en-US" sz="2400" b="1">
                    <a:latin typeface="Times New Roman" panose="02020603050405020304" pitchFamily="18"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1CD7FEEB-6B85-545E-A346-94EA72B4294C}"/>
                    </a:ext>
                  </a:extLst>
                </p:cNvPr>
                <p:cNvSpPr txBox="1">
                  <a:spLocks noRot="1" noChangeAspect="1" noMove="1" noResize="1" noEditPoints="1" noAdjustHandles="1" noChangeArrowheads="1" noChangeShapeType="1" noTextEdit="1"/>
                </p:cNvSpPr>
                <p:nvPr/>
              </p:nvSpPr>
              <p:spPr>
                <a:xfrm>
                  <a:off x="6363203" y="3583330"/>
                  <a:ext cx="339837" cy="41408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B328EF5-1A1D-0202-AB88-F5F2EF0979D5}"/>
                    </a:ext>
                  </a:extLst>
                </p:cNvPr>
                <p:cNvSpPr txBox="1"/>
                <p:nvPr/>
              </p:nvSpPr>
              <p:spPr>
                <a:xfrm>
                  <a:off x="6356982" y="1916255"/>
                  <a:ext cx="435702" cy="414088"/>
                </a:xfrm>
                <a:prstGeom prst="rect">
                  <a:avLst/>
                </a:prstGeom>
                <a:noFill/>
              </p:spPr>
              <p:txBody>
                <a:bodyPr wrap="square" lIns="0" tIns="0" rIns="0" bIns="0" rtlCol="0">
                  <a:spAutoFit/>
                </a:bodyPr>
                <a:lstStyle/>
                <a:p>
                  <a:r>
                    <a:rPr lang="en-US" sz="2400" b="1">
                      <a:cs typeface="Times New Roman" panose="02020603050405020304" pitchFamily="18" charset="0"/>
                    </a:rPr>
                    <a:t>  </a:t>
                  </a:r>
                  <a14:m>
                    <m:oMath xmlns:m="http://schemas.openxmlformats.org/officeDocument/2006/math">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𝐅</m:t>
                          </m:r>
                        </m:e>
                      </m:acc>
                    </m:oMath>
                  </a14:m>
                  <a:endParaRPr lang="en-US" sz="2400" b="1">
                    <a:latin typeface="Times New Roman" panose="02020603050405020304" pitchFamily="18"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CB328EF5-1A1D-0202-AB88-F5F2EF0979D5}"/>
                    </a:ext>
                  </a:extLst>
                </p:cNvPr>
                <p:cNvSpPr txBox="1">
                  <a:spLocks noRot="1" noChangeAspect="1" noMove="1" noResize="1" noEditPoints="1" noAdjustHandles="1" noChangeArrowheads="1" noChangeShapeType="1" noTextEdit="1"/>
                </p:cNvSpPr>
                <p:nvPr/>
              </p:nvSpPr>
              <p:spPr>
                <a:xfrm>
                  <a:off x="6356982" y="1916255"/>
                  <a:ext cx="435702" cy="41408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2D1023C-2918-AD6A-4427-DA63B0F1B20C}"/>
                    </a:ext>
                  </a:extLst>
                </p:cNvPr>
                <p:cNvSpPr txBox="1"/>
                <p:nvPr/>
              </p:nvSpPr>
              <p:spPr>
                <a:xfrm>
                  <a:off x="6341422" y="2395224"/>
                  <a:ext cx="1184555" cy="457498"/>
                </a:xfrm>
                <a:prstGeom prst="rect">
                  <a:avLst/>
                </a:prstGeom>
                <a:noFill/>
              </p:spPr>
              <p:txBody>
                <a:bodyPr wrap="none" lIns="0" tIns="0" rIns="0" bIns="0" rtlCol="0">
                  <a:spAutoFit/>
                </a:bodyPr>
                <a:lstStyle/>
                <a:p>
                  <a:r>
                    <a:rPr lang="en-US" sz="2000">
                      <a:cs typeface="Times New Roman" panose="02020603050405020304" pitchFamily="18" charset="0"/>
                    </a:rPr>
                    <a: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𝐅</m:t>
                              </m:r>
                            </m:e>
                          </m:acc>
                        </m:e>
                        <m:sub>
                          <m:r>
                            <a:rPr lang="en-US" sz="2400" b="1" i="0" smtClean="0">
                              <a:latin typeface="Cambria Math" panose="02040503050406030204" pitchFamily="18" charset="0"/>
                              <a:cs typeface="Times New Roman" panose="02020603050405020304" pitchFamily="18" charset="0"/>
                            </a:rPr>
                            <m:t>𝐠</m:t>
                          </m:r>
                        </m:sub>
                      </m:sSub>
                      <m:r>
                        <a:rPr lang="en-US" sz="2400" b="1"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or</m:t>
                      </m:r>
                      <m:r>
                        <a:rPr lang="en-US" sz="2400" b="0" i="1" smtClean="0">
                          <a:latin typeface="Cambria Math" panose="02040503050406030204" pitchFamily="18" charset="0"/>
                          <a:cs typeface="Times New Roman" panose="02020603050405020304" pitchFamily="18" charset="0"/>
                        </a:rPr>
                        <m:t> </m:t>
                      </m:r>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𝐖</m:t>
                          </m:r>
                        </m:e>
                      </m:acc>
                    </m:oMath>
                  </a14:m>
                  <a:endParaRPr lang="en-US" sz="2400">
                    <a:latin typeface="Times New Roman" panose="02020603050405020304" pitchFamily="18" charset="0"/>
                    <a:cs typeface="Times New Roman" panose="02020603050405020304" pitchFamily="18" charset="0"/>
                  </a:endParaRPr>
                </a:p>
              </p:txBody>
            </p:sp>
          </mc:Choice>
          <mc:Fallback xmlns="">
            <p:sp>
              <p:nvSpPr>
                <p:cNvPr id="25" name="TextBox 24">
                  <a:extLst>
                    <a:ext uri="{FF2B5EF4-FFF2-40B4-BE49-F238E27FC236}">
                      <a16:creationId xmlns:a16="http://schemas.microsoft.com/office/drawing/2014/main" id="{02D1023C-2918-AD6A-4427-DA63B0F1B20C}"/>
                    </a:ext>
                  </a:extLst>
                </p:cNvPr>
                <p:cNvSpPr txBox="1">
                  <a:spLocks noRot="1" noChangeAspect="1" noMove="1" noResize="1" noEditPoints="1" noAdjustHandles="1" noChangeArrowheads="1" noChangeShapeType="1" noTextEdit="1"/>
                </p:cNvSpPr>
                <p:nvPr/>
              </p:nvSpPr>
              <p:spPr>
                <a:xfrm>
                  <a:off x="6341422" y="2395224"/>
                  <a:ext cx="1184555" cy="45749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833A5BD-87BF-61F2-7C32-C996BDBEA502}"/>
                    </a:ext>
                  </a:extLst>
                </p:cNvPr>
                <p:cNvSpPr txBox="1"/>
                <p:nvPr/>
              </p:nvSpPr>
              <p:spPr>
                <a:xfrm>
                  <a:off x="6453962" y="4502630"/>
                  <a:ext cx="444477" cy="424796"/>
                </a:xfrm>
                <a:prstGeom prst="rect">
                  <a:avLst/>
                </a:prstGeom>
                <a:noFill/>
              </p:spPr>
              <p:txBody>
                <a:bodyPr wrap="square" lIns="0" tIns="0" rIns="0" bIns="0" rtlCol="0">
                  <a:spAutoFit/>
                </a:bodyPr>
                <a:lstStyle/>
                <a:p>
                  <a:r>
                    <a:rPr lang="en-US" sz="2400" b="1">
                      <a:cs typeface="Times New Roman" panose="02020603050405020304" pitchFamily="18" charset="0"/>
                    </a:rPr>
                    <a: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acc>
                            <m:accPr>
                              <m:chr m:val="⃗"/>
                              <m:ctrlPr>
                                <a:rPr lang="en-US" sz="2400" b="1" i="1" smtClean="0">
                                  <a:latin typeface="Cambria Math" panose="02040503050406030204" pitchFamily="18" charset="0"/>
                                  <a:cs typeface="Times New Roman" panose="02020603050405020304" pitchFamily="18" charset="0"/>
                                </a:rPr>
                              </m:ctrlPr>
                            </m:accPr>
                            <m:e>
                              <m:r>
                                <a:rPr lang="en-US" sz="2400" b="1" i="1" smtClean="0">
                                  <a:latin typeface="Cambria Math" panose="02040503050406030204" pitchFamily="18" charset="0"/>
                                  <a:cs typeface="Times New Roman" panose="02020603050405020304" pitchFamily="18" charset="0"/>
                                </a:rPr>
                                <m:t>𝒇</m:t>
                              </m:r>
                            </m:e>
                          </m:acc>
                        </m:e>
                        <m:sub>
                          <m:r>
                            <a:rPr lang="en-US" sz="2400" b="1" i="0" smtClean="0">
                              <a:latin typeface="Cambria Math" panose="02040503050406030204" pitchFamily="18" charset="0"/>
                              <a:cs typeface="Times New Roman" panose="02020603050405020304" pitchFamily="18" charset="0"/>
                            </a:rPr>
                            <m:t>𝐬</m:t>
                          </m:r>
                        </m:sub>
                      </m:sSub>
                    </m:oMath>
                  </a14:m>
                  <a:endParaRPr lang="en-US" sz="2400" b="1">
                    <a:latin typeface="Times New Roman" panose="02020603050405020304" pitchFamily="18" charset="0"/>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id="{6833A5BD-87BF-61F2-7C32-C996BDBEA502}"/>
                    </a:ext>
                  </a:extLst>
                </p:cNvPr>
                <p:cNvSpPr txBox="1">
                  <a:spLocks noRot="1" noChangeAspect="1" noMove="1" noResize="1" noEditPoints="1" noAdjustHandles="1" noChangeArrowheads="1" noChangeShapeType="1" noTextEdit="1"/>
                </p:cNvSpPr>
                <p:nvPr/>
              </p:nvSpPr>
              <p:spPr>
                <a:xfrm>
                  <a:off x="6453962" y="4502630"/>
                  <a:ext cx="444477" cy="42479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2A66700-4ACE-0B63-B39E-C28E08EEB8AB}"/>
                    </a:ext>
                  </a:extLst>
                </p:cNvPr>
                <p:cNvSpPr txBox="1"/>
                <p:nvPr/>
              </p:nvSpPr>
              <p:spPr>
                <a:xfrm>
                  <a:off x="6506835" y="5553882"/>
                  <a:ext cx="873680" cy="783420"/>
                </a:xfrm>
                <a:prstGeom prst="rect">
                  <a:avLst/>
                </a:prstGeom>
                <a:noFill/>
              </p:spPr>
              <p:txBody>
                <a:bodyPr wrap="square" lIns="0" tIns="0" rIns="0" bIns="0" rtlCol="0">
                  <a:spAutoFit/>
                </a:bodyPr>
                <a:lstStyle/>
                <a:p>
                  <a:r>
                    <a:rPr lang="en-US" sz="2400" b="1">
                      <a:cs typeface="Times New Roman" panose="02020603050405020304" pitchFamily="18" charset="0"/>
                    </a:rPr>
                    <a:t>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𝐅</m:t>
                              </m:r>
                            </m:e>
                          </m:acc>
                        </m:e>
                        <m:sub>
                          <m:r>
                            <m:rPr>
                              <m:sty m:val="p"/>
                            </m:rPr>
                            <a:rPr lang="en-US" sz="2400" b="0" i="0" smtClean="0">
                              <a:latin typeface="Cambria Math" panose="02040503050406030204" pitchFamily="18" charset="0"/>
                              <a:cs typeface="Times New Roman" panose="02020603050405020304" pitchFamily="18" charset="0"/>
                            </a:rPr>
                            <m:t>thrust</m:t>
                          </m:r>
                        </m:sub>
                      </m:sSub>
                    </m:oMath>
                  </a14:m>
                  <a:endParaRPr lang="en-US" sz="2400" b="1">
                    <a:latin typeface="Times New Roman" panose="02020603050405020304" pitchFamily="18"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22A66700-4ACE-0B63-B39E-C28E08EEB8AB}"/>
                    </a:ext>
                  </a:extLst>
                </p:cNvPr>
                <p:cNvSpPr txBox="1">
                  <a:spLocks noRot="1" noChangeAspect="1" noMove="1" noResize="1" noEditPoints="1" noAdjustHandles="1" noChangeArrowheads="1" noChangeShapeType="1" noTextEdit="1"/>
                </p:cNvSpPr>
                <p:nvPr/>
              </p:nvSpPr>
              <p:spPr>
                <a:xfrm>
                  <a:off x="6506835" y="5553882"/>
                  <a:ext cx="873680" cy="7834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476AEF1-F371-2D10-163C-1E4B7F0CDDD5}"/>
                    </a:ext>
                  </a:extLst>
                </p:cNvPr>
                <p:cNvSpPr txBox="1"/>
                <p:nvPr/>
              </p:nvSpPr>
              <p:spPr>
                <a:xfrm>
                  <a:off x="6332099" y="5455671"/>
                  <a:ext cx="435702" cy="414088"/>
                </a:xfrm>
                <a:prstGeom prst="rect">
                  <a:avLst/>
                </a:prstGeom>
                <a:noFill/>
              </p:spPr>
              <p:txBody>
                <a:bodyPr wrap="square" lIns="0" tIns="0" rIns="0" bIns="0" rtlCol="0">
                  <a:spAutoFit/>
                </a:bodyPr>
                <a:lstStyle/>
                <a:p>
                  <a:r>
                    <a:rPr lang="en-US" sz="2400" b="1">
                      <a:cs typeface="Times New Roman" panose="02020603050405020304" pitchFamily="18" charset="0"/>
                    </a:rPr>
                    <a:t>  </a:t>
                  </a:r>
                  <a14:m>
                    <m:oMath xmlns:m="http://schemas.openxmlformats.org/officeDocument/2006/math">
                      <m:acc>
                        <m:accPr>
                          <m:chr m:val="⃗"/>
                          <m:ctrlPr>
                            <a:rPr lang="en-US" sz="2400" b="1" i="0" smtClean="0">
                              <a:latin typeface="Cambria Math" panose="02040503050406030204" pitchFamily="18" charset="0"/>
                              <a:cs typeface="Times New Roman" panose="02020603050405020304" pitchFamily="18" charset="0"/>
                            </a:rPr>
                          </m:ctrlPr>
                        </m:accPr>
                        <m:e>
                          <m:r>
                            <a:rPr lang="en-US" sz="2400" b="1" i="0" smtClean="0">
                              <a:latin typeface="Cambria Math" panose="02040503050406030204" pitchFamily="18" charset="0"/>
                              <a:cs typeface="Times New Roman" panose="02020603050405020304" pitchFamily="18" charset="0"/>
                            </a:rPr>
                            <m:t>𝐃</m:t>
                          </m:r>
                        </m:e>
                      </m:acc>
                    </m:oMath>
                  </a14:m>
                  <a:endParaRPr lang="en-US" sz="2400" b="1">
                    <a:latin typeface="Times New Roman" panose="02020603050405020304" pitchFamily="18" charset="0"/>
                    <a:cs typeface="Times New Roman" panose="02020603050405020304" pitchFamily="18" charset="0"/>
                  </a:endParaRPr>
                </a:p>
              </p:txBody>
            </p:sp>
          </mc:Choice>
          <mc:Fallback xmlns="">
            <p:sp>
              <p:nvSpPr>
                <p:cNvPr id="29" name="TextBox 28">
                  <a:extLst>
                    <a:ext uri="{FF2B5EF4-FFF2-40B4-BE49-F238E27FC236}">
                      <a16:creationId xmlns:a16="http://schemas.microsoft.com/office/drawing/2014/main" id="{0476AEF1-F371-2D10-163C-1E4B7F0CDDD5}"/>
                    </a:ext>
                  </a:extLst>
                </p:cNvPr>
                <p:cNvSpPr txBox="1">
                  <a:spLocks noRot="1" noChangeAspect="1" noMove="1" noResize="1" noEditPoints="1" noAdjustHandles="1" noChangeArrowheads="1" noChangeShapeType="1" noTextEdit="1"/>
                </p:cNvSpPr>
                <p:nvPr/>
              </p:nvSpPr>
              <p:spPr>
                <a:xfrm>
                  <a:off x="6332099" y="5455671"/>
                  <a:ext cx="435702" cy="414088"/>
                </a:xfrm>
                <a:prstGeom prst="rect">
                  <a:avLst/>
                </a:prstGeom>
                <a:blipFill>
                  <a:blip r:embed="rId1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077334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18">
            <a:extLst>
              <a:ext uri="{FF2B5EF4-FFF2-40B4-BE49-F238E27FC236}">
                <a16:creationId xmlns:a16="http://schemas.microsoft.com/office/drawing/2014/main" id="{7149CBF3-FB9B-2224-4663-FB56AD1DD81D}"/>
              </a:ext>
            </a:extLst>
          </p:cNvPr>
          <p:cNvGrpSpPr>
            <a:grpSpLocks/>
          </p:cNvGrpSpPr>
          <p:nvPr/>
        </p:nvGrpSpPr>
        <p:grpSpPr bwMode="auto">
          <a:xfrm>
            <a:off x="2057400" y="1828800"/>
            <a:ext cx="2514600" cy="304800"/>
            <a:chOff x="528" y="672"/>
            <a:chExt cx="1584" cy="192"/>
          </a:xfrm>
        </p:grpSpPr>
        <p:sp>
          <p:nvSpPr>
            <p:cNvPr id="2052" name="Line 4">
              <a:extLst>
                <a:ext uri="{FF2B5EF4-FFF2-40B4-BE49-F238E27FC236}">
                  <a16:creationId xmlns:a16="http://schemas.microsoft.com/office/drawing/2014/main" id="{2D68DF82-0928-4F73-A184-34264AF0292F}"/>
                </a:ext>
              </a:extLst>
            </p:cNvPr>
            <p:cNvSpPr>
              <a:spLocks noChangeShapeType="1"/>
            </p:cNvSpPr>
            <p:nvPr/>
          </p:nvSpPr>
          <p:spPr bwMode="auto">
            <a:xfrm>
              <a:off x="528" y="864"/>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4" name="Rectangle 6">
              <a:extLst>
                <a:ext uri="{FF2B5EF4-FFF2-40B4-BE49-F238E27FC236}">
                  <a16:creationId xmlns:a16="http://schemas.microsoft.com/office/drawing/2014/main" id="{CBBCEA21-A799-443A-B754-4A2769BDD388}"/>
                </a:ext>
              </a:extLst>
            </p:cNvPr>
            <p:cNvSpPr>
              <a:spLocks noChangeArrowheads="1"/>
            </p:cNvSpPr>
            <p:nvPr/>
          </p:nvSpPr>
          <p:spPr bwMode="auto">
            <a:xfrm>
              <a:off x="912" y="672"/>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3075" name="Group 17">
            <a:extLst>
              <a:ext uri="{FF2B5EF4-FFF2-40B4-BE49-F238E27FC236}">
                <a16:creationId xmlns:a16="http://schemas.microsoft.com/office/drawing/2014/main" id="{DF105FAD-B9E0-B39B-02E3-283240447D1D}"/>
              </a:ext>
            </a:extLst>
          </p:cNvPr>
          <p:cNvGrpSpPr>
            <a:grpSpLocks/>
          </p:cNvGrpSpPr>
          <p:nvPr/>
        </p:nvGrpSpPr>
        <p:grpSpPr bwMode="auto">
          <a:xfrm>
            <a:off x="1981200" y="2971800"/>
            <a:ext cx="2667000" cy="914400"/>
            <a:chOff x="480" y="1392"/>
            <a:chExt cx="1680" cy="576"/>
          </a:xfrm>
        </p:grpSpPr>
        <p:pic>
          <p:nvPicPr>
            <p:cNvPr id="3128" name="Picture 9" descr="MPj04225320000[1]">
              <a:extLst>
                <a:ext uri="{FF2B5EF4-FFF2-40B4-BE49-F238E27FC236}">
                  <a16:creationId xmlns:a16="http://schemas.microsoft.com/office/drawing/2014/main" id="{63690B48-F82D-236A-D65C-C79C049F4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392"/>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ine 7">
              <a:extLst>
                <a:ext uri="{FF2B5EF4-FFF2-40B4-BE49-F238E27FC236}">
                  <a16:creationId xmlns:a16="http://schemas.microsoft.com/office/drawing/2014/main" id="{100517F2-43CB-4D5D-A13D-4CA3FAA3379E}"/>
                </a:ext>
              </a:extLst>
            </p:cNvPr>
            <p:cNvSpPr>
              <a:spLocks noChangeShapeType="1"/>
            </p:cNvSpPr>
            <p:nvPr/>
          </p:nvSpPr>
          <p:spPr bwMode="auto">
            <a:xfrm>
              <a:off x="528" y="196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6" name="Rectangle 8">
              <a:extLst>
                <a:ext uri="{FF2B5EF4-FFF2-40B4-BE49-F238E27FC236}">
                  <a16:creationId xmlns:a16="http://schemas.microsoft.com/office/drawing/2014/main" id="{9A0978A8-2F66-4ED0-9AB0-9A912EEB2A54}"/>
                </a:ext>
              </a:extLst>
            </p:cNvPr>
            <p:cNvSpPr>
              <a:spLocks noChangeArrowheads="1"/>
            </p:cNvSpPr>
            <p:nvPr/>
          </p:nvSpPr>
          <p:spPr bwMode="auto">
            <a:xfrm>
              <a:off x="864" y="1776"/>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3" name="Line 10">
              <a:extLst>
                <a:ext uri="{FF2B5EF4-FFF2-40B4-BE49-F238E27FC236}">
                  <a16:creationId xmlns:a16="http://schemas.microsoft.com/office/drawing/2014/main" id="{5B8A5D93-3B3D-41F9-9DFE-EEFC12D32D38}"/>
                </a:ext>
              </a:extLst>
            </p:cNvPr>
            <p:cNvSpPr>
              <a:spLocks noChangeShapeType="1"/>
            </p:cNvSpPr>
            <p:nvPr/>
          </p:nvSpPr>
          <p:spPr bwMode="auto">
            <a:xfrm>
              <a:off x="1248" y="163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59" name="Text Box 11">
              <a:extLst>
                <a:ext uri="{FF2B5EF4-FFF2-40B4-BE49-F238E27FC236}">
                  <a16:creationId xmlns:a16="http://schemas.microsoft.com/office/drawing/2014/main" id="{B39D627F-0C68-4FD6-BCD4-B6717016AAF2}"/>
                </a:ext>
              </a:extLst>
            </p:cNvPr>
            <p:cNvSpPr txBox="1">
              <a:spLocks noChangeArrowheads="1"/>
            </p:cNvSpPr>
            <p:nvPr/>
          </p:nvSpPr>
          <p:spPr bwMode="auto">
            <a:xfrm>
              <a:off x="1056" y="1440"/>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Direction of motion</a:t>
              </a:r>
            </a:p>
          </p:txBody>
        </p:sp>
      </p:grpSp>
      <p:sp>
        <p:nvSpPr>
          <p:cNvPr id="2067" name="Text Box 19">
            <a:extLst>
              <a:ext uri="{FF2B5EF4-FFF2-40B4-BE49-F238E27FC236}">
                <a16:creationId xmlns:a16="http://schemas.microsoft.com/office/drawing/2014/main" id="{581FF9BB-18EC-42AF-9FCA-44284F77C69D}"/>
              </a:ext>
            </a:extLst>
          </p:cNvPr>
          <p:cNvSpPr txBox="1">
            <a:spLocks noChangeArrowheads="1"/>
          </p:cNvSpPr>
          <p:nvPr/>
        </p:nvSpPr>
        <p:spPr bwMode="auto">
          <a:xfrm>
            <a:off x="1981200" y="152401"/>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2800" b="1">
                <a:solidFill>
                  <a:schemeClr val="bg1"/>
                </a:solidFill>
                <a:latin typeface="Arial" charset="0"/>
                <a:ea typeface="ＭＳ Ｐゴシック" charset="0"/>
              </a:rPr>
              <a:t>DRAW THE FREE-BODY DIAGRAM OF FORCES</a:t>
            </a:r>
          </a:p>
        </p:txBody>
      </p:sp>
      <p:sp>
        <p:nvSpPr>
          <p:cNvPr id="2072" name="Line 24">
            <a:extLst>
              <a:ext uri="{FF2B5EF4-FFF2-40B4-BE49-F238E27FC236}">
                <a16:creationId xmlns:a16="http://schemas.microsoft.com/office/drawing/2014/main" id="{6E0627BB-773C-49D8-A22B-79EF4A68B074}"/>
              </a:ext>
            </a:extLst>
          </p:cNvPr>
          <p:cNvSpPr>
            <a:spLocks noChangeShapeType="1"/>
          </p:cNvSpPr>
          <p:nvPr/>
        </p:nvSpPr>
        <p:spPr bwMode="auto">
          <a:xfrm>
            <a:off x="1557338" y="2957807"/>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3" name="Line 25">
            <a:extLst>
              <a:ext uri="{FF2B5EF4-FFF2-40B4-BE49-F238E27FC236}">
                <a16:creationId xmlns:a16="http://schemas.microsoft.com/office/drawing/2014/main" id="{F627D4AD-1209-451C-9E12-DCBDF59AF76E}"/>
              </a:ext>
            </a:extLst>
          </p:cNvPr>
          <p:cNvSpPr>
            <a:spLocks noChangeShapeType="1"/>
          </p:cNvSpPr>
          <p:nvPr/>
        </p:nvSpPr>
        <p:spPr bwMode="auto">
          <a:xfrm>
            <a:off x="1524000" y="4800600"/>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4" name="Line 26">
            <a:extLst>
              <a:ext uri="{FF2B5EF4-FFF2-40B4-BE49-F238E27FC236}">
                <a16:creationId xmlns:a16="http://schemas.microsoft.com/office/drawing/2014/main" id="{02342EC1-CA48-4B2B-AB6A-F6F0D1830E81}"/>
              </a:ext>
            </a:extLst>
          </p:cNvPr>
          <p:cNvSpPr>
            <a:spLocks noChangeShapeType="1"/>
          </p:cNvSpPr>
          <p:nvPr/>
        </p:nvSpPr>
        <p:spPr bwMode="auto">
          <a:xfrm>
            <a:off x="5486400" y="1250302"/>
            <a:ext cx="0" cy="537909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nvGrpSpPr>
          <p:cNvPr id="2079" name="Group 31">
            <a:extLst>
              <a:ext uri="{FF2B5EF4-FFF2-40B4-BE49-F238E27FC236}">
                <a16:creationId xmlns:a16="http://schemas.microsoft.com/office/drawing/2014/main" id="{80AC4B2A-80FA-677B-A472-99F816311264}"/>
              </a:ext>
            </a:extLst>
          </p:cNvPr>
          <p:cNvGrpSpPr>
            <a:grpSpLocks/>
          </p:cNvGrpSpPr>
          <p:nvPr/>
        </p:nvGrpSpPr>
        <p:grpSpPr bwMode="auto">
          <a:xfrm>
            <a:off x="6705600" y="1340145"/>
            <a:ext cx="457200" cy="1617662"/>
            <a:chOff x="3696" y="709"/>
            <a:chExt cx="288" cy="1019"/>
          </a:xfrm>
        </p:grpSpPr>
        <p:sp>
          <p:nvSpPr>
            <p:cNvPr id="2069" name="Oval 21">
              <a:extLst>
                <a:ext uri="{FF2B5EF4-FFF2-40B4-BE49-F238E27FC236}">
                  <a16:creationId xmlns:a16="http://schemas.microsoft.com/office/drawing/2014/main" id="{FB86D3D8-6FFC-4C9B-A75A-BB8ED1836AA3}"/>
                </a:ext>
              </a:extLst>
            </p:cNvPr>
            <p:cNvSpPr>
              <a:spLocks noChangeArrowheads="1"/>
            </p:cNvSpPr>
            <p:nvPr/>
          </p:nvSpPr>
          <p:spPr bwMode="auto">
            <a:xfrm>
              <a:off x="3771" y="11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070" name="Line 22">
              <a:extLst>
                <a:ext uri="{FF2B5EF4-FFF2-40B4-BE49-F238E27FC236}">
                  <a16:creationId xmlns:a16="http://schemas.microsoft.com/office/drawing/2014/main" id="{DE6A68E1-F79E-4B75-BAB9-6BFB4B9780C0}"/>
                </a:ext>
              </a:extLst>
            </p:cNvPr>
            <p:cNvSpPr>
              <a:spLocks noChangeShapeType="1"/>
            </p:cNvSpPr>
            <p:nvPr/>
          </p:nvSpPr>
          <p:spPr bwMode="auto">
            <a:xfrm flipV="1">
              <a:off x="3792" y="864"/>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1" name="Line 23">
              <a:extLst>
                <a:ext uri="{FF2B5EF4-FFF2-40B4-BE49-F238E27FC236}">
                  <a16:creationId xmlns:a16="http://schemas.microsoft.com/office/drawing/2014/main" id="{947E43B2-24FD-449E-8E18-3EFFCA91DECC}"/>
                </a:ext>
              </a:extLst>
            </p:cNvPr>
            <p:cNvSpPr>
              <a:spLocks noChangeShapeType="1"/>
            </p:cNvSpPr>
            <p:nvPr/>
          </p:nvSpPr>
          <p:spPr bwMode="auto">
            <a:xfrm>
              <a:off x="3792" y="120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5" name="Text Box 27">
              <a:extLst>
                <a:ext uri="{FF2B5EF4-FFF2-40B4-BE49-F238E27FC236}">
                  <a16:creationId xmlns:a16="http://schemas.microsoft.com/office/drawing/2014/main" id="{818E5720-B8B3-4071-B8E2-0615EC9D3BE5}"/>
                </a:ext>
              </a:extLst>
            </p:cNvPr>
            <p:cNvSpPr txBox="1">
              <a:spLocks noChangeArrowheads="1"/>
            </p:cNvSpPr>
            <p:nvPr/>
          </p:nvSpPr>
          <p:spPr bwMode="auto">
            <a:xfrm>
              <a:off x="3696" y="155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a:t>
              </a:r>
              <a:endParaRPr lang="en-US" sz="1200">
                <a:latin typeface="Arial" charset="0"/>
                <a:ea typeface="ＭＳ Ｐゴシック" charset="0"/>
              </a:endParaRPr>
            </a:p>
          </p:txBody>
        </p:sp>
        <p:sp>
          <p:nvSpPr>
            <p:cNvPr id="2076" name="Text Box 28">
              <a:extLst>
                <a:ext uri="{FF2B5EF4-FFF2-40B4-BE49-F238E27FC236}">
                  <a16:creationId xmlns:a16="http://schemas.microsoft.com/office/drawing/2014/main" id="{CA40D030-E48B-4F80-AFE4-BFB0846EE85D}"/>
                </a:ext>
              </a:extLst>
            </p:cNvPr>
            <p:cNvSpPr txBox="1">
              <a:spLocks noChangeArrowheads="1"/>
            </p:cNvSpPr>
            <p:nvPr/>
          </p:nvSpPr>
          <p:spPr bwMode="auto">
            <a:xfrm>
              <a:off x="3696" y="709"/>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sp>
          <p:nvSpPr>
            <p:cNvPr id="2077" name="Line 29">
              <a:extLst>
                <a:ext uri="{FF2B5EF4-FFF2-40B4-BE49-F238E27FC236}">
                  <a16:creationId xmlns:a16="http://schemas.microsoft.com/office/drawing/2014/main" id="{183F909A-A96B-45C4-8FFE-35A8E0AC726B}"/>
                </a:ext>
              </a:extLst>
            </p:cNvPr>
            <p:cNvSpPr>
              <a:spLocks noChangeShapeType="1"/>
            </p:cNvSpPr>
            <p:nvPr/>
          </p:nvSpPr>
          <p:spPr bwMode="auto">
            <a:xfrm>
              <a:off x="3744" y="1566"/>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78" name="Line 30">
              <a:extLst>
                <a:ext uri="{FF2B5EF4-FFF2-40B4-BE49-F238E27FC236}">
                  <a16:creationId xmlns:a16="http://schemas.microsoft.com/office/drawing/2014/main" id="{342563CE-6569-4471-977D-9AE0EEAE65F9}"/>
                </a:ext>
              </a:extLst>
            </p:cNvPr>
            <p:cNvSpPr>
              <a:spLocks noChangeShapeType="1"/>
            </p:cNvSpPr>
            <p:nvPr/>
          </p:nvSpPr>
          <p:spPr bwMode="auto">
            <a:xfrm>
              <a:off x="3744" y="72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grpSp>
        <p:nvGrpSpPr>
          <p:cNvPr id="3082" name="Group 51">
            <a:extLst>
              <a:ext uri="{FF2B5EF4-FFF2-40B4-BE49-F238E27FC236}">
                <a16:creationId xmlns:a16="http://schemas.microsoft.com/office/drawing/2014/main" id="{18C6C0B3-8526-4793-3A9C-B42FEB9DD978}"/>
              </a:ext>
            </a:extLst>
          </p:cNvPr>
          <p:cNvGrpSpPr>
            <a:grpSpLocks/>
          </p:cNvGrpSpPr>
          <p:nvPr/>
        </p:nvGrpSpPr>
        <p:grpSpPr bwMode="auto">
          <a:xfrm>
            <a:off x="2057400" y="5105400"/>
            <a:ext cx="2667000" cy="914400"/>
            <a:chOff x="480" y="1392"/>
            <a:chExt cx="1680" cy="576"/>
          </a:xfrm>
        </p:grpSpPr>
        <p:pic>
          <p:nvPicPr>
            <p:cNvPr id="3106" name="Picture 52" descr="MPj04225320000[1]">
              <a:extLst>
                <a:ext uri="{FF2B5EF4-FFF2-40B4-BE49-F238E27FC236}">
                  <a16:creationId xmlns:a16="http://schemas.microsoft.com/office/drawing/2014/main" id="{138B75FB-F84A-F356-6DE2-FB386950F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392"/>
              <a:ext cx="57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1" name="Line 53">
              <a:extLst>
                <a:ext uri="{FF2B5EF4-FFF2-40B4-BE49-F238E27FC236}">
                  <a16:creationId xmlns:a16="http://schemas.microsoft.com/office/drawing/2014/main" id="{78180E19-0491-44B3-AB6A-50F6F0EC115F}"/>
                </a:ext>
              </a:extLst>
            </p:cNvPr>
            <p:cNvSpPr>
              <a:spLocks noChangeShapeType="1"/>
            </p:cNvSpPr>
            <p:nvPr/>
          </p:nvSpPr>
          <p:spPr bwMode="auto">
            <a:xfrm>
              <a:off x="528" y="1968"/>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2" name="Rectangle 54">
              <a:extLst>
                <a:ext uri="{FF2B5EF4-FFF2-40B4-BE49-F238E27FC236}">
                  <a16:creationId xmlns:a16="http://schemas.microsoft.com/office/drawing/2014/main" id="{C280B5D1-A5AD-4E2F-83AA-BB1FCD5B2675}"/>
                </a:ext>
              </a:extLst>
            </p:cNvPr>
            <p:cNvSpPr>
              <a:spLocks noChangeArrowheads="1"/>
            </p:cNvSpPr>
            <p:nvPr/>
          </p:nvSpPr>
          <p:spPr bwMode="auto">
            <a:xfrm>
              <a:off x="864" y="1776"/>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103" name="Line 55">
              <a:extLst>
                <a:ext uri="{FF2B5EF4-FFF2-40B4-BE49-F238E27FC236}">
                  <a16:creationId xmlns:a16="http://schemas.microsoft.com/office/drawing/2014/main" id="{9C797E7B-9563-42BC-9648-4FA394FF8119}"/>
                </a:ext>
              </a:extLst>
            </p:cNvPr>
            <p:cNvSpPr>
              <a:spLocks noChangeShapeType="1"/>
            </p:cNvSpPr>
            <p:nvPr/>
          </p:nvSpPr>
          <p:spPr bwMode="auto">
            <a:xfrm>
              <a:off x="1248" y="163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4" name="Text Box 56">
              <a:extLst>
                <a:ext uri="{FF2B5EF4-FFF2-40B4-BE49-F238E27FC236}">
                  <a16:creationId xmlns:a16="http://schemas.microsoft.com/office/drawing/2014/main" id="{052BE2DF-DF69-4E9A-92CC-933B34F49A77}"/>
                </a:ext>
              </a:extLst>
            </p:cNvPr>
            <p:cNvSpPr txBox="1">
              <a:spLocks noChangeArrowheads="1"/>
            </p:cNvSpPr>
            <p:nvPr/>
          </p:nvSpPr>
          <p:spPr bwMode="auto">
            <a:xfrm>
              <a:off x="1056" y="1440"/>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Direction of motion</a:t>
              </a:r>
            </a:p>
          </p:txBody>
        </p:sp>
      </p:grpSp>
      <mc:AlternateContent xmlns:mc="http://schemas.openxmlformats.org/markup-compatibility/2006" xmlns:a14="http://schemas.microsoft.com/office/drawing/2010/main">
        <mc:Choice Requires="a14">
          <p:sp>
            <p:nvSpPr>
              <p:cNvPr id="2121" name="Object 73">
                <a:extLst>
                  <a:ext uri="{FF2B5EF4-FFF2-40B4-BE49-F238E27FC236}">
                    <a16:creationId xmlns:a16="http://schemas.microsoft.com/office/drawing/2014/main" id="{EA6BC1E3-46C8-6B6E-4ABD-A8D48AB82C9F}"/>
                  </a:ext>
                </a:extLst>
              </p:cNvPr>
              <p:cNvSpPr txBox="1"/>
              <p:nvPr/>
            </p:nvSpPr>
            <p:spPr bwMode="auto">
              <a:xfrm>
                <a:off x="7848600" y="1323975"/>
                <a:ext cx="2362200" cy="1190327"/>
              </a:xfrm>
              <a:prstGeom prst="rect">
                <a:avLst/>
              </a:prstGeom>
              <a:noFill/>
              <a:ln>
                <a:noFill/>
              </a:ln>
              <a:effectLst/>
            </p:spPr>
            <p:txBody>
              <a:bodyPr>
                <a:noAutofit/>
              </a:bodyPr>
              <a:lstStyle/>
              <a:p>
                <a:pPr/>
                <a:br>
                  <a:rPr lang="en-US">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y</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𝐹</m:t>
                          </m:r>
                        </m:e>
                        <m:sub>
                          <m:r>
                            <a:rPr lang="en-US" i="1">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=0</m:t>
                      </m:r>
                    </m:oMath>
                  </m:oMathPara>
                </a14:m>
                <a:endParaRPr lang="en-US"/>
              </a:p>
            </p:txBody>
          </p:sp>
        </mc:Choice>
        <mc:Fallback xmlns="">
          <p:sp>
            <p:nvSpPr>
              <p:cNvPr id="2121" name="Object 73">
                <a:extLst>
                  <a:ext uri="{FF2B5EF4-FFF2-40B4-BE49-F238E27FC236}">
                    <a16:creationId xmlns:a16="http://schemas.microsoft.com/office/drawing/2014/main" id="{EA6BC1E3-46C8-6B6E-4ABD-A8D48AB82C9F}"/>
                  </a:ext>
                </a:extLst>
              </p:cNvPr>
              <p:cNvSpPr txBox="1">
                <a:spLocks noRot="1" noChangeAspect="1" noMove="1" noResize="1" noEditPoints="1" noAdjustHandles="1" noChangeArrowheads="1" noChangeShapeType="1" noTextEdit="1"/>
              </p:cNvSpPr>
              <p:nvPr/>
            </p:nvSpPr>
            <p:spPr bwMode="auto">
              <a:xfrm>
                <a:off x="7848600" y="1323975"/>
                <a:ext cx="2362200" cy="1190327"/>
              </a:xfrm>
              <a:prstGeom prst="rect">
                <a:avLst/>
              </a:prstGeom>
              <a:blipFill>
                <a:blip r:embed="rId4"/>
                <a:stretch>
                  <a:fillRect/>
                </a:stretch>
              </a:blipFill>
              <a:ln>
                <a:noFill/>
              </a:ln>
              <a:effectLst/>
            </p:spPr>
            <p:txBody>
              <a:bodyPr/>
              <a:lstStyle/>
              <a:p>
                <a:r>
                  <a:rPr lang="en-US">
                    <a:noFill/>
                  </a:rPr>
                  <a:t> </a:t>
                </a:r>
              </a:p>
            </p:txBody>
          </p:sp>
        </mc:Fallback>
      </mc:AlternateContent>
      <p:grpSp>
        <p:nvGrpSpPr>
          <p:cNvPr id="2131" name="Group 83">
            <a:extLst>
              <a:ext uri="{FF2B5EF4-FFF2-40B4-BE49-F238E27FC236}">
                <a16:creationId xmlns:a16="http://schemas.microsoft.com/office/drawing/2014/main" id="{259E1A96-1B84-89A1-C561-2548E9084495}"/>
              </a:ext>
            </a:extLst>
          </p:cNvPr>
          <p:cNvGrpSpPr>
            <a:grpSpLocks/>
          </p:cNvGrpSpPr>
          <p:nvPr/>
        </p:nvGrpSpPr>
        <p:grpSpPr bwMode="auto">
          <a:xfrm>
            <a:off x="8001002" y="2529531"/>
            <a:ext cx="2573693" cy="2134749"/>
            <a:chOff x="4128" y="2048"/>
            <a:chExt cx="1326" cy="1626"/>
          </a:xfrm>
        </p:grpSpPr>
        <mc:AlternateContent xmlns:mc="http://schemas.openxmlformats.org/markup-compatibility/2006" xmlns:a14="http://schemas.microsoft.com/office/drawing/2010/main">
          <mc:Choice Requires="a14">
            <p:sp>
              <p:nvSpPr>
                <p:cNvPr id="3091" name="Object 74">
                  <a:extLst>
                    <a:ext uri="{FF2B5EF4-FFF2-40B4-BE49-F238E27FC236}">
                      <a16:creationId xmlns:a16="http://schemas.microsoft.com/office/drawing/2014/main" id="{AE2FF454-9275-C908-E181-B1532E3CF093}"/>
                    </a:ext>
                  </a:extLst>
                </p:cNvPr>
                <p:cNvSpPr txBox="1"/>
                <p:nvPr/>
              </p:nvSpPr>
              <p:spPr bwMode="auto">
                <a:xfrm>
                  <a:off x="4267" y="2048"/>
                  <a:ext cx="1187" cy="907"/>
                </a:xfrm>
                <a:prstGeom prst="rect">
                  <a:avLst/>
                </a:prstGeom>
                <a:noFill/>
                <a:ln>
                  <a:noFill/>
                </a:ln>
                <a:effectLst/>
              </p:spPr>
              <p:txBody>
                <a:bodyPr>
                  <a:noAutofit/>
                </a:bodyPr>
                <a:lstStyle/>
                <a:p>
                  <a:pPr/>
                  <a:br>
                    <a:rPr lang="en-US">
                      <a:solidFill>
                        <a:srgbClr val="000000"/>
                      </a:solidFill>
                      <a:latin typeface="Cambria Math" panose="02040503050406030204" pitchFamily="18" charset="0"/>
                    </a:rPr>
                  </a:br>
                  <a:br>
                    <a:rPr lang="en-US">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y</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𝐹</m:t>
                            </m:r>
                          </m:e>
                          <m:sub>
                            <m:r>
                              <a:rPr lang="en-US" i="1">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=0</m:t>
                        </m:r>
                      </m:oMath>
                    </m:oMathPara>
                  </a14:m>
                  <a:br>
                    <a:rPr lang="en-US" i="1">
                      <a:solidFill>
                        <a:srgbClr val="000000"/>
                      </a:solidFill>
                      <a:latin typeface="Cambria Math" panose="02040503050406030204" pitchFamily="18" charset="0"/>
                    </a:rPr>
                  </a:br>
                  <a:br>
                    <a:rPr lang="en-US" i="1">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x</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𝐹</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𝑥</m:t>
                            </m:r>
                          </m:sub>
                        </m:sSub>
                      </m:oMath>
                    </m:oMathPara>
                  </a14:m>
                  <a:endParaRPr lang="en-US"/>
                </a:p>
              </p:txBody>
            </p:sp>
          </mc:Choice>
          <mc:Fallback xmlns="">
            <p:sp>
              <p:nvSpPr>
                <p:cNvPr id="3091" name="Object 74">
                  <a:extLst>
                    <a:ext uri="{FF2B5EF4-FFF2-40B4-BE49-F238E27FC236}">
                      <a16:creationId xmlns:a16="http://schemas.microsoft.com/office/drawing/2014/main" id="{AE2FF454-9275-C908-E181-B1532E3CF093}"/>
                    </a:ext>
                  </a:extLst>
                </p:cNvPr>
                <p:cNvSpPr txBox="1">
                  <a:spLocks noRot="1" noChangeAspect="1" noMove="1" noResize="1" noEditPoints="1" noAdjustHandles="1" noChangeArrowheads="1" noChangeShapeType="1" noTextEdit="1"/>
                </p:cNvSpPr>
                <p:nvPr/>
              </p:nvSpPr>
              <p:spPr bwMode="auto">
                <a:xfrm>
                  <a:off x="4267" y="2048"/>
                  <a:ext cx="1187" cy="907"/>
                </a:xfrm>
                <a:prstGeom prst="rect">
                  <a:avLst/>
                </a:prstGeom>
                <a:blipFill>
                  <a:blip r:embed="rId5"/>
                  <a:stretch>
                    <a:fillRect b="-73333"/>
                  </a:stretch>
                </a:blipFill>
                <a:ln>
                  <a:noFill/>
                </a:ln>
                <a:effectLst/>
              </p:spPr>
              <p:txBody>
                <a:bodyPr/>
                <a:lstStyle/>
                <a:p>
                  <a:r>
                    <a:rPr lang="en-US">
                      <a:noFill/>
                    </a:rPr>
                    <a:t> </a:t>
                  </a:r>
                </a:p>
              </p:txBody>
            </p:sp>
          </mc:Fallback>
        </mc:AlternateContent>
        <p:sp>
          <p:nvSpPr>
            <p:cNvPr id="2124" name="AutoShape 76">
              <a:extLst>
                <a:ext uri="{FF2B5EF4-FFF2-40B4-BE49-F238E27FC236}">
                  <a16:creationId xmlns:a16="http://schemas.microsoft.com/office/drawing/2014/main" id="{2AB19FCC-877A-4AA6-80B1-31173DE3F0E5}"/>
                </a:ext>
              </a:extLst>
            </p:cNvPr>
            <p:cNvSpPr>
              <a:spLocks/>
            </p:cNvSpPr>
            <p:nvPr/>
          </p:nvSpPr>
          <p:spPr bwMode="auto">
            <a:xfrm>
              <a:off x="4128" y="2400"/>
              <a:ext cx="157" cy="1274"/>
            </a:xfrm>
            <a:prstGeom prst="leftBrace">
              <a:avLst>
                <a:gd name="adj1" fmla="val 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2132" name="Group 84">
            <a:extLst>
              <a:ext uri="{FF2B5EF4-FFF2-40B4-BE49-F238E27FC236}">
                <a16:creationId xmlns:a16="http://schemas.microsoft.com/office/drawing/2014/main" id="{4F0D628E-705C-D164-3D72-C5461A046386}"/>
              </a:ext>
            </a:extLst>
          </p:cNvPr>
          <p:cNvGrpSpPr>
            <a:grpSpLocks/>
          </p:cNvGrpSpPr>
          <p:nvPr/>
        </p:nvGrpSpPr>
        <p:grpSpPr bwMode="auto">
          <a:xfrm>
            <a:off x="7771998" y="4360864"/>
            <a:ext cx="2929340" cy="2049464"/>
            <a:chOff x="4206" y="2959"/>
            <a:chExt cx="1387" cy="1291"/>
          </a:xfrm>
        </p:grpSpPr>
        <mc:AlternateContent xmlns:mc="http://schemas.openxmlformats.org/markup-compatibility/2006" xmlns:a14="http://schemas.microsoft.com/office/drawing/2010/main">
          <mc:Choice Requires="a14">
            <p:sp>
              <p:nvSpPr>
                <p:cNvPr id="3089" name="Object 75">
                  <a:extLst>
                    <a:ext uri="{FF2B5EF4-FFF2-40B4-BE49-F238E27FC236}">
                      <a16:creationId xmlns:a16="http://schemas.microsoft.com/office/drawing/2014/main" id="{290542F9-A7E3-5583-B59B-F4C3B5AFE11C}"/>
                    </a:ext>
                  </a:extLst>
                </p:cNvPr>
                <p:cNvSpPr txBox="1"/>
                <p:nvPr/>
              </p:nvSpPr>
              <p:spPr bwMode="auto">
                <a:xfrm>
                  <a:off x="4342" y="2959"/>
                  <a:ext cx="1251" cy="1142"/>
                </a:xfrm>
                <a:prstGeom prst="rect">
                  <a:avLst/>
                </a:prstGeom>
                <a:noFill/>
                <a:ln>
                  <a:noFill/>
                </a:ln>
                <a:effectLst/>
              </p:spPr>
              <p:txBody>
                <a:bodyPr>
                  <a:noAutofit/>
                </a:bodyPr>
                <a:lstStyle/>
                <a:p>
                  <a:pPr/>
                  <a:br>
                    <a:rPr lang="en-US">
                      <a:solidFill>
                        <a:srgbClr val="000000"/>
                      </a:solidFill>
                      <a:latin typeface="Cambria Math" panose="02040503050406030204" pitchFamily="18" charset="0"/>
                    </a:rPr>
                  </a:br>
                  <a:br>
                    <a:rPr lang="en-US">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y</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𝑁</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𝐹</m:t>
                            </m:r>
                          </m:e>
                          <m:sub>
                            <m:r>
                              <a:rPr lang="en-US" i="1">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=0</m:t>
                        </m:r>
                      </m:oMath>
                    </m:oMathPara>
                  </a14:m>
                  <a:br>
                    <a:rPr lang="en-US" i="1">
                      <a:solidFill>
                        <a:srgbClr val="000000"/>
                      </a:solidFill>
                      <a:latin typeface="Cambria Math" panose="02040503050406030204" pitchFamily="18" charset="0"/>
                    </a:rPr>
                  </a:br>
                  <a:br>
                    <a:rPr lang="en-US" i="1">
                      <a:solidFill>
                        <a:srgbClr val="000000"/>
                      </a:solidFill>
                      <a:latin typeface="Cambria Math" panose="02040503050406030204" pitchFamily="18" charset="0"/>
                    </a:rPr>
                  </a:br>
                  <a14:m>
                    <m:oMathPara xmlns:m="http://schemas.openxmlformats.org/officeDocument/2006/math">
                      <m:oMathParaPr>
                        <m:jc m:val="left"/>
                      </m:oMathParaPr>
                      <m:oMath>
                        <m:nary>
                          <m:naryPr>
                            <m:chr m:val="∑"/>
                            <m:subHide m:val="on"/>
                            <m:supHide m:val="on"/>
                            <m:ctrlPr>
                              <a:rPr lang="en-US" i="1">
                                <a:solidFill>
                                  <a:srgbClr val="000000"/>
                                </a:solidFill>
                                <a:latin typeface="Cambria Math" panose="02040503050406030204" pitchFamily="18" charset="0"/>
                              </a:rPr>
                            </m:ctrlPr>
                          </m:naryPr>
                          <m:sub/>
                          <m:sup/>
                          <m:e>
                            <m:sSub>
                              <m:sSubPr>
                                <m:ctrlPr>
                                  <a:rPr lang="en-US">
                                    <a:solidFill>
                                      <a:srgbClr val="000000"/>
                                    </a:solidFill>
                                    <a:latin typeface="Cambria Math" panose="02040503050406030204" pitchFamily="18" charset="0"/>
                                  </a:rPr>
                                </m:ctrlPr>
                              </m:sSubPr>
                              <m:e>
                                <m:r>
                                  <m:rPr>
                                    <m:sty m:val="p"/>
                                  </m:rPr>
                                  <a:rPr lang="en-US">
                                    <a:solidFill>
                                      <a:srgbClr val="000000"/>
                                    </a:solidFill>
                                    <a:latin typeface="Cambria Math" panose="02040503050406030204" pitchFamily="18" charset="0"/>
                                  </a:rPr>
                                  <m:t>F</m:t>
                                </m:r>
                              </m:e>
                              <m:sub>
                                <m:r>
                                  <m:rPr>
                                    <m:sty m:val="p"/>
                                  </m:rPr>
                                  <a:rPr lang="en-US">
                                    <a:solidFill>
                                      <a:srgbClr val="000000"/>
                                    </a:solidFill>
                                    <a:latin typeface="Cambria Math" panose="02040503050406030204" pitchFamily="18" charset="0"/>
                                  </a:rPr>
                                  <m:t>x</m:t>
                                </m:r>
                              </m:sub>
                            </m:sSub>
                          </m:e>
                        </m:nary>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𝐹</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𝑥</m:t>
                            </m:r>
                          </m:sub>
                        </m:sSub>
                      </m:oMath>
                    </m:oMathPara>
                  </a14:m>
                  <a:endParaRPr lang="en-US"/>
                </a:p>
              </p:txBody>
            </p:sp>
          </mc:Choice>
          <mc:Fallback xmlns="">
            <p:sp>
              <p:nvSpPr>
                <p:cNvPr id="3089" name="Object 75">
                  <a:extLst>
                    <a:ext uri="{FF2B5EF4-FFF2-40B4-BE49-F238E27FC236}">
                      <a16:creationId xmlns:a16="http://schemas.microsoft.com/office/drawing/2014/main" id="{290542F9-A7E3-5583-B59B-F4C3B5AFE11C}"/>
                    </a:ext>
                  </a:extLst>
                </p:cNvPr>
                <p:cNvSpPr txBox="1">
                  <a:spLocks noRot="1" noChangeAspect="1" noMove="1" noResize="1" noEditPoints="1" noAdjustHandles="1" noChangeArrowheads="1" noChangeShapeType="1" noTextEdit="1"/>
                </p:cNvSpPr>
                <p:nvPr/>
              </p:nvSpPr>
              <p:spPr bwMode="auto">
                <a:xfrm>
                  <a:off x="4342" y="2959"/>
                  <a:ext cx="1251" cy="1142"/>
                </a:xfrm>
                <a:prstGeom prst="rect">
                  <a:avLst/>
                </a:prstGeom>
                <a:blipFill>
                  <a:blip r:embed="rId6"/>
                  <a:stretch>
                    <a:fillRect b="-13758"/>
                  </a:stretch>
                </a:blipFill>
                <a:ln>
                  <a:noFill/>
                </a:ln>
                <a:effectLst/>
              </p:spPr>
              <p:txBody>
                <a:bodyPr/>
                <a:lstStyle/>
                <a:p>
                  <a:r>
                    <a:rPr lang="en-US">
                      <a:noFill/>
                    </a:rPr>
                    <a:t> </a:t>
                  </a:r>
                </a:p>
              </p:txBody>
            </p:sp>
          </mc:Fallback>
        </mc:AlternateContent>
        <p:sp>
          <p:nvSpPr>
            <p:cNvPr id="2125" name="AutoShape 77">
              <a:extLst>
                <a:ext uri="{FF2B5EF4-FFF2-40B4-BE49-F238E27FC236}">
                  <a16:creationId xmlns:a16="http://schemas.microsoft.com/office/drawing/2014/main" id="{C8ED7C9D-898D-4DB7-929B-247C5ECE20EF}"/>
                </a:ext>
              </a:extLst>
            </p:cNvPr>
            <p:cNvSpPr>
              <a:spLocks/>
            </p:cNvSpPr>
            <p:nvPr/>
          </p:nvSpPr>
          <p:spPr bwMode="auto">
            <a:xfrm>
              <a:off x="4206" y="3332"/>
              <a:ext cx="108" cy="918"/>
            </a:xfrm>
            <a:prstGeom prst="leftBrace">
              <a:avLst>
                <a:gd name="adj1" fmla="val 37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sp>
        <p:nvSpPr>
          <p:cNvPr id="2126" name="Text Box 78">
            <a:extLst>
              <a:ext uri="{FF2B5EF4-FFF2-40B4-BE49-F238E27FC236}">
                <a16:creationId xmlns:a16="http://schemas.microsoft.com/office/drawing/2014/main" id="{3A2005E9-2A49-4334-9ED9-5FA616F4ED18}"/>
              </a:ext>
            </a:extLst>
          </p:cNvPr>
          <p:cNvSpPr txBox="1">
            <a:spLocks noChangeArrowheads="1"/>
          </p:cNvSpPr>
          <p:nvPr/>
        </p:nvSpPr>
        <p:spPr bwMode="auto">
          <a:xfrm>
            <a:off x="2362200" y="6172201"/>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atin typeface="Arial" charset="0"/>
                <a:ea typeface="ＭＳ Ｐゴシック" charset="0"/>
              </a:rPr>
              <a:t>with friction</a:t>
            </a:r>
          </a:p>
        </p:txBody>
      </p:sp>
      <p:sp>
        <p:nvSpPr>
          <p:cNvPr id="2127" name="Text Box 79">
            <a:extLst>
              <a:ext uri="{FF2B5EF4-FFF2-40B4-BE49-F238E27FC236}">
                <a16:creationId xmlns:a16="http://schemas.microsoft.com/office/drawing/2014/main" id="{A6A7D244-50A6-49DB-B8C0-C09337AE0958}"/>
              </a:ext>
            </a:extLst>
          </p:cNvPr>
          <p:cNvSpPr txBox="1">
            <a:spLocks noChangeArrowheads="1"/>
          </p:cNvSpPr>
          <p:nvPr/>
        </p:nvSpPr>
        <p:spPr bwMode="auto">
          <a:xfrm>
            <a:off x="2362200" y="3976688"/>
            <a:ext cx="1447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a:latin typeface="Arial" charset="0"/>
                <a:ea typeface="ＭＳ Ｐゴシック" charset="0"/>
              </a:rPr>
              <a:t>no friction</a:t>
            </a:r>
          </a:p>
        </p:txBody>
      </p:sp>
      <p:grpSp>
        <p:nvGrpSpPr>
          <p:cNvPr id="12" name="Group 11">
            <a:extLst>
              <a:ext uri="{FF2B5EF4-FFF2-40B4-BE49-F238E27FC236}">
                <a16:creationId xmlns:a16="http://schemas.microsoft.com/office/drawing/2014/main" id="{7CB1F158-FD83-30FA-3034-BD7695B80F60}"/>
              </a:ext>
            </a:extLst>
          </p:cNvPr>
          <p:cNvGrpSpPr/>
          <p:nvPr/>
        </p:nvGrpSpPr>
        <p:grpSpPr>
          <a:xfrm>
            <a:off x="6705600" y="2985447"/>
            <a:ext cx="1143000" cy="1632591"/>
            <a:chOff x="5181600" y="2985446"/>
            <a:chExt cx="1143000" cy="1632591"/>
          </a:xfrm>
        </p:grpSpPr>
        <p:grpSp>
          <p:nvGrpSpPr>
            <p:cNvPr id="2105" name="Group 57">
              <a:extLst>
                <a:ext uri="{FF2B5EF4-FFF2-40B4-BE49-F238E27FC236}">
                  <a16:creationId xmlns:a16="http://schemas.microsoft.com/office/drawing/2014/main" id="{28F307B3-8963-6A84-FAE1-90B05954EEEC}"/>
                </a:ext>
              </a:extLst>
            </p:cNvPr>
            <p:cNvGrpSpPr>
              <a:grpSpLocks/>
            </p:cNvGrpSpPr>
            <p:nvPr/>
          </p:nvGrpSpPr>
          <p:grpSpPr bwMode="auto">
            <a:xfrm>
              <a:off x="5181600" y="3017837"/>
              <a:ext cx="1143000" cy="1600200"/>
              <a:chOff x="3264" y="1901"/>
              <a:chExt cx="720" cy="1008"/>
            </a:xfrm>
          </p:grpSpPr>
          <p:sp>
            <p:nvSpPr>
              <p:cNvPr id="2081" name="Oval 33">
                <a:extLst>
                  <a:ext uri="{FF2B5EF4-FFF2-40B4-BE49-F238E27FC236}">
                    <a16:creationId xmlns:a16="http://schemas.microsoft.com/office/drawing/2014/main" id="{1576CDBE-559F-4B47-83EE-8D2B971D201B}"/>
                  </a:ext>
                </a:extLst>
              </p:cNvPr>
              <p:cNvSpPr>
                <a:spLocks noChangeArrowheads="1"/>
              </p:cNvSpPr>
              <p:nvPr/>
            </p:nvSpPr>
            <p:spPr bwMode="auto">
              <a:xfrm>
                <a:off x="3339" y="233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4" name="Line 34">
                <a:extLst>
                  <a:ext uri="{FF2B5EF4-FFF2-40B4-BE49-F238E27FC236}">
                    <a16:creationId xmlns:a16="http://schemas.microsoft.com/office/drawing/2014/main" id="{4D093D35-D35F-4AF0-857E-DCC0ABB0AA88}"/>
                  </a:ext>
                </a:extLst>
              </p:cNvPr>
              <p:cNvSpPr>
                <a:spLocks noChangeShapeType="1"/>
              </p:cNvSpPr>
              <p:nvPr/>
            </p:nvSpPr>
            <p:spPr bwMode="auto">
              <a:xfrm flipV="1">
                <a:off x="3360" y="2045"/>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83" name="Line 35">
                <a:extLst>
                  <a:ext uri="{FF2B5EF4-FFF2-40B4-BE49-F238E27FC236}">
                    <a16:creationId xmlns:a16="http://schemas.microsoft.com/office/drawing/2014/main" id="{FE6520A0-587C-4E85-8655-713A366AB0B8}"/>
                  </a:ext>
                </a:extLst>
              </p:cNvPr>
              <p:cNvSpPr>
                <a:spLocks noChangeShapeType="1"/>
              </p:cNvSpPr>
              <p:nvPr/>
            </p:nvSpPr>
            <p:spPr bwMode="auto">
              <a:xfrm>
                <a:off x="3360" y="2381"/>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84" name="Text Box 36">
                <a:extLst>
                  <a:ext uri="{FF2B5EF4-FFF2-40B4-BE49-F238E27FC236}">
                    <a16:creationId xmlns:a16="http://schemas.microsoft.com/office/drawing/2014/main" id="{23DED8D8-CD4E-44FC-8711-F3B197344DCF}"/>
                  </a:ext>
                </a:extLst>
              </p:cNvPr>
              <p:cNvSpPr txBox="1">
                <a:spLocks noChangeArrowheads="1"/>
              </p:cNvSpPr>
              <p:nvPr/>
            </p:nvSpPr>
            <p:spPr bwMode="auto">
              <a:xfrm>
                <a:off x="3264" y="2736"/>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a:t>
                </a:r>
                <a:endParaRPr lang="en-US" sz="1200">
                  <a:latin typeface="Arial" charset="0"/>
                  <a:ea typeface="ＭＳ Ｐゴシック" charset="0"/>
                </a:endParaRPr>
              </a:p>
            </p:txBody>
          </p:sp>
          <p:sp>
            <p:nvSpPr>
              <p:cNvPr id="2086" name="Line 38">
                <a:extLst>
                  <a:ext uri="{FF2B5EF4-FFF2-40B4-BE49-F238E27FC236}">
                    <a16:creationId xmlns:a16="http://schemas.microsoft.com/office/drawing/2014/main" id="{56C63E1C-DDE6-4B37-B7F3-36C4C59DA3C5}"/>
                  </a:ext>
                </a:extLst>
              </p:cNvPr>
              <p:cNvSpPr>
                <a:spLocks noChangeShapeType="1"/>
              </p:cNvSpPr>
              <p:nvPr/>
            </p:nvSpPr>
            <p:spPr bwMode="auto">
              <a:xfrm>
                <a:off x="3312" y="2747"/>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87" name="Line 39">
                <a:extLst>
                  <a:ext uri="{FF2B5EF4-FFF2-40B4-BE49-F238E27FC236}">
                    <a16:creationId xmlns:a16="http://schemas.microsoft.com/office/drawing/2014/main" id="{62E265E5-347A-4502-9E9F-8B1C8F2C604D}"/>
                  </a:ext>
                </a:extLst>
              </p:cNvPr>
              <p:cNvSpPr>
                <a:spLocks noChangeShapeType="1"/>
              </p:cNvSpPr>
              <p:nvPr/>
            </p:nvSpPr>
            <p:spPr bwMode="auto">
              <a:xfrm>
                <a:off x="3312" y="1901"/>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96" name="Line 48">
                <a:extLst>
                  <a:ext uri="{FF2B5EF4-FFF2-40B4-BE49-F238E27FC236}">
                    <a16:creationId xmlns:a16="http://schemas.microsoft.com/office/drawing/2014/main" id="{62677B62-CCDD-4A6B-9483-F92917263ECA}"/>
                  </a:ext>
                </a:extLst>
              </p:cNvPr>
              <p:cNvSpPr>
                <a:spLocks noChangeShapeType="1"/>
              </p:cNvSpPr>
              <p:nvPr/>
            </p:nvSpPr>
            <p:spPr bwMode="auto">
              <a:xfrm>
                <a:off x="3360" y="2352"/>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097" name="Text Box 49">
                <a:extLst>
                  <a:ext uri="{FF2B5EF4-FFF2-40B4-BE49-F238E27FC236}">
                    <a16:creationId xmlns:a16="http://schemas.microsoft.com/office/drawing/2014/main" id="{017A581B-8BDE-41AA-A81D-3BAA2DCA93BC}"/>
                  </a:ext>
                </a:extLst>
              </p:cNvPr>
              <p:cNvSpPr txBox="1">
                <a:spLocks noChangeArrowheads="1"/>
              </p:cNvSpPr>
              <p:nvPr/>
            </p:nvSpPr>
            <p:spPr bwMode="auto">
              <a:xfrm>
                <a:off x="3696" y="2256"/>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p>
            </p:txBody>
          </p:sp>
          <p:sp>
            <p:nvSpPr>
              <p:cNvPr id="2098" name="Line 50">
                <a:extLst>
                  <a:ext uri="{FF2B5EF4-FFF2-40B4-BE49-F238E27FC236}">
                    <a16:creationId xmlns:a16="http://schemas.microsoft.com/office/drawing/2014/main" id="{9CBBE692-5456-4A17-85CA-6E49B952C2B7}"/>
                  </a:ext>
                </a:extLst>
              </p:cNvPr>
              <p:cNvSpPr>
                <a:spLocks noChangeShapeType="1"/>
              </p:cNvSpPr>
              <p:nvPr/>
            </p:nvSpPr>
            <p:spPr bwMode="auto">
              <a:xfrm>
                <a:off x="3744" y="2256"/>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6" name="Text Box 28">
              <a:extLst>
                <a:ext uri="{FF2B5EF4-FFF2-40B4-BE49-F238E27FC236}">
                  <a16:creationId xmlns:a16="http://schemas.microsoft.com/office/drawing/2014/main" id="{33289CFD-455B-EADC-D796-81471D471335}"/>
                </a:ext>
              </a:extLst>
            </p:cNvPr>
            <p:cNvSpPr txBox="1">
              <a:spLocks noChangeArrowheads="1"/>
            </p:cNvSpPr>
            <p:nvPr/>
          </p:nvSpPr>
          <p:spPr bwMode="auto">
            <a:xfrm>
              <a:off x="5184710" y="2985446"/>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grpSp>
      <p:grpSp>
        <p:nvGrpSpPr>
          <p:cNvPr id="13" name="Group 12">
            <a:extLst>
              <a:ext uri="{FF2B5EF4-FFF2-40B4-BE49-F238E27FC236}">
                <a16:creationId xmlns:a16="http://schemas.microsoft.com/office/drawing/2014/main" id="{C8F82E52-4F08-9414-B78F-0D45D914B8E3}"/>
              </a:ext>
            </a:extLst>
          </p:cNvPr>
          <p:cNvGrpSpPr/>
          <p:nvPr/>
        </p:nvGrpSpPr>
        <p:grpSpPr>
          <a:xfrm>
            <a:off x="6400800" y="4953000"/>
            <a:ext cx="1447800" cy="1646238"/>
            <a:chOff x="4876800" y="4953000"/>
            <a:chExt cx="1447800" cy="1646238"/>
          </a:xfrm>
        </p:grpSpPr>
        <p:grpSp>
          <p:nvGrpSpPr>
            <p:cNvPr id="2128" name="Group 80">
              <a:extLst>
                <a:ext uri="{FF2B5EF4-FFF2-40B4-BE49-F238E27FC236}">
                  <a16:creationId xmlns:a16="http://schemas.microsoft.com/office/drawing/2014/main" id="{D8453519-984B-BBC7-16F2-862021BAB813}"/>
                </a:ext>
              </a:extLst>
            </p:cNvPr>
            <p:cNvGrpSpPr>
              <a:grpSpLocks/>
            </p:cNvGrpSpPr>
            <p:nvPr/>
          </p:nvGrpSpPr>
          <p:grpSpPr bwMode="auto">
            <a:xfrm>
              <a:off x="4876800" y="4953000"/>
              <a:ext cx="1447800" cy="1646238"/>
              <a:chOff x="3072" y="3120"/>
              <a:chExt cx="912" cy="1037"/>
            </a:xfrm>
          </p:grpSpPr>
          <p:sp>
            <p:nvSpPr>
              <p:cNvPr id="2107" name="Oval 59">
                <a:extLst>
                  <a:ext uri="{FF2B5EF4-FFF2-40B4-BE49-F238E27FC236}">
                    <a16:creationId xmlns:a16="http://schemas.microsoft.com/office/drawing/2014/main" id="{ECEA26DB-886D-48F7-92EF-724FAE805DC1}"/>
                  </a:ext>
                </a:extLst>
              </p:cNvPr>
              <p:cNvSpPr>
                <a:spLocks noChangeArrowheads="1"/>
              </p:cNvSpPr>
              <p:nvPr/>
            </p:nvSpPr>
            <p:spPr bwMode="auto">
              <a:xfrm>
                <a:off x="3339" y="3581"/>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108" name="Line 60">
                <a:extLst>
                  <a:ext uri="{FF2B5EF4-FFF2-40B4-BE49-F238E27FC236}">
                    <a16:creationId xmlns:a16="http://schemas.microsoft.com/office/drawing/2014/main" id="{97E88A5D-7DD7-44DF-9D32-8FB35187D188}"/>
                  </a:ext>
                </a:extLst>
              </p:cNvPr>
              <p:cNvSpPr>
                <a:spLocks noChangeShapeType="1"/>
              </p:cNvSpPr>
              <p:nvPr/>
            </p:nvSpPr>
            <p:spPr bwMode="auto">
              <a:xfrm flipV="1">
                <a:off x="3360" y="3293"/>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09" name="Line 61">
                <a:extLst>
                  <a:ext uri="{FF2B5EF4-FFF2-40B4-BE49-F238E27FC236}">
                    <a16:creationId xmlns:a16="http://schemas.microsoft.com/office/drawing/2014/main" id="{3A4B5565-24FC-4D82-B04E-6E88C94AC7C9}"/>
                  </a:ext>
                </a:extLst>
              </p:cNvPr>
              <p:cNvSpPr>
                <a:spLocks noChangeShapeType="1"/>
              </p:cNvSpPr>
              <p:nvPr/>
            </p:nvSpPr>
            <p:spPr bwMode="auto">
              <a:xfrm>
                <a:off x="3360" y="3629"/>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0" name="Text Box 62">
                <a:extLst>
                  <a:ext uri="{FF2B5EF4-FFF2-40B4-BE49-F238E27FC236}">
                    <a16:creationId xmlns:a16="http://schemas.microsoft.com/office/drawing/2014/main" id="{168891E4-CD6B-4AB8-8403-EB224EFFCCDA}"/>
                  </a:ext>
                </a:extLst>
              </p:cNvPr>
              <p:cNvSpPr txBox="1">
                <a:spLocks noChangeArrowheads="1"/>
              </p:cNvSpPr>
              <p:nvPr/>
            </p:nvSpPr>
            <p:spPr bwMode="auto">
              <a:xfrm>
                <a:off x="3264" y="398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a:t>
                </a:r>
                <a:endParaRPr lang="en-US" sz="1200">
                  <a:latin typeface="Arial" charset="0"/>
                  <a:ea typeface="ＭＳ Ｐゴシック" charset="0"/>
                </a:endParaRPr>
              </a:p>
            </p:txBody>
          </p:sp>
          <p:sp>
            <p:nvSpPr>
              <p:cNvPr id="2111" name="Text Box 63">
                <a:extLst>
                  <a:ext uri="{FF2B5EF4-FFF2-40B4-BE49-F238E27FC236}">
                    <a16:creationId xmlns:a16="http://schemas.microsoft.com/office/drawing/2014/main" id="{EC04A297-6691-4E3E-9C9C-9A48850B63CC}"/>
                  </a:ext>
                </a:extLst>
              </p:cNvPr>
              <p:cNvSpPr txBox="1">
                <a:spLocks noChangeArrowheads="1"/>
              </p:cNvSpPr>
              <p:nvPr/>
            </p:nvSpPr>
            <p:spPr bwMode="auto">
              <a:xfrm>
                <a:off x="3264" y="3120"/>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lang="en-US" sz="1200">
                  <a:latin typeface="Arial" charset="0"/>
                  <a:ea typeface="ＭＳ Ｐゴシック" charset="0"/>
                </a:endParaRPr>
              </a:p>
            </p:txBody>
          </p:sp>
          <p:sp>
            <p:nvSpPr>
              <p:cNvPr id="2112" name="Line 64">
                <a:extLst>
                  <a:ext uri="{FF2B5EF4-FFF2-40B4-BE49-F238E27FC236}">
                    <a16:creationId xmlns:a16="http://schemas.microsoft.com/office/drawing/2014/main" id="{5E9C0B14-BC49-47CB-8B99-07E5BCBCEFFB}"/>
                  </a:ext>
                </a:extLst>
              </p:cNvPr>
              <p:cNvSpPr>
                <a:spLocks noChangeShapeType="1"/>
              </p:cNvSpPr>
              <p:nvPr/>
            </p:nvSpPr>
            <p:spPr bwMode="auto">
              <a:xfrm>
                <a:off x="3312" y="3995"/>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3" name="Line 65">
                <a:extLst>
                  <a:ext uri="{FF2B5EF4-FFF2-40B4-BE49-F238E27FC236}">
                    <a16:creationId xmlns:a16="http://schemas.microsoft.com/office/drawing/2014/main" id="{AF8047CE-08A4-42B2-9254-A73267EAC1BD}"/>
                  </a:ext>
                </a:extLst>
              </p:cNvPr>
              <p:cNvSpPr>
                <a:spLocks noChangeShapeType="1"/>
              </p:cNvSpPr>
              <p:nvPr/>
            </p:nvSpPr>
            <p:spPr bwMode="auto">
              <a:xfrm>
                <a:off x="3312" y="3149"/>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4" name="Line 66">
                <a:extLst>
                  <a:ext uri="{FF2B5EF4-FFF2-40B4-BE49-F238E27FC236}">
                    <a16:creationId xmlns:a16="http://schemas.microsoft.com/office/drawing/2014/main" id="{2E0352AD-CA87-4339-8809-787FC3E68579}"/>
                  </a:ext>
                </a:extLst>
              </p:cNvPr>
              <p:cNvSpPr>
                <a:spLocks noChangeShapeType="1"/>
              </p:cNvSpPr>
              <p:nvPr/>
            </p:nvSpPr>
            <p:spPr bwMode="auto">
              <a:xfrm>
                <a:off x="3360" y="3600"/>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5" name="Text Box 67">
                <a:extLst>
                  <a:ext uri="{FF2B5EF4-FFF2-40B4-BE49-F238E27FC236}">
                    <a16:creationId xmlns:a16="http://schemas.microsoft.com/office/drawing/2014/main" id="{539E1564-87F3-43EB-8C29-A843604D917F}"/>
                  </a:ext>
                </a:extLst>
              </p:cNvPr>
              <p:cNvSpPr txBox="1">
                <a:spLocks noChangeArrowheads="1"/>
              </p:cNvSpPr>
              <p:nvPr/>
            </p:nvSpPr>
            <p:spPr bwMode="auto">
              <a:xfrm>
                <a:off x="3696" y="350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p>
            </p:txBody>
          </p:sp>
          <p:sp>
            <p:nvSpPr>
              <p:cNvPr id="2116" name="Line 68">
                <a:extLst>
                  <a:ext uri="{FF2B5EF4-FFF2-40B4-BE49-F238E27FC236}">
                    <a16:creationId xmlns:a16="http://schemas.microsoft.com/office/drawing/2014/main" id="{A673000D-3532-4E00-878D-A4A95FD84BB5}"/>
                  </a:ext>
                </a:extLst>
              </p:cNvPr>
              <p:cNvSpPr>
                <a:spLocks noChangeShapeType="1"/>
              </p:cNvSpPr>
              <p:nvPr/>
            </p:nvSpPr>
            <p:spPr bwMode="auto">
              <a:xfrm>
                <a:off x="3744" y="350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7" name="Line 69">
                <a:extLst>
                  <a:ext uri="{FF2B5EF4-FFF2-40B4-BE49-F238E27FC236}">
                    <a16:creationId xmlns:a16="http://schemas.microsoft.com/office/drawing/2014/main" id="{F9B61BB6-5720-4CC7-B3B8-99BAAC5940A0}"/>
                  </a:ext>
                </a:extLst>
              </p:cNvPr>
              <p:cNvSpPr>
                <a:spLocks noChangeShapeType="1"/>
              </p:cNvSpPr>
              <p:nvPr/>
            </p:nvSpPr>
            <p:spPr bwMode="auto">
              <a:xfrm flipH="1">
                <a:off x="3216" y="3600"/>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18" name="Text Box 70">
                <a:extLst>
                  <a:ext uri="{FF2B5EF4-FFF2-40B4-BE49-F238E27FC236}">
                    <a16:creationId xmlns:a16="http://schemas.microsoft.com/office/drawing/2014/main" id="{A5BA662E-14E9-4FAB-8A8B-D69B50F027D0}"/>
                  </a:ext>
                </a:extLst>
              </p:cNvPr>
              <p:cNvSpPr txBox="1">
                <a:spLocks noChangeArrowheads="1"/>
              </p:cNvSpPr>
              <p:nvPr/>
            </p:nvSpPr>
            <p:spPr bwMode="auto">
              <a:xfrm>
                <a:off x="3072" y="350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i="1" dirty="0">
                    <a:solidFill>
                      <a:srgbClr val="FF0000"/>
                    </a:solidFill>
                    <a:latin typeface="Times New Roman" charset="0"/>
                    <a:ea typeface="ＭＳ Ｐゴシック" charset="0"/>
                  </a:rPr>
                  <a:t>f</a:t>
                </a:r>
              </a:p>
            </p:txBody>
          </p:sp>
          <p:sp>
            <p:nvSpPr>
              <p:cNvPr id="2119" name="Line 71">
                <a:extLst>
                  <a:ext uri="{FF2B5EF4-FFF2-40B4-BE49-F238E27FC236}">
                    <a16:creationId xmlns:a16="http://schemas.microsoft.com/office/drawing/2014/main" id="{3D88E1E8-E0C3-45BD-9F91-0F6D95543266}"/>
                  </a:ext>
                </a:extLst>
              </p:cNvPr>
              <p:cNvSpPr>
                <a:spLocks noChangeShapeType="1"/>
              </p:cNvSpPr>
              <p:nvPr/>
            </p:nvSpPr>
            <p:spPr bwMode="auto">
              <a:xfrm>
                <a:off x="3120" y="352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9" name="Text Box 28">
              <a:extLst>
                <a:ext uri="{FF2B5EF4-FFF2-40B4-BE49-F238E27FC236}">
                  <a16:creationId xmlns:a16="http://schemas.microsoft.com/office/drawing/2014/main" id="{9BC8797E-540D-D314-6BF7-0431AB2129D1}"/>
                </a:ext>
              </a:extLst>
            </p:cNvPr>
            <p:cNvSpPr txBox="1">
              <a:spLocks noChangeArrowheads="1"/>
            </p:cNvSpPr>
            <p:nvPr/>
          </p:nvSpPr>
          <p:spPr bwMode="auto">
            <a:xfrm>
              <a:off x="5194037" y="5000857"/>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grpSp>
      <p:sp>
        <p:nvSpPr>
          <p:cNvPr id="2" name="Title 3">
            <a:extLst>
              <a:ext uri="{FF2B5EF4-FFF2-40B4-BE49-F238E27FC236}">
                <a16:creationId xmlns:a16="http://schemas.microsoft.com/office/drawing/2014/main" id="{4AB75265-D435-E2AA-303A-831B892FC8CF}"/>
              </a:ext>
            </a:extLst>
          </p:cNvPr>
          <p:cNvSpPr txBox="1">
            <a:spLocks/>
          </p:cNvSpPr>
          <p:nvPr/>
        </p:nvSpPr>
        <p:spPr>
          <a:xfrm>
            <a:off x="0" y="-25914"/>
            <a:ext cx="12191998"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a:latin typeface="Times New Roman" panose="02020603050405020304" pitchFamily="18" charset="0"/>
                <a:ea typeface="STKaiti" panose="020B0503020204020204" pitchFamily="2" charset="-122"/>
                <a:cs typeface="Times New Roman" panose="02020603050405020304" pitchFamily="18" charset="0"/>
              </a:rPr>
              <a:t>Drawing a Free Body Diagram</a:t>
            </a:r>
            <a:r>
              <a:rPr lang="en-US" sz="3200" b="1">
                <a:latin typeface="Times New Roman" panose="02020603050405020304" pitchFamily="18" charset="0"/>
                <a:ea typeface="STKaiti" panose="020B0503020204020204" pitchFamily="2"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6" name="Line 26">
            <a:extLst>
              <a:ext uri="{FF2B5EF4-FFF2-40B4-BE49-F238E27FC236}">
                <a16:creationId xmlns:a16="http://schemas.microsoft.com/office/drawing/2014/main" id="{0B867BF1-36C1-4E0D-918A-578BFB719B62}"/>
              </a:ext>
            </a:extLst>
          </p:cNvPr>
          <p:cNvSpPr>
            <a:spLocks noChangeShapeType="1"/>
          </p:cNvSpPr>
          <p:nvPr/>
        </p:nvSpPr>
        <p:spPr bwMode="auto">
          <a:xfrm>
            <a:off x="1524000" y="2797016"/>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47" name="Line 27">
            <a:extLst>
              <a:ext uri="{FF2B5EF4-FFF2-40B4-BE49-F238E27FC236}">
                <a16:creationId xmlns:a16="http://schemas.microsoft.com/office/drawing/2014/main" id="{33FF647C-C677-4537-A846-64DCBC31965B}"/>
              </a:ext>
            </a:extLst>
          </p:cNvPr>
          <p:cNvSpPr>
            <a:spLocks noChangeShapeType="1"/>
          </p:cNvSpPr>
          <p:nvPr/>
        </p:nvSpPr>
        <p:spPr bwMode="auto">
          <a:xfrm>
            <a:off x="1524000" y="4774163"/>
            <a:ext cx="91440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64" name="Line 44">
            <a:extLst>
              <a:ext uri="{FF2B5EF4-FFF2-40B4-BE49-F238E27FC236}">
                <a16:creationId xmlns:a16="http://schemas.microsoft.com/office/drawing/2014/main" id="{D627335D-595A-4501-BD33-35D4568F0C79}"/>
              </a:ext>
            </a:extLst>
          </p:cNvPr>
          <p:cNvSpPr>
            <a:spLocks noChangeShapeType="1"/>
          </p:cNvSpPr>
          <p:nvPr/>
        </p:nvSpPr>
        <p:spPr bwMode="auto">
          <a:xfrm flipH="1">
            <a:off x="4800600" y="1230313"/>
            <a:ext cx="33321" cy="54752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nvGrpSpPr>
          <p:cNvPr id="5129" name="Group 48">
            <a:extLst>
              <a:ext uri="{FF2B5EF4-FFF2-40B4-BE49-F238E27FC236}">
                <a16:creationId xmlns:a16="http://schemas.microsoft.com/office/drawing/2014/main" id="{0EBA4B8D-D3A7-3EB5-823D-987E75E1C470}"/>
              </a:ext>
            </a:extLst>
          </p:cNvPr>
          <p:cNvGrpSpPr>
            <a:grpSpLocks/>
          </p:cNvGrpSpPr>
          <p:nvPr/>
        </p:nvGrpSpPr>
        <p:grpSpPr bwMode="auto">
          <a:xfrm>
            <a:off x="2133600" y="1331171"/>
            <a:ext cx="1981200" cy="1143000"/>
            <a:chOff x="624" y="2688"/>
            <a:chExt cx="1248" cy="720"/>
          </a:xfrm>
        </p:grpSpPr>
        <p:sp>
          <p:nvSpPr>
            <p:cNvPr id="5169" name="Line 49">
              <a:extLst>
                <a:ext uri="{FF2B5EF4-FFF2-40B4-BE49-F238E27FC236}">
                  <a16:creationId xmlns:a16="http://schemas.microsoft.com/office/drawing/2014/main" id="{FB6B1860-EBCA-4411-A8F3-C1766E3C44C5}"/>
                </a:ext>
              </a:extLst>
            </p:cNvPr>
            <p:cNvSpPr>
              <a:spLocks noChangeShapeType="1"/>
            </p:cNvSpPr>
            <p:nvPr/>
          </p:nvSpPr>
          <p:spPr bwMode="auto">
            <a:xfrm>
              <a:off x="624" y="268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70" name="Line 50">
              <a:extLst>
                <a:ext uri="{FF2B5EF4-FFF2-40B4-BE49-F238E27FC236}">
                  <a16:creationId xmlns:a16="http://schemas.microsoft.com/office/drawing/2014/main" id="{FFF2AE5F-72AB-4F56-83AE-4FFF4B1E1442}"/>
                </a:ext>
              </a:extLst>
            </p:cNvPr>
            <p:cNvSpPr>
              <a:spLocks noChangeShapeType="1"/>
            </p:cNvSpPr>
            <p:nvPr/>
          </p:nvSpPr>
          <p:spPr bwMode="auto">
            <a:xfrm>
              <a:off x="1248" y="268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5171" name="Rectangle 51">
              <a:extLst>
                <a:ext uri="{FF2B5EF4-FFF2-40B4-BE49-F238E27FC236}">
                  <a16:creationId xmlns:a16="http://schemas.microsoft.com/office/drawing/2014/main" id="{A552478C-8B12-4C5F-AEFB-3480F24DF8E8}"/>
                </a:ext>
              </a:extLst>
            </p:cNvPr>
            <p:cNvSpPr>
              <a:spLocks noChangeArrowheads="1"/>
            </p:cNvSpPr>
            <p:nvPr/>
          </p:nvSpPr>
          <p:spPr bwMode="auto">
            <a:xfrm>
              <a:off x="1152" y="3216"/>
              <a:ext cx="192"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grpSp>
      <p:grpSp>
        <p:nvGrpSpPr>
          <p:cNvPr id="5172" name="Group 52">
            <a:extLst>
              <a:ext uri="{FF2B5EF4-FFF2-40B4-BE49-F238E27FC236}">
                <a16:creationId xmlns:a16="http://schemas.microsoft.com/office/drawing/2014/main" id="{729446E9-89BD-03B6-9FAA-54D18925E603}"/>
              </a:ext>
            </a:extLst>
          </p:cNvPr>
          <p:cNvGrpSpPr>
            <a:grpSpLocks/>
          </p:cNvGrpSpPr>
          <p:nvPr/>
        </p:nvGrpSpPr>
        <p:grpSpPr bwMode="auto">
          <a:xfrm>
            <a:off x="5562600" y="1150778"/>
            <a:ext cx="457200" cy="1646238"/>
            <a:chOff x="3696" y="691"/>
            <a:chExt cx="288" cy="1037"/>
          </a:xfrm>
        </p:grpSpPr>
        <p:sp>
          <p:nvSpPr>
            <p:cNvPr id="5173" name="Oval 53">
              <a:extLst>
                <a:ext uri="{FF2B5EF4-FFF2-40B4-BE49-F238E27FC236}">
                  <a16:creationId xmlns:a16="http://schemas.microsoft.com/office/drawing/2014/main" id="{E53F0602-9025-43EE-832A-A4E4BE3B7951}"/>
                </a:ext>
              </a:extLst>
            </p:cNvPr>
            <p:cNvSpPr>
              <a:spLocks noChangeArrowheads="1"/>
            </p:cNvSpPr>
            <p:nvPr/>
          </p:nvSpPr>
          <p:spPr bwMode="auto">
            <a:xfrm>
              <a:off x="3771" y="11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b="1">
                <a:latin typeface="Arial" charset="0"/>
                <a:ea typeface="ＭＳ Ｐゴシック" charset="0"/>
              </a:endParaRPr>
            </a:p>
          </p:txBody>
        </p:sp>
        <p:sp>
          <p:nvSpPr>
            <p:cNvPr id="5174" name="Line 54">
              <a:extLst>
                <a:ext uri="{FF2B5EF4-FFF2-40B4-BE49-F238E27FC236}">
                  <a16:creationId xmlns:a16="http://schemas.microsoft.com/office/drawing/2014/main" id="{8D5C88FE-3428-4F77-9EE5-FD95C14BF7A8}"/>
                </a:ext>
              </a:extLst>
            </p:cNvPr>
            <p:cNvSpPr>
              <a:spLocks noChangeShapeType="1"/>
            </p:cNvSpPr>
            <p:nvPr/>
          </p:nvSpPr>
          <p:spPr bwMode="auto">
            <a:xfrm flipV="1">
              <a:off x="3792" y="864"/>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sp>
          <p:nvSpPr>
            <p:cNvPr id="5175" name="Line 55">
              <a:extLst>
                <a:ext uri="{FF2B5EF4-FFF2-40B4-BE49-F238E27FC236}">
                  <a16:creationId xmlns:a16="http://schemas.microsoft.com/office/drawing/2014/main" id="{586FE2F4-42CC-4E33-B511-5480DDBC22FF}"/>
                </a:ext>
              </a:extLst>
            </p:cNvPr>
            <p:cNvSpPr>
              <a:spLocks noChangeShapeType="1"/>
            </p:cNvSpPr>
            <p:nvPr/>
          </p:nvSpPr>
          <p:spPr bwMode="auto">
            <a:xfrm>
              <a:off x="3792" y="1200"/>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sp>
          <p:nvSpPr>
            <p:cNvPr id="5176" name="Text Box 56">
              <a:extLst>
                <a:ext uri="{FF2B5EF4-FFF2-40B4-BE49-F238E27FC236}">
                  <a16:creationId xmlns:a16="http://schemas.microsoft.com/office/drawing/2014/main" id="{1D964F19-A510-45D1-98A2-77C00FF7A370}"/>
                </a:ext>
              </a:extLst>
            </p:cNvPr>
            <p:cNvSpPr txBox="1">
              <a:spLocks noChangeArrowheads="1"/>
            </p:cNvSpPr>
            <p:nvPr/>
          </p:nvSpPr>
          <p:spPr bwMode="auto">
            <a:xfrm>
              <a:off x="3696" y="155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F</a:t>
              </a:r>
              <a:r>
                <a:rPr lang="en-US" sz="1200" b="1" baseline="-25000">
                  <a:latin typeface="Arial" charset="0"/>
                  <a:ea typeface="ＭＳ Ｐゴシック" charset="0"/>
                </a:rPr>
                <a:t>g</a:t>
              </a:r>
              <a:endParaRPr lang="en-US" sz="1200" b="1">
                <a:latin typeface="Arial" charset="0"/>
                <a:ea typeface="ＭＳ Ｐゴシック" charset="0"/>
              </a:endParaRPr>
            </a:p>
          </p:txBody>
        </p:sp>
        <p:sp>
          <p:nvSpPr>
            <p:cNvPr id="5177" name="Text Box 57">
              <a:extLst>
                <a:ext uri="{FF2B5EF4-FFF2-40B4-BE49-F238E27FC236}">
                  <a16:creationId xmlns:a16="http://schemas.microsoft.com/office/drawing/2014/main" id="{95EE0AFC-F4B7-4751-81A8-5768508C04B2}"/>
                </a:ext>
              </a:extLst>
            </p:cNvPr>
            <p:cNvSpPr txBox="1">
              <a:spLocks noChangeArrowheads="1"/>
            </p:cNvSpPr>
            <p:nvPr/>
          </p:nvSpPr>
          <p:spPr bwMode="auto">
            <a:xfrm>
              <a:off x="3696" y="691"/>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T</a:t>
              </a:r>
            </a:p>
          </p:txBody>
        </p:sp>
        <p:sp>
          <p:nvSpPr>
            <p:cNvPr id="5178" name="Line 58">
              <a:extLst>
                <a:ext uri="{FF2B5EF4-FFF2-40B4-BE49-F238E27FC236}">
                  <a16:creationId xmlns:a16="http://schemas.microsoft.com/office/drawing/2014/main" id="{20BCEF81-9E8C-4E14-B7A0-899644E3DC28}"/>
                </a:ext>
              </a:extLst>
            </p:cNvPr>
            <p:cNvSpPr>
              <a:spLocks noChangeShapeType="1"/>
            </p:cNvSpPr>
            <p:nvPr/>
          </p:nvSpPr>
          <p:spPr bwMode="auto">
            <a:xfrm>
              <a:off x="3744" y="1566"/>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sp>
          <p:nvSpPr>
            <p:cNvPr id="5179" name="Line 59">
              <a:extLst>
                <a:ext uri="{FF2B5EF4-FFF2-40B4-BE49-F238E27FC236}">
                  <a16:creationId xmlns:a16="http://schemas.microsoft.com/office/drawing/2014/main" id="{D9D7305A-6554-4B82-999E-DC69C66A856E}"/>
                </a:ext>
              </a:extLst>
            </p:cNvPr>
            <p:cNvSpPr>
              <a:spLocks noChangeShapeType="1"/>
            </p:cNvSpPr>
            <p:nvPr/>
          </p:nvSpPr>
          <p:spPr bwMode="auto">
            <a:xfrm>
              <a:off x="3744" y="72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b="1">
                <a:latin typeface="Arial" charset="0"/>
                <a:ea typeface="ＭＳ Ｐゴシック" charset="0"/>
              </a:endParaRPr>
            </a:p>
          </p:txBody>
        </p:sp>
      </p:grpSp>
      <mc:AlternateContent xmlns:mc="http://schemas.openxmlformats.org/markup-compatibility/2006" xmlns:a14="http://schemas.microsoft.com/office/drawing/2010/main">
        <mc:Choice Requires="a14">
          <p:sp>
            <p:nvSpPr>
              <p:cNvPr id="5183" name="Object 63">
                <a:extLst>
                  <a:ext uri="{FF2B5EF4-FFF2-40B4-BE49-F238E27FC236}">
                    <a16:creationId xmlns:a16="http://schemas.microsoft.com/office/drawing/2014/main" id="{73F9C0A1-DDB2-E5B7-096F-E705D643B440}"/>
                  </a:ext>
                </a:extLst>
              </p:cNvPr>
              <p:cNvSpPr txBox="1"/>
              <p:nvPr/>
            </p:nvSpPr>
            <p:spPr bwMode="auto">
              <a:xfrm>
                <a:off x="7542245" y="1526690"/>
                <a:ext cx="2509933" cy="1065212"/>
              </a:xfrm>
              <a:prstGeom prst="rect">
                <a:avLst/>
              </a:prstGeom>
              <a:noFill/>
              <a:ln>
                <a:noFill/>
              </a:ln>
              <a:effectLst/>
            </p:spPr>
            <p:txBody>
              <a:bodyPr>
                <a:noAutofit/>
              </a:bodyPr>
              <a:lstStyle/>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y</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r>
                        <a:rPr lang="en-US" sz="2000" i="1">
                          <a:solidFill>
                            <a:srgbClr val="000000"/>
                          </a:solidFill>
                          <a:latin typeface="Cambria Math" panose="02040503050406030204" pitchFamily="18" charset="0"/>
                        </a:rPr>
                        <m:t>=0</m:t>
                      </m:r>
                    </m:oMath>
                  </m:oMathPara>
                </a14:m>
                <a:endParaRPr lang="en-US" sz="2000"/>
              </a:p>
            </p:txBody>
          </p:sp>
        </mc:Choice>
        <mc:Fallback xmlns="">
          <p:sp>
            <p:nvSpPr>
              <p:cNvPr id="5183" name="Object 63">
                <a:extLst>
                  <a:ext uri="{FF2B5EF4-FFF2-40B4-BE49-F238E27FC236}">
                    <a16:creationId xmlns:a16="http://schemas.microsoft.com/office/drawing/2014/main" id="{73F9C0A1-DDB2-E5B7-096F-E705D643B440}"/>
                  </a:ext>
                </a:extLst>
              </p:cNvPr>
              <p:cNvSpPr txBox="1">
                <a:spLocks noRot="1" noChangeAspect="1" noMove="1" noResize="1" noEditPoints="1" noAdjustHandles="1" noChangeArrowheads="1" noChangeShapeType="1" noTextEdit="1"/>
              </p:cNvSpPr>
              <p:nvPr/>
            </p:nvSpPr>
            <p:spPr bwMode="auto">
              <a:xfrm>
                <a:off x="7542245" y="1526690"/>
                <a:ext cx="2509933" cy="1065212"/>
              </a:xfrm>
              <a:prstGeom prst="rect">
                <a:avLst/>
              </a:prstGeom>
              <a:blipFill>
                <a:blip r:embed="rId3"/>
                <a:stretch>
                  <a:fillRect/>
                </a:stretch>
              </a:blipFill>
              <a:ln>
                <a:noFill/>
              </a:ln>
              <a:effectLst/>
            </p:spPr>
            <p:txBody>
              <a:bodyPr/>
              <a:lstStyle/>
              <a:p>
                <a:r>
                  <a:rPr lang="en-US">
                    <a:noFill/>
                  </a:rPr>
                  <a:t> </a:t>
                </a:r>
              </a:p>
            </p:txBody>
          </p:sp>
        </mc:Fallback>
      </mc:AlternateContent>
      <p:sp>
        <p:nvSpPr>
          <p:cNvPr id="5" name="Text Box 69">
            <a:extLst>
              <a:ext uri="{FF2B5EF4-FFF2-40B4-BE49-F238E27FC236}">
                <a16:creationId xmlns:a16="http://schemas.microsoft.com/office/drawing/2014/main" id="{47935EEA-7079-4106-911C-A6E49E64DEBF}"/>
              </a:ext>
            </a:extLst>
          </p:cNvPr>
          <p:cNvSpPr txBox="1">
            <a:spLocks noChangeArrowheads="1"/>
          </p:cNvSpPr>
          <p:nvPr/>
        </p:nvSpPr>
        <p:spPr bwMode="auto">
          <a:xfrm>
            <a:off x="3894137" y="2839614"/>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Direction of motion</a:t>
            </a:r>
          </a:p>
        </p:txBody>
      </p:sp>
      <p:grpSp>
        <p:nvGrpSpPr>
          <p:cNvPr id="6" name="Group 5">
            <a:extLst>
              <a:ext uri="{FF2B5EF4-FFF2-40B4-BE49-F238E27FC236}">
                <a16:creationId xmlns:a16="http://schemas.microsoft.com/office/drawing/2014/main" id="{6DA13379-6709-0F90-43FD-AD933F5E0DAE}"/>
              </a:ext>
            </a:extLst>
          </p:cNvPr>
          <p:cNvGrpSpPr>
            <a:grpSpLocks/>
          </p:cNvGrpSpPr>
          <p:nvPr/>
        </p:nvGrpSpPr>
        <p:grpSpPr bwMode="auto">
          <a:xfrm>
            <a:off x="1760537" y="3068215"/>
            <a:ext cx="2590800" cy="1463675"/>
            <a:chOff x="144" y="1584"/>
            <a:chExt cx="1632" cy="922"/>
          </a:xfrm>
        </p:grpSpPr>
        <p:sp>
          <p:nvSpPr>
            <p:cNvPr id="24" name="Line 66">
              <a:extLst>
                <a:ext uri="{FF2B5EF4-FFF2-40B4-BE49-F238E27FC236}">
                  <a16:creationId xmlns:a16="http://schemas.microsoft.com/office/drawing/2014/main" id="{A9EADFDD-8670-42EA-A2BD-9C299208F4DE}"/>
                </a:ext>
              </a:extLst>
            </p:cNvPr>
            <p:cNvSpPr>
              <a:spLocks noChangeShapeType="1"/>
            </p:cNvSpPr>
            <p:nvPr/>
          </p:nvSpPr>
          <p:spPr bwMode="auto">
            <a:xfrm>
              <a:off x="144" y="1584"/>
              <a:ext cx="1632"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5" name="Line 67">
              <a:extLst>
                <a:ext uri="{FF2B5EF4-FFF2-40B4-BE49-F238E27FC236}">
                  <a16:creationId xmlns:a16="http://schemas.microsoft.com/office/drawing/2014/main" id="{0BBA92A6-667E-4AEC-B94C-07D9C1AC9AA6}"/>
                </a:ext>
              </a:extLst>
            </p:cNvPr>
            <p:cNvSpPr>
              <a:spLocks noChangeShapeType="1"/>
            </p:cNvSpPr>
            <p:nvPr/>
          </p:nvSpPr>
          <p:spPr bwMode="auto">
            <a:xfrm flipH="1">
              <a:off x="192" y="2496"/>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6" name="Rectangle 25">
              <a:extLst>
                <a:ext uri="{FF2B5EF4-FFF2-40B4-BE49-F238E27FC236}">
                  <a16:creationId xmlns:a16="http://schemas.microsoft.com/office/drawing/2014/main" id="{157248F6-3BDF-463C-B912-2DB3E24CC3EC}"/>
                </a:ext>
              </a:extLst>
            </p:cNvPr>
            <p:cNvSpPr>
              <a:spLocks noChangeArrowheads="1"/>
            </p:cNvSpPr>
            <p:nvPr/>
          </p:nvSpPr>
          <p:spPr bwMode="auto">
            <a:xfrm rot="1670968">
              <a:off x="912" y="1872"/>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7" name="Line 70">
              <a:extLst>
                <a:ext uri="{FF2B5EF4-FFF2-40B4-BE49-F238E27FC236}">
                  <a16:creationId xmlns:a16="http://schemas.microsoft.com/office/drawing/2014/main" id="{00FB9AFB-C2A1-4D72-978F-C921379C589D}"/>
                </a:ext>
              </a:extLst>
            </p:cNvPr>
            <p:cNvSpPr>
              <a:spLocks noChangeShapeType="1"/>
            </p:cNvSpPr>
            <p:nvPr/>
          </p:nvSpPr>
          <p:spPr bwMode="auto">
            <a:xfrm>
              <a:off x="1344" y="1584"/>
              <a:ext cx="33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28" name="Text Box 79">
              <a:extLst>
                <a:ext uri="{FF2B5EF4-FFF2-40B4-BE49-F238E27FC236}">
                  <a16:creationId xmlns:a16="http://schemas.microsoft.com/office/drawing/2014/main" id="{9131BF7F-AE95-4F0C-A744-FF2AAF24AC96}"/>
                </a:ext>
              </a:extLst>
            </p:cNvPr>
            <p:cNvSpPr txBox="1">
              <a:spLocks noChangeArrowheads="1"/>
            </p:cNvSpPr>
            <p:nvPr/>
          </p:nvSpPr>
          <p:spPr bwMode="auto">
            <a:xfrm>
              <a:off x="1440" y="2352"/>
              <a:ext cx="33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a:cs typeface="Arial" pitchFamily="34" charset="0"/>
                </a:rPr>
                <a:t>θ</a:t>
              </a:r>
            </a:p>
          </p:txBody>
        </p:sp>
      </p:grpSp>
      <p:sp>
        <p:nvSpPr>
          <p:cNvPr id="9" name="Text Box 121">
            <a:extLst>
              <a:ext uri="{FF2B5EF4-FFF2-40B4-BE49-F238E27FC236}">
                <a16:creationId xmlns:a16="http://schemas.microsoft.com/office/drawing/2014/main" id="{DCD1ACFB-36B5-4C26-9E06-2EE35D24775C}"/>
              </a:ext>
            </a:extLst>
          </p:cNvPr>
          <p:cNvSpPr txBox="1">
            <a:spLocks noChangeArrowheads="1"/>
          </p:cNvSpPr>
          <p:nvPr/>
        </p:nvSpPr>
        <p:spPr bwMode="auto">
          <a:xfrm>
            <a:off x="1989137" y="4516014"/>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NO friction</a:t>
            </a:r>
          </a:p>
        </p:txBody>
      </p:sp>
      <p:sp>
        <p:nvSpPr>
          <p:cNvPr id="34" name="Text Box 120">
            <a:extLst>
              <a:ext uri="{FF2B5EF4-FFF2-40B4-BE49-F238E27FC236}">
                <a16:creationId xmlns:a16="http://schemas.microsoft.com/office/drawing/2014/main" id="{573F9338-30E9-418F-AA93-3B209093C876}"/>
              </a:ext>
            </a:extLst>
          </p:cNvPr>
          <p:cNvSpPr txBox="1">
            <a:spLocks noChangeArrowheads="1"/>
          </p:cNvSpPr>
          <p:nvPr/>
        </p:nvSpPr>
        <p:spPr bwMode="auto">
          <a:xfrm>
            <a:off x="1824831" y="6419462"/>
            <a:ext cx="152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With friction</a:t>
            </a:r>
          </a:p>
        </p:txBody>
      </p:sp>
      <p:sp>
        <p:nvSpPr>
          <p:cNvPr id="51" name="Text Box 19">
            <a:extLst>
              <a:ext uri="{FF2B5EF4-FFF2-40B4-BE49-F238E27FC236}">
                <a16:creationId xmlns:a16="http://schemas.microsoft.com/office/drawing/2014/main" id="{7D458F5E-4889-F01E-18FA-42C897F9CAAD}"/>
              </a:ext>
            </a:extLst>
          </p:cNvPr>
          <p:cNvSpPr txBox="1">
            <a:spLocks noChangeArrowheads="1"/>
          </p:cNvSpPr>
          <p:nvPr/>
        </p:nvSpPr>
        <p:spPr bwMode="auto">
          <a:xfrm>
            <a:off x="1981200" y="189725"/>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2800" b="1">
                <a:solidFill>
                  <a:schemeClr val="bg1"/>
                </a:solidFill>
                <a:latin typeface="Arial" charset="0"/>
                <a:ea typeface="ＭＳ Ｐゴシック" charset="0"/>
              </a:rPr>
              <a:t>DRAW THE FREE-BODY DIAGRAM OF FORCES</a:t>
            </a:r>
          </a:p>
        </p:txBody>
      </p:sp>
      <p:grpSp>
        <p:nvGrpSpPr>
          <p:cNvPr id="56" name="Group 55">
            <a:extLst>
              <a:ext uri="{FF2B5EF4-FFF2-40B4-BE49-F238E27FC236}">
                <a16:creationId xmlns:a16="http://schemas.microsoft.com/office/drawing/2014/main" id="{41AAC727-0AD7-94B5-C8B3-6293BE781F10}"/>
              </a:ext>
            </a:extLst>
          </p:cNvPr>
          <p:cNvGrpSpPr/>
          <p:nvPr/>
        </p:nvGrpSpPr>
        <p:grpSpPr>
          <a:xfrm>
            <a:off x="5113346" y="3112965"/>
            <a:ext cx="1524004" cy="1623877"/>
            <a:chOff x="3589346" y="3112964"/>
            <a:chExt cx="1524004" cy="1623877"/>
          </a:xfrm>
        </p:grpSpPr>
        <p:grpSp>
          <p:nvGrpSpPr>
            <p:cNvPr id="8" name="Group 7">
              <a:extLst>
                <a:ext uri="{FF2B5EF4-FFF2-40B4-BE49-F238E27FC236}">
                  <a16:creationId xmlns:a16="http://schemas.microsoft.com/office/drawing/2014/main" id="{AADAF0B1-D619-637F-14FF-4A71DA5E7DFA}"/>
                </a:ext>
              </a:extLst>
            </p:cNvPr>
            <p:cNvGrpSpPr>
              <a:grpSpLocks/>
            </p:cNvGrpSpPr>
            <p:nvPr/>
          </p:nvGrpSpPr>
          <p:grpSpPr bwMode="auto">
            <a:xfrm>
              <a:off x="3589346" y="3136640"/>
              <a:ext cx="1524004" cy="1600201"/>
              <a:chOff x="2256" y="1680"/>
              <a:chExt cx="960" cy="1008"/>
            </a:xfrm>
          </p:grpSpPr>
          <p:sp>
            <p:nvSpPr>
              <p:cNvPr id="10" name="Oval 9">
                <a:extLst>
                  <a:ext uri="{FF2B5EF4-FFF2-40B4-BE49-F238E27FC236}">
                    <a16:creationId xmlns:a16="http://schemas.microsoft.com/office/drawing/2014/main" id="{12A61674-3810-4EB1-B1CE-011222E0F5D7}"/>
                  </a:ext>
                </a:extLst>
              </p:cNvPr>
              <p:cNvSpPr>
                <a:spLocks noChangeArrowheads="1"/>
              </p:cNvSpPr>
              <p:nvPr/>
            </p:nvSpPr>
            <p:spPr bwMode="auto">
              <a:xfrm>
                <a:off x="2619" y="208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1" name="Line 27">
                <a:extLst>
                  <a:ext uri="{FF2B5EF4-FFF2-40B4-BE49-F238E27FC236}">
                    <a16:creationId xmlns:a16="http://schemas.microsoft.com/office/drawing/2014/main" id="{951C5455-3EBB-4F3D-8527-5028FEDB7FB6}"/>
                  </a:ext>
                </a:extLst>
              </p:cNvPr>
              <p:cNvSpPr>
                <a:spLocks noChangeShapeType="1"/>
              </p:cNvSpPr>
              <p:nvPr/>
            </p:nvSpPr>
            <p:spPr bwMode="auto">
              <a:xfrm flipV="1">
                <a:off x="2640" y="1824"/>
                <a:ext cx="19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2" name="Line 28">
                <a:extLst>
                  <a:ext uri="{FF2B5EF4-FFF2-40B4-BE49-F238E27FC236}">
                    <a16:creationId xmlns:a16="http://schemas.microsoft.com/office/drawing/2014/main" id="{677C2552-B680-44B8-9EBD-68F01C0AC5A6}"/>
                  </a:ext>
                </a:extLst>
              </p:cNvPr>
              <p:cNvSpPr>
                <a:spLocks noChangeShapeType="1"/>
              </p:cNvSpPr>
              <p:nvPr/>
            </p:nvSpPr>
            <p:spPr bwMode="auto">
              <a:xfrm>
                <a:off x="2640" y="2112"/>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3" name="Text Box 29">
                <a:extLst>
                  <a:ext uri="{FF2B5EF4-FFF2-40B4-BE49-F238E27FC236}">
                    <a16:creationId xmlns:a16="http://schemas.microsoft.com/office/drawing/2014/main" id="{909233D1-2882-46F5-BCDB-7F9026E74D2F}"/>
                  </a:ext>
                </a:extLst>
              </p:cNvPr>
              <p:cNvSpPr txBox="1">
                <a:spLocks noChangeArrowheads="1"/>
              </p:cNvSpPr>
              <p:nvPr/>
            </p:nvSpPr>
            <p:spPr bwMode="auto">
              <a:xfrm>
                <a:off x="2544" y="251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b="1">
                    <a:latin typeface="Arial" charset="0"/>
                    <a:ea typeface="ＭＳ Ｐゴシック" charset="0"/>
                  </a:rPr>
                  <a:t>F</a:t>
                </a:r>
                <a:r>
                  <a:rPr lang="en-US" sz="1200" b="1" baseline="-25000">
                    <a:latin typeface="Arial" charset="0"/>
                    <a:ea typeface="ＭＳ Ｐゴシック" charset="0"/>
                  </a:rPr>
                  <a:t>g</a:t>
                </a:r>
                <a:endParaRPr lang="en-US" sz="1200" b="1">
                  <a:latin typeface="Arial" charset="0"/>
                  <a:ea typeface="ＭＳ Ｐゴシック" charset="0"/>
                </a:endParaRPr>
              </a:p>
            </p:txBody>
          </p:sp>
          <p:sp>
            <p:nvSpPr>
              <p:cNvPr id="14" name="Line 31">
                <a:extLst>
                  <a:ext uri="{FF2B5EF4-FFF2-40B4-BE49-F238E27FC236}">
                    <a16:creationId xmlns:a16="http://schemas.microsoft.com/office/drawing/2014/main" id="{A7CF1C25-D777-4FFC-B688-B8A3B34C651A}"/>
                  </a:ext>
                </a:extLst>
              </p:cNvPr>
              <p:cNvSpPr>
                <a:spLocks noChangeShapeType="1"/>
              </p:cNvSpPr>
              <p:nvPr/>
            </p:nvSpPr>
            <p:spPr bwMode="auto">
              <a:xfrm>
                <a:off x="2592" y="254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6" name="Line 73">
                <a:extLst>
                  <a:ext uri="{FF2B5EF4-FFF2-40B4-BE49-F238E27FC236}">
                    <a16:creationId xmlns:a16="http://schemas.microsoft.com/office/drawing/2014/main" id="{DA1B4358-DEB6-4CE5-84A8-5347FCF8BA62}"/>
                  </a:ext>
                </a:extLst>
              </p:cNvPr>
              <p:cNvSpPr>
                <a:spLocks noChangeShapeType="1"/>
              </p:cNvSpPr>
              <p:nvPr/>
            </p:nvSpPr>
            <p:spPr bwMode="auto">
              <a:xfrm>
                <a:off x="2832" y="168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7" name="Line 75">
                <a:extLst>
                  <a:ext uri="{FF2B5EF4-FFF2-40B4-BE49-F238E27FC236}">
                    <a16:creationId xmlns:a16="http://schemas.microsoft.com/office/drawing/2014/main" id="{64BDB47E-EA81-4462-B695-E5EBFF409B08}"/>
                  </a:ext>
                </a:extLst>
              </p:cNvPr>
              <p:cNvSpPr>
                <a:spLocks noChangeShapeType="1"/>
              </p:cNvSpPr>
              <p:nvPr/>
            </p:nvSpPr>
            <p:spPr bwMode="auto">
              <a:xfrm flipV="1">
                <a:off x="2352" y="1968"/>
                <a:ext cx="384" cy="57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8" name="Line 76">
                <a:extLst>
                  <a:ext uri="{FF2B5EF4-FFF2-40B4-BE49-F238E27FC236}">
                    <a16:creationId xmlns:a16="http://schemas.microsoft.com/office/drawing/2014/main" id="{8F647C89-522E-4D16-A132-F7C6BDE8A54C}"/>
                  </a:ext>
                </a:extLst>
              </p:cNvPr>
              <p:cNvSpPr>
                <a:spLocks noChangeShapeType="1"/>
              </p:cNvSpPr>
              <p:nvPr/>
            </p:nvSpPr>
            <p:spPr bwMode="auto">
              <a:xfrm>
                <a:off x="2256" y="1872"/>
                <a:ext cx="816" cy="48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19" name="Line 77">
                <a:extLst>
                  <a:ext uri="{FF2B5EF4-FFF2-40B4-BE49-F238E27FC236}">
                    <a16:creationId xmlns:a16="http://schemas.microsoft.com/office/drawing/2014/main" id="{2162E1E6-D34F-4B05-935E-4E28CAE380E8}"/>
                  </a:ext>
                </a:extLst>
              </p:cNvPr>
              <p:cNvSpPr>
                <a:spLocks noChangeShapeType="1"/>
              </p:cNvSpPr>
              <p:nvPr/>
            </p:nvSpPr>
            <p:spPr bwMode="auto">
              <a:xfrm>
                <a:off x="2448" y="2400"/>
                <a:ext cx="192" cy="9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20" name="Line 78">
                <a:extLst>
                  <a:ext uri="{FF2B5EF4-FFF2-40B4-BE49-F238E27FC236}">
                    <a16:creationId xmlns:a16="http://schemas.microsoft.com/office/drawing/2014/main" id="{822F3207-E409-4654-B0E8-F5D8C9929816}"/>
                  </a:ext>
                </a:extLst>
              </p:cNvPr>
              <p:cNvSpPr>
                <a:spLocks noChangeShapeType="1"/>
              </p:cNvSpPr>
              <p:nvPr/>
            </p:nvSpPr>
            <p:spPr bwMode="auto">
              <a:xfrm flipV="1">
                <a:off x="2640" y="2208"/>
                <a:ext cx="192" cy="2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21" name="Text Box 106">
                <a:extLst>
                  <a:ext uri="{FF2B5EF4-FFF2-40B4-BE49-F238E27FC236}">
                    <a16:creationId xmlns:a16="http://schemas.microsoft.com/office/drawing/2014/main" id="{26004924-5DAC-44C1-817C-E071A2BA4E22}"/>
                  </a:ext>
                </a:extLst>
              </p:cNvPr>
              <p:cNvSpPr txBox="1">
                <a:spLocks noChangeArrowheads="1"/>
              </p:cNvSpPr>
              <p:nvPr/>
            </p:nvSpPr>
            <p:spPr bwMode="auto">
              <a:xfrm>
                <a:off x="2522" y="2150"/>
                <a:ext cx="28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b="1">
                    <a:cs typeface="Arial" pitchFamily="34" charset="0"/>
                  </a:rPr>
                  <a:t>θ</a:t>
                </a:r>
              </a:p>
            </p:txBody>
          </p:sp>
          <p:sp>
            <p:nvSpPr>
              <p:cNvPr id="22" name="Text Box 107">
                <a:extLst>
                  <a:ext uri="{FF2B5EF4-FFF2-40B4-BE49-F238E27FC236}">
                    <a16:creationId xmlns:a16="http://schemas.microsoft.com/office/drawing/2014/main" id="{3626D753-A98E-404F-9051-B7301B4560F6}"/>
                  </a:ext>
                </a:extLst>
              </p:cNvPr>
              <p:cNvSpPr txBox="1">
                <a:spLocks noChangeArrowheads="1"/>
              </p:cNvSpPr>
              <p:nvPr/>
            </p:nvSpPr>
            <p:spPr bwMode="auto">
              <a:xfrm>
                <a:off x="2256" y="2496"/>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y</a:t>
                </a:r>
              </a:p>
            </p:txBody>
          </p:sp>
          <p:sp>
            <p:nvSpPr>
              <p:cNvPr id="23" name="Text Box 108">
                <a:extLst>
                  <a:ext uri="{FF2B5EF4-FFF2-40B4-BE49-F238E27FC236}">
                    <a16:creationId xmlns:a16="http://schemas.microsoft.com/office/drawing/2014/main" id="{D77481AC-7819-4769-AECA-23D5CBD57E9C}"/>
                  </a:ext>
                </a:extLst>
              </p:cNvPr>
              <p:cNvSpPr txBox="1">
                <a:spLocks noChangeArrowheads="1"/>
              </p:cNvSpPr>
              <p:nvPr/>
            </p:nvSpPr>
            <p:spPr bwMode="auto">
              <a:xfrm>
                <a:off x="3024" y="229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x</a:t>
                </a:r>
              </a:p>
            </p:txBody>
          </p:sp>
        </p:grpSp>
        <p:sp>
          <p:nvSpPr>
            <p:cNvPr id="55" name="Text Box 28">
              <a:extLst>
                <a:ext uri="{FF2B5EF4-FFF2-40B4-BE49-F238E27FC236}">
                  <a16:creationId xmlns:a16="http://schemas.microsoft.com/office/drawing/2014/main" id="{A88F8DB4-1BF3-8535-565B-C83CB917B384}"/>
                </a:ext>
              </a:extLst>
            </p:cNvPr>
            <p:cNvSpPr txBox="1">
              <a:spLocks noChangeArrowheads="1"/>
            </p:cNvSpPr>
            <p:nvPr/>
          </p:nvSpPr>
          <p:spPr bwMode="auto">
            <a:xfrm>
              <a:off x="4407156" y="3112964"/>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N</a:t>
              </a:r>
            </a:p>
          </p:txBody>
        </p:sp>
      </p:grpSp>
      <mc:AlternateContent xmlns:mc="http://schemas.openxmlformats.org/markup-compatibility/2006" xmlns:a14="http://schemas.microsoft.com/office/drawing/2010/main">
        <mc:Choice Requires="a14">
          <p:sp>
            <p:nvSpPr>
              <p:cNvPr id="57" name="Object 63">
                <a:extLst>
                  <a:ext uri="{FF2B5EF4-FFF2-40B4-BE49-F238E27FC236}">
                    <a16:creationId xmlns:a16="http://schemas.microsoft.com/office/drawing/2014/main" id="{52770E07-0E43-A451-B5B8-F6237B1085E7}"/>
                  </a:ext>
                </a:extLst>
              </p:cNvPr>
              <p:cNvSpPr txBox="1"/>
              <p:nvPr/>
            </p:nvSpPr>
            <p:spPr bwMode="auto">
              <a:xfrm>
                <a:off x="7442720" y="2810430"/>
                <a:ext cx="3412606" cy="2136674"/>
              </a:xfrm>
              <a:prstGeom prst="rect">
                <a:avLst/>
              </a:prstGeom>
              <a:noFill/>
              <a:ln>
                <a:noFill/>
              </a:ln>
              <a:effectLst/>
            </p:spPr>
            <p:txBody>
              <a:bodyPr>
                <a:noAutofit/>
              </a:bodyPr>
              <a:lstStyle/>
              <a:p>
                <a:pPr/>
                <a14:m>
                  <m:oMathPara xmlns:m="http://schemas.openxmlformats.org/officeDocument/2006/math">
                    <m:oMathParaPr>
                      <m:jc m:val="left"/>
                    </m:oMathParaPr>
                    <m:oMath>
                      <m:nary>
                        <m:naryPr>
                          <m:chr m:val="∑"/>
                          <m:subHide m:val="on"/>
                          <m:supHide m:val="on"/>
                          <m:ctrlPr>
                            <a:rPr lang="en-US" sz="2000" i="1" smtClean="0">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y</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𝑁</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Cos</m:t>
                          </m:r>
                        </m:fName>
                        <m:e>
                          <m:r>
                            <a:rPr lang="en-US" sz="2000" i="1">
                              <a:solidFill>
                                <a:srgbClr val="000000"/>
                              </a:solidFill>
                              <a:latin typeface="Cambria Math" panose="02040503050406030204" pitchFamily="18" charset="0"/>
                              <a:ea typeface="Cambria Math" panose="02040503050406030204" pitchFamily="18" charset="0"/>
                            </a:rPr>
                            <m:t>𝜃</m:t>
                          </m:r>
                        </m:e>
                      </m:func>
                      <m:r>
                        <a:rPr lang="en-US" sz="2000" i="1">
                          <a:solidFill>
                            <a:srgbClr val="000000"/>
                          </a:solidFill>
                          <a:latin typeface="Cambria Math" panose="02040503050406030204" pitchFamily="18" charset="0"/>
                        </a:rPr>
                        <m:t>=0</m:t>
                      </m:r>
                    </m:oMath>
                  </m:oMathPara>
                </a14:m>
                <a:endParaRPr lang="en-US" sz="2000"/>
              </a:p>
              <a:p>
                <a:endParaRPr lang="en-US" sz="2000"/>
              </a:p>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x</m:t>
                              </m:r>
                            </m:sub>
                          </m:sSub>
                        </m:e>
                      </m:nary>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Sin</m:t>
                          </m:r>
                        </m:fName>
                        <m:e>
                          <m:r>
                            <a:rPr lang="en-US" sz="2000" i="1">
                              <a:solidFill>
                                <a:srgbClr val="000000"/>
                              </a:solidFill>
                              <a:latin typeface="Cambria Math" panose="02040503050406030204" pitchFamily="18" charset="0"/>
                              <a:ea typeface="Cambria Math" panose="02040503050406030204" pitchFamily="18" charset="0"/>
                            </a:rPr>
                            <m:t>𝜃</m:t>
                          </m:r>
                        </m:e>
                      </m:func>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𝑎</m:t>
                          </m:r>
                        </m:e>
                        <m:sub>
                          <m:r>
                            <a:rPr lang="en-US" sz="2000" b="0" i="1" smtClean="0">
                              <a:solidFill>
                                <a:srgbClr val="000000"/>
                              </a:solidFill>
                              <a:latin typeface="Cambria Math" panose="02040503050406030204" pitchFamily="18" charset="0"/>
                            </a:rPr>
                            <m:t>𝑥</m:t>
                          </m:r>
                        </m:sub>
                      </m:sSub>
                    </m:oMath>
                  </m:oMathPara>
                </a14:m>
                <a:endParaRPr lang="en-US" sz="2000" i="1"/>
              </a:p>
            </p:txBody>
          </p:sp>
        </mc:Choice>
        <mc:Fallback xmlns="">
          <p:sp>
            <p:nvSpPr>
              <p:cNvPr id="57" name="Object 63">
                <a:extLst>
                  <a:ext uri="{FF2B5EF4-FFF2-40B4-BE49-F238E27FC236}">
                    <a16:creationId xmlns:a16="http://schemas.microsoft.com/office/drawing/2014/main" id="{52770E07-0E43-A451-B5B8-F6237B1085E7}"/>
                  </a:ext>
                </a:extLst>
              </p:cNvPr>
              <p:cNvSpPr txBox="1">
                <a:spLocks noRot="1" noChangeAspect="1" noMove="1" noResize="1" noEditPoints="1" noAdjustHandles="1" noChangeArrowheads="1" noChangeShapeType="1" noTextEdit="1"/>
              </p:cNvSpPr>
              <p:nvPr/>
            </p:nvSpPr>
            <p:spPr bwMode="auto">
              <a:xfrm>
                <a:off x="7442720" y="2810430"/>
                <a:ext cx="3412606" cy="2136674"/>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bject 63">
                <a:extLst>
                  <a:ext uri="{FF2B5EF4-FFF2-40B4-BE49-F238E27FC236}">
                    <a16:creationId xmlns:a16="http://schemas.microsoft.com/office/drawing/2014/main" id="{1949CE93-7A2B-7E1C-9175-7502AADE013F}"/>
                  </a:ext>
                </a:extLst>
              </p:cNvPr>
              <p:cNvSpPr txBox="1"/>
              <p:nvPr/>
            </p:nvSpPr>
            <p:spPr bwMode="auto">
              <a:xfrm>
                <a:off x="7268550" y="4884941"/>
                <a:ext cx="3412605" cy="1881641"/>
              </a:xfrm>
              <a:prstGeom prst="rect">
                <a:avLst/>
              </a:prstGeom>
              <a:noFill/>
              <a:ln>
                <a:noFill/>
              </a:ln>
              <a:effectLst/>
            </p:spPr>
            <p:txBody>
              <a:bodyPr>
                <a:noAutofit/>
              </a:bodyPr>
              <a:lstStyle/>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y</m:t>
                              </m:r>
                            </m:sub>
                          </m:sSub>
                        </m:e>
                      </m:nary>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𝑁</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Cos</m:t>
                          </m:r>
                        </m:fName>
                        <m:e>
                          <m:r>
                            <a:rPr lang="en-US" sz="2000" i="1">
                              <a:solidFill>
                                <a:srgbClr val="000000"/>
                              </a:solidFill>
                              <a:latin typeface="Cambria Math" panose="02040503050406030204" pitchFamily="18" charset="0"/>
                              <a:ea typeface="Cambria Math" panose="02040503050406030204" pitchFamily="18" charset="0"/>
                            </a:rPr>
                            <m:t>𝜃</m:t>
                          </m:r>
                        </m:e>
                      </m:func>
                      <m:r>
                        <a:rPr lang="en-US" sz="2000" i="1">
                          <a:solidFill>
                            <a:srgbClr val="000000"/>
                          </a:solidFill>
                          <a:latin typeface="Cambria Math" panose="02040503050406030204" pitchFamily="18" charset="0"/>
                        </a:rPr>
                        <m:t>=0</m:t>
                      </m:r>
                    </m:oMath>
                  </m:oMathPara>
                </a14:m>
                <a:endParaRPr lang="en-US" sz="2000"/>
              </a:p>
              <a:p>
                <a:endParaRPr lang="en-US" sz="2000"/>
              </a:p>
              <a:p>
                <a:pPr/>
                <a14:m>
                  <m:oMathPara xmlns:m="http://schemas.openxmlformats.org/officeDocument/2006/math">
                    <m:oMathParaPr>
                      <m:jc m:val="left"/>
                    </m:oMathParaPr>
                    <m:oMath>
                      <m:nary>
                        <m:naryPr>
                          <m:chr m:val="∑"/>
                          <m:subHide m:val="on"/>
                          <m:supHide m:val="on"/>
                          <m:ctrlPr>
                            <a:rPr lang="en-US" sz="2000" i="1">
                              <a:solidFill>
                                <a:srgbClr val="000000"/>
                              </a:solidFill>
                              <a:latin typeface="Cambria Math" panose="02040503050406030204" pitchFamily="18" charset="0"/>
                            </a:rPr>
                          </m:ctrlPr>
                        </m:naryPr>
                        <m:sub/>
                        <m:sup/>
                        <m:e>
                          <m:sSub>
                            <m:sSubPr>
                              <m:ctrlPr>
                                <a:rPr lang="en-US" sz="2000">
                                  <a:solidFill>
                                    <a:srgbClr val="000000"/>
                                  </a:solidFill>
                                  <a:latin typeface="Cambria Math" panose="02040503050406030204" pitchFamily="18" charset="0"/>
                                </a:rPr>
                              </m:ctrlPr>
                            </m:sSubPr>
                            <m:e>
                              <m:r>
                                <m:rPr>
                                  <m:sty m:val="p"/>
                                </m:rPr>
                                <a:rPr lang="en-US" sz="2000">
                                  <a:solidFill>
                                    <a:srgbClr val="000000"/>
                                  </a:solidFill>
                                  <a:latin typeface="Cambria Math" panose="02040503050406030204" pitchFamily="18" charset="0"/>
                                </a:rPr>
                                <m:t>F</m:t>
                              </m:r>
                            </m:e>
                            <m:sub>
                              <m:r>
                                <m:rPr>
                                  <m:sty m:val="p"/>
                                </m:rPr>
                                <a:rPr lang="en-US" sz="2000">
                                  <a:solidFill>
                                    <a:srgbClr val="000000"/>
                                  </a:solidFill>
                                  <a:latin typeface="Cambria Math" panose="02040503050406030204" pitchFamily="18" charset="0"/>
                                </a:rPr>
                                <m:t>x</m:t>
                              </m:r>
                            </m:sub>
                          </m:sSub>
                        </m:e>
                      </m:nary>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𝐹</m:t>
                          </m:r>
                        </m:e>
                        <m:sub>
                          <m:r>
                            <a:rPr lang="en-US" sz="2000" i="1">
                              <a:solidFill>
                                <a:srgbClr val="000000"/>
                              </a:solidFill>
                              <a:latin typeface="Cambria Math" panose="02040503050406030204" pitchFamily="18" charset="0"/>
                            </a:rPr>
                            <m:t>𝑔</m:t>
                          </m:r>
                        </m:sub>
                      </m:sSub>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Sin</m:t>
                          </m:r>
                        </m:fName>
                        <m:e>
                          <m:r>
                            <a:rPr lang="en-US" sz="2000" i="1">
                              <a:solidFill>
                                <a:srgbClr val="000000"/>
                              </a:solidFill>
                              <a:latin typeface="Cambria Math" panose="02040503050406030204" pitchFamily="18" charset="0"/>
                              <a:ea typeface="Cambria Math" panose="02040503050406030204" pitchFamily="18" charset="0"/>
                            </a:rPr>
                            <m:t>𝜃</m:t>
                          </m:r>
                          <m:r>
                            <a:rPr lang="en-US" sz="2000" i="1">
                              <a:solidFill>
                                <a:srgbClr val="000000"/>
                              </a:solidFill>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ea typeface="Cambria Math" panose="02040503050406030204" pitchFamily="18" charset="0"/>
                            </a:rPr>
                            <m:t>𝑓</m:t>
                          </m:r>
                        </m:e>
                      </m:func>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𝑥</m:t>
                          </m:r>
                        </m:sub>
                      </m:sSub>
                    </m:oMath>
                  </m:oMathPara>
                </a14:m>
                <a:endParaRPr lang="en-US" sz="2000" i="1"/>
              </a:p>
            </p:txBody>
          </p:sp>
        </mc:Choice>
        <mc:Fallback xmlns="">
          <p:sp>
            <p:nvSpPr>
              <p:cNvPr id="59" name="Object 63">
                <a:extLst>
                  <a:ext uri="{FF2B5EF4-FFF2-40B4-BE49-F238E27FC236}">
                    <a16:creationId xmlns:a16="http://schemas.microsoft.com/office/drawing/2014/main" id="{1949CE93-7A2B-7E1C-9175-7502AADE013F}"/>
                  </a:ext>
                </a:extLst>
              </p:cNvPr>
              <p:cNvSpPr txBox="1">
                <a:spLocks noRot="1" noChangeAspect="1" noMove="1" noResize="1" noEditPoints="1" noAdjustHandles="1" noChangeArrowheads="1" noChangeShapeType="1" noTextEdit="1"/>
              </p:cNvSpPr>
              <p:nvPr/>
            </p:nvSpPr>
            <p:spPr bwMode="auto">
              <a:xfrm>
                <a:off x="7268550" y="4884941"/>
                <a:ext cx="3412605" cy="1881641"/>
              </a:xfrm>
              <a:prstGeom prst="rect">
                <a:avLst/>
              </a:prstGeom>
              <a:blipFill>
                <a:blip r:embed="rId5"/>
                <a:stretch>
                  <a:fillRect/>
                </a:stretch>
              </a:blipFill>
              <a:ln>
                <a:noFill/>
              </a:ln>
              <a:effectLst/>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6EB50197-ECDF-B1C9-A899-E974D8DFCE10}"/>
              </a:ext>
            </a:extLst>
          </p:cNvPr>
          <p:cNvGrpSpPr/>
          <p:nvPr/>
        </p:nvGrpSpPr>
        <p:grpSpPr>
          <a:xfrm>
            <a:off x="4949040" y="5094166"/>
            <a:ext cx="1524004" cy="1630103"/>
            <a:chOff x="3425040" y="5094165"/>
            <a:chExt cx="1524004" cy="1630103"/>
          </a:xfrm>
        </p:grpSpPr>
        <p:grpSp>
          <p:nvGrpSpPr>
            <p:cNvPr id="33" name="Group 32">
              <a:extLst>
                <a:ext uri="{FF2B5EF4-FFF2-40B4-BE49-F238E27FC236}">
                  <a16:creationId xmlns:a16="http://schemas.microsoft.com/office/drawing/2014/main" id="{EF8AD4B3-F51A-A044-8243-7801A92B6055}"/>
                </a:ext>
              </a:extLst>
            </p:cNvPr>
            <p:cNvGrpSpPr>
              <a:grpSpLocks/>
            </p:cNvGrpSpPr>
            <p:nvPr/>
          </p:nvGrpSpPr>
          <p:grpSpPr bwMode="auto">
            <a:xfrm>
              <a:off x="3425040" y="5124067"/>
              <a:ext cx="1524004" cy="1600201"/>
              <a:chOff x="2256" y="3120"/>
              <a:chExt cx="960" cy="1008"/>
            </a:xfrm>
          </p:grpSpPr>
          <p:sp>
            <p:nvSpPr>
              <p:cNvPr id="35" name="Oval 34">
                <a:extLst>
                  <a:ext uri="{FF2B5EF4-FFF2-40B4-BE49-F238E27FC236}">
                    <a16:creationId xmlns:a16="http://schemas.microsoft.com/office/drawing/2014/main" id="{6B9D4B6F-151E-4968-8D8D-B5B316229528}"/>
                  </a:ext>
                </a:extLst>
              </p:cNvPr>
              <p:cNvSpPr>
                <a:spLocks noChangeArrowheads="1"/>
              </p:cNvSpPr>
              <p:nvPr/>
            </p:nvSpPr>
            <p:spPr bwMode="auto">
              <a:xfrm>
                <a:off x="2619" y="3523"/>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36" name="Line 83">
                <a:extLst>
                  <a:ext uri="{FF2B5EF4-FFF2-40B4-BE49-F238E27FC236}">
                    <a16:creationId xmlns:a16="http://schemas.microsoft.com/office/drawing/2014/main" id="{B8CF2632-49E6-4078-96B5-A22E249890BD}"/>
                  </a:ext>
                </a:extLst>
              </p:cNvPr>
              <p:cNvSpPr>
                <a:spLocks noChangeShapeType="1"/>
              </p:cNvSpPr>
              <p:nvPr/>
            </p:nvSpPr>
            <p:spPr bwMode="auto">
              <a:xfrm flipV="1">
                <a:off x="2640" y="3264"/>
                <a:ext cx="19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37" name="Line 84">
                <a:extLst>
                  <a:ext uri="{FF2B5EF4-FFF2-40B4-BE49-F238E27FC236}">
                    <a16:creationId xmlns:a16="http://schemas.microsoft.com/office/drawing/2014/main" id="{76CDBE00-BBC5-45D0-976D-3FDA5A76ABAB}"/>
                  </a:ext>
                </a:extLst>
              </p:cNvPr>
              <p:cNvSpPr>
                <a:spLocks noChangeShapeType="1"/>
              </p:cNvSpPr>
              <p:nvPr/>
            </p:nvSpPr>
            <p:spPr bwMode="auto">
              <a:xfrm>
                <a:off x="2640" y="3552"/>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38" name="Text Box 85">
                <a:extLst>
                  <a:ext uri="{FF2B5EF4-FFF2-40B4-BE49-F238E27FC236}">
                    <a16:creationId xmlns:a16="http://schemas.microsoft.com/office/drawing/2014/main" id="{CB50B2D1-FA52-4E24-A19F-6A374207058D}"/>
                  </a:ext>
                </a:extLst>
              </p:cNvPr>
              <p:cNvSpPr txBox="1">
                <a:spLocks noChangeArrowheads="1"/>
              </p:cNvSpPr>
              <p:nvPr/>
            </p:nvSpPr>
            <p:spPr bwMode="auto">
              <a:xfrm>
                <a:off x="2544" y="3955"/>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b="1">
                    <a:latin typeface="Arial" charset="0"/>
                    <a:ea typeface="ＭＳ Ｐゴシック" charset="0"/>
                  </a:rPr>
                  <a:t>F</a:t>
                </a:r>
                <a:r>
                  <a:rPr lang="en-US" sz="1200" b="1" baseline="-25000">
                    <a:latin typeface="Arial" charset="0"/>
                    <a:ea typeface="ＭＳ Ｐゴシック" charset="0"/>
                  </a:rPr>
                  <a:t>g</a:t>
                </a:r>
                <a:endParaRPr lang="en-US" sz="1200" b="1">
                  <a:latin typeface="Arial" charset="0"/>
                  <a:ea typeface="ＭＳ Ｐゴシック" charset="0"/>
                </a:endParaRPr>
              </a:p>
            </p:txBody>
          </p:sp>
          <p:sp>
            <p:nvSpPr>
              <p:cNvPr id="39" name="Line 86">
                <a:extLst>
                  <a:ext uri="{FF2B5EF4-FFF2-40B4-BE49-F238E27FC236}">
                    <a16:creationId xmlns:a16="http://schemas.microsoft.com/office/drawing/2014/main" id="{F4FAC0DB-8F40-46C1-A43D-8CC92DA7F652}"/>
                  </a:ext>
                </a:extLst>
              </p:cNvPr>
              <p:cNvSpPr>
                <a:spLocks noChangeShapeType="1"/>
              </p:cNvSpPr>
              <p:nvPr/>
            </p:nvSpPr>
            <p:spPr bwMode="auto">
              <a:xfrm>
                <a:off x="2592" y="398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1" name="Line 93">
                <a:extLst>
                  <a:ext uri="{FF2B5EF4-FFF2-40B4-BE49-F238E27FC236}">
                    <a16:creationId xmlns:a16="http://schemas.microsoft.com/office/drawing/2014/main" id="{67144880-C1B3-4AD4-9D75-DA4BF2C607A0}"/>
                  </a:ext>
                </a:extLst>
              </p:cNvPr>
              <p:cNvSpPr>
                <a:spLocks noChangeShapeType="1"/>
              </p:cNvSpPr>
              <p:nvPr/>
            </p:nvSpPr>
            <p:spPr bwMode="auto">
              <a:xfrm>
                <a:off x="2832" y="3120"/>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2" name="Line 94">
                <a:extLst>
                  <a:ext uri="{FF2B5EF4-FFF2-40B4-BE49-F238E27FC236}">
                    <a16:creationId xmlns:a16="http://schemas.microsoft.com/office/drawing/2014/main" id="{08D3142C-DD3B-4FB6-AF2A-8406AED57D16}"/>
                  </a:ext>
                </a:extLst>
              </p:cNvPr>
              <p:cNvSpPr>
                <a:spLocks noChangeShapeType="1"/>
              </p:cNvSpPr>
              <p:nvPr/>
            </p:nvSpPr>
            <p:spPr bwMode="auto">
              <a:xfrm flipV="1">
                <a:off x="2352" y="3408"/>
                <a:ext cx="384" cy="57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3" name="Line 95">
                <a:extLst>
                  <a:ext uri="{FF2B5EF4-FFF2-40B4-BE49-F238E27FC236}">
                    <a16:creationId xmlns:a16="http://schemas.microsoft.com/office/drawing/2014/main" id="{98971285-F685-4A54-A393-9B298C636590}"/>
                  </a:ext>
                </a:extLst>
              </p:cNvPr>
              <p:cNvSpPr>
                <a:spLocks noChangeShapeType="1"/>
              </p:cNvSpPr>
              <p:nvPr/>
            </p:nvSpPr>
            <p:spPr bwMode="auto">
              <a:xfrm>
                <a:off x="2256" y="3312"/>
                <a:ext cx="816" cy="48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4" name="Line 96">
                <a:extLst>
                  <a:ext uri="{FF2B5EF4-FFF2-40B4-BE49-F238E27FC236}">
                    <a16:creationId xmlns:a16="http://schemas.microsoft.com/office/drawing/2014/main" id="{23863691-1FCF-433F-B0A7-D44B09410031}"/>
                  </a:ext>
                </a:extLst>
              </p:cNvPr>
              <p:cNvSpPr>
                <a:spLocks noChangeShapeType="1"/>
              </p:cNvSpPr>
              <p:nvPr/>
            </p:nvSpPr>
            <p:spPr bwMode="auto">
              <a:xfrm>
                <a:off x="2448" y="3840"/>
                <a:ext cx="192" cy="9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5" name="Line 97">
                <a:extLst>
                  <a:ext uri="{FF2B5EF4-FFF2-40B4-BE49-F238E27FC236}">
                    <a16:creationId xmlns:a16="http://schemas.microsoft.com/office/drawing/2014/main" id="{424B9FEF-3317-417C-BCEA-B7091FCD3D1D}"/>
                  </a:ext>
                </a:extLst>
              </p:cNvPr>
              <p:cNvSpPr>
                <a:spLocks noChangeShapeType="1"/>
              </p:cNvSpPr>
              <p:nvPr/>
            </p:nvSpPr>
            <p:spPr bwMode="auto">
              <a:xfrm flipV="1">
                <a:off x="2640" y="3648"/>
                <a:ext cx="192" cy="2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6" name="Line 99">
                <a:extLst>
                  <a:ext uri="{FF2B5EF4-FFF2-40B4-BE49-F238E27FC236}">
                    <a16:creationId xmlns:a16="http://schemas.microsoft.com/office/drawing/2014/main" id="{B57218F8-6736-470F-9DCE-CB4A599391AA}"/>
                  </a:ext>
                </a:extLst>
              </p:cNvPr>
              <p:cNvSpPr>
                <a:spLocks noChangeShapeType="1"/>
              </p:cNvSpPr>
              <p:nvPr/>
            </p:nvSpPr>
            <p:spPr bwMode="auto">
              <a:xfrm flipH="1" flipV="1">
                <a:off x="2496" y="3456"/>
                <a:ext cx="144"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7" name="Text Box 100">
                <a:extLst>
                  <a:ext uri="{FF2B5EF4-FFF2-40B4-BE49-F238E27FC236}">
                    <a16:creationId xmlns:a16="http://schemas.microsoft.com/office/drawing/2014/main" id="{3A8ACDCE-0541-4542-ABED-B0A736BB357C}"/>
                  </a:ext>
                </a:extLst>
              </p:cNvPr>
              <p:cNvSpPr txBox="1">
                <a:spLocks noChangeArrowheads="1"/>
              </p:cNvSpPr>
              <p:nvPr/>
            </p:nvSpPr>
            <p:spPr bwMode="auto">
              <a:xfrm>
                <a:off x="2400" y="3312"/>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b="1" i="1" dirty="0">
                    <a:solidFill>
                      <a:srgbClr val="FF0000"/>
                    </a:solidFill>
                    <a:latin typeface="Times New Roman" charset="0"/>
                    <a:ea typeface="ＭＳ Ｐゴシック" charset="0"/>
                  </a:rPr>
                  <a:t>f</a:t>
                </a:r>
              </a:p>
            </p:txBody>
          </p:sp>
          <p:sp>
            <p:nvSpPr>
              <p:cNvPr id="48" name="Line 101">
                <a:extLst>
                  <a:ext uri="{FF2B5EF4-FFF2-40B4-BE49-F238E27FC236}">
                    <a16:creationId xmlns:a16="http://schemas.microsoft.com/office/drawing/2014/main" id="{D8BEA3E8-AD42-468C-83C8-E3804DB81600}"/>
                  </a:ext>
                </a:extLst>
              </p:cNvPr>
              <p:cNvSpPr>
                <a:spLocks noChangeShapeType="1"/>
              </p:cNvSpPr>
              <p:nvPr/>
            </p:nvSpPr>
            <p:spPr bwMode="auto">
              <a:xfrm>
                <a:off x="2448" y="3312"/>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b="1">
                  <a:latin typeface="Arial" charset="0"/>
                  <a:ea typeface="ＭＳ Ｐゴシック" charset="0"/>
                </a:endParaRPr>
              </a:p>
            </p:txBody>
          </p:sp>
          <p:sp>
            <p:nvSpPr>
              <p:cNvPr id="49" name="Text Box 114">
                <a:extLst>
                  <a:ext uri="{FF2B5EF4-FFF2-40B4-BE49-F238E27FC236}">
                    <a16:creationId xmlns:a16="http://schemas.microsoft.com/office/drawing/2014/main" id="{7AC1A9E2-43FD-46A4-897F-0A790DEDD2DE}"/>
                  </a:ext>
                </a:extLst>
              </p:cNvPr>
              <p:cNvSpPr txBox="1">
                <a:spLocks noChangeArrowheads="1"/>
              </p:cNvSpPr>
              <p:nvPr/>
            </p:nvSpPr>
            <p:spPr bwMode="auto">
              <a:xfrm>
                <a:off x="3024" y="373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x</a:t>
                </a:r>
              </a:p>
            </p:txBody>
          </p:sp>
          <p:sp>
            <p:nvSpPr>
              <p:cNvPr id="50" name="Text Box 115">
                <a:extLst>
                  <a:ext uri="{FF2B5EF4-FFF2-40B4-BE49-F238E27FC236}">
                    <a16:creationId xmlns:a16="http://schemas.microsoft.com/office/drawing/2014/main" id="{C815AFB7-5E54-45AD-B24B-4197FA733E43}"/>
                  </a:ext>
                </a:extLst>
              </p:cNvPr>
              <p:cNvSpPr txBox="1">
                <a:spLocks noChangeArrowheads="1"/>
              </p:cNvSpPr>
              <p:nvPr/>
            </p:nvSpPr>
            <p:spPr bwMode="auto">
              <a:xfrm>
                <a:off x="2256" y="3936"/>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000" b="1" i="1">
                    <a:latin typeface="Times New Roman" charset="0"/>
                    <a:ea typeface="ＭＳ Ｐゴシック" charset="0"/>
                  </a:rPr>
                  <a:t>y</a:t>
                </a:r>
              </a:p>
            </p:txBody>
          </p:sp>
        </p:grpSp>
        <p:sp>
          <p:nvSpPr>
            <p:cNvPr id="60" name="Text Box 28">
              <a:extLst>
                <a:ext uri="{FF2B5EF4-FFF2-40B4-BE49-F238E27FC236}">
                  <a16:creationId xmlns:a16="http://schemas.microsoft.com/office/drawing/2014/main" id="{0ED16419-78B7-405C-CB08-34ECEC184C91}"/>
                </a:ext>
              </a:extLst>
            </p:cNvPr>
            <p:cNvSpPr txBox="1">
              <a:spLocks noChangeArrowheads="1"/>
            </p:cNvSpPr>
            <p:nvPr/>
          </p:nvSpPr>
          <p:spPr bwMode="auto">
            <a:xfrm>
              <a:off x="4251644" y="5094165"/>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b="1">
                  <a:latin typeface="Arial" charset="0"/>
                  <a:ea typeface="ＭＳ Ｐゴシック" charset="0"/>
                </a:rPr>
                <a:t>N</a:t>
              </a:r>
            </a:p>
          </p:txBody>
        </p:sp>
      </p:grpSp>
      <p:grpSp>
        <p:nvGrpSpPr>
          <p:cNvPr id="62" name="Group 61">
            <a:extLst>
              <a:ext uri="{FF2B5EF4-FFF2-40B4-BE49-F238E27FC236}">
                <a16:creationId xmlns:a16="http://schemas.microsoft.com/office/drawing/2014/main" id="{9F7B9F6E-A7A8-D1EB-EB85-E9AFB9C35DEF}"/>
              </a:ext>
            </a:extLst>
          </p:cNvPr>
          <p:cNvGrpSpPr>
            <a:grpSpLocks/>
          </p:cNvGrpSpPr>
          <p:nvPr/>
        </p:nvGrpSpPr>
        <p:grpSpPr bwMode="auto">
          <a:xfrm>
            <a:off x="1661010" y="4984107"/>
            <a:ext cx="2590800" cy="1463675"/>
            <a:chOff x="144" y="1584"/>
            <a:chExt cx="1632" cy="922"/>
          </a:xfrm>
        </p:grpSpPr>
        <p:sp>
          <p:nvSpPr>
            <p:cNvPr id="63" name="Line 66">
              <a:extLst>
                <a:ext uri="{FF2B5EF4-FFF2-40B4-BE49-F238E27FC236}">
                  <a16:creationId xmlns:a16="http://schemas.microsoft.com/office/drawing/2014/main" id="{6F53A03A-06E5-56BE-252E-B2377FC7F662}"/>
                </a:ext>
              </a:extLst>
            </p:cNvPr>
            <p:cNvSpPr>
              <a:spLocks noChangeShapeType="1"/>
            </p:cNvSpPr>
            <p:nvPr/>
          </p:nvSpPr>
          <p:spPr bwMode="auto">
            <a:xfrm>
              <a:off x="144" y="1584"/>
              <a:ext cx="1632"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0" name="Line 67">
              <a:extLst>
                <a:ext uri="{FF2B5EF4-FFF2-40B4-BE49-F238E27FC236}">
                  <a16:creationId xmlns:a16="http://schemas.microsoft.com/office/drawing/2014/main" id="{BB485EE0-22B1-8FFD-DCB5-942EEE87D3CA}"/>
                </a:ext>
              </a:extLst>
            </p:cNvPr>
            <p:cNvSpPr>
              <a:spLocks noChangeShapeType="1"/>
            </p:cNvSpPr>
            <p:nvPr/>
          </p:nvSpPr>
          <p:spPr bwMode="auto">
            <a:xfrm flipH="1">
              <a:off x="192" y="2496"/>
              <a:ext cx="15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1" name="Rectangle 5120">
              <a:extLst>
                <a:ext uri="{FF2B5EF4-FFF2-40B4-BE49-F238E27FC236}">
                  <a16:creationId xmlns:a16="http://schemas.microsoft.com/office/drawing/2014/main" id="{C550C25D-5478-E1AC-2D4D-91E3F88DC376}"/>
                </a:ext>
              </a:extLst>
            </p:cNvPr>
            <p:cNvSpPr>
              <a:spLocks noChangeArrowheads="1"/>
            </p:cNvSpPr>
            <p:nvPr/>
          </p:nvSpPr>
          <p:spPr bwMode="auto">
            <a:xfrm rot="1670968">
              <a:off x="912" y="1872"/>
              <a:ext cx="28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28" name="Line 70">
              <a:extLst>
                <a:ext uri="{FF2B5EF4-FFF2-40B4-BE49-F238E27FC236}">
                  <a16:creationId xmlns:a16="http://schemas.microsoft.com/office/drawing/2014/main" id="{4AC88A8E-3E2C-42E3-8BD3-C57C22E9FF77}"/>
                </a:ext>
              </a:extLst>
            </p:cNvPr>
            <p:cNvSpPr>
              <a:spLocks noChangeShapeType="1"/>
            </p:cNvSpPr>
            <p:nvPr/>
          </p:nvSpPr>
          <p:spPr bwMode="auto">
            <a:xfrm>
              <a:off x="1344" y="1584"/>
              <a:ext cx="33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131" name="Text Box 79">
              <a:extLst>
                <a:ext uri="{FF2B5EF4-FFF2-40B4-BE49-F238E27FC236}">
                  <a16:creationId xmlns:a16="http://schemas.microsoft.com/office/drawing/2014/main" id="{C930369F-E4D3-2656-807B-CE7C9D689DBA}"/>
                </a:ext>
              </a:extLst>
            </p:cNvPr>
            <p:cNvSpPr txBox="1">
              <a:spLocks noChangeArrowheads="1"/>
            </p:cNvSpPr>
            <p:nvPr/>
          </p:nvSpPr>
          <p:spPr bwMode="auto">
            <a:xfrm>
              <a:off x="1440" y="2352"/>
              <a:ext cx="33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l-GR" altLang="en-US" sz="1000">
                  <a:cs typeface="Arial" pitchFamily="34" charset="0"/>
                </a:rPr>
                <a:t>θ</a:t>
              </a:r>
            </a:p>
          </p:txBody>
        </p:sp>
      </p:grpSp>
      <p:sp>
        <p:nvSpPr>
          <p:cNvPr id="5134" name="Text Box 69">
            <a:extLst>
              <a:ext uri="{FF2B5EF4-FFF2-40B4-BE49-F238E27FC236}">
                <a16:creationId xmlns:a16="http://schemas.microsoft.com/office/drawing/2014/main" id="{5F657A07-FD9E-EB56-5349-2574DB0B9F86}"/>
              </a:ext>
            </a:extLst>
          </p:cNvPr>
          <p:cNvSpPr txBox="1">
            <a:spLocks noChangeArrowheads="1"/>
          </p:cNvSpPr>
          <p:nvPr/>
        </p:nvSpPr>
        <p:spPr bwMode="auto">
          <a:xfrm>
            <a:off x="3831932" y="4802157"/>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Direction of motion</a:t>
            </a:r>
          </a:p>
        </p:txBody>
      </p:sp>
      <p:sp>
        <p:nvSpPr>
          <p:cNvPr id="2" name="Title 3">
            <a:extLst>
              <a:ext uri="{FF2B5EF4-FFF2-40B4-BE49-F238E27FC236}">
                <a16:creationId xmlns:a16="http://schemas.microsoft.com/office/drawing/2014/main" id="{0249A21E-246E-9D49-CF71-926A6073A648}"/>
              </a:ext>
            </a:extLst>
          </p:cNvPr>
          <p:cNvSpPr txBox="1">
            <a:spLocks/>
          </p:cNvSpPr>
          <p:nvPr/>
        </p:nvSpPr>
        <p:spPr>
          <a:xfrm>
            <a:off x="0" y="-3373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Drawing a Free Body Diagram</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grpSp>
        <p:nvGrpSpPr>
          <p:cNvPr id="5143" name="Group 5142">
            <a:extLst>
              <a:ext uri="{FF2B5EF4-FFF2-40B4-BE49-F238E27FC236}">
                <a16:creationId xmlns:a16="http://schemas.microsoft.com/office/drawing/2014/main" id="{E891AE1E-F508-0C59-BA7A-E407507D2142}"/>
              </a:ext>
            </a:extLst>
          </p:cNvPr>
          <p:cNvGrpSpPr/>
          <p:nvPr/>
        </p:nvGrpSpPr>
        <p:grpSpPr>
          <a:xfrm>
            <a:off x="5323140" y="3556380"/>
            <a:ext cx="2539800" cy="760320"/>
            <a:chOff x="5323140" y="3556380"/>
            <a:chExt cx="2539800" cy="76032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23E6DD71-5B87-1201-AD17-2F184CDBE94F}"/>
                    </a:ext>
                  </a:extLst>
                </p14:cNvPr>
                <p14:cNvContentPartPr/>
                <p14:nvPr/>
              </p14:nvContentPartPr>
              <p14:xfrm>
                <a:off x="5736420" y="3823860"/>
                <a:ext cx="54360" cy="19440"/>
              </p14:xfrm>
            </p:contentPart>
          </mc:Choice>
          <mc:Fallback xmlns="">
            <p:pic>
              <p:nvPicPr>
                <p:cNvPr id="4" name="Ink 3">
                  <a:extLst>
                    <a:ext uri="{FF2B5EF4-FFF2-40B4-BE49-F238E27FC236}">
                      <a16:creationId xmlns:a16="http://schemas.microsoft.com/office/drawing/2014/main" id="{23E6DD71-5B87-1201-AD17-2F184CDBE94F}"/>
                    </a:ext>
                  </a:extLst>
                </p:cNvPr>
                <p:cNvPicPr/>
                <p:nvPr/>
              </p:nvPicPr>
              <p:blipFill>
                <a:blip r:embed="rId7"/>
                <a:stretch>
                  <a:fillRect/>
                </a:stretch>
              </p:blipFill>
              <p:spPr>
                <a:xfrm>
                  <a:off x="5727420" y="3815220"/>
                  <a:ext cx="720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0CE9897-9F65-7AD7-26B4-F8908CE2661E}"/>
                    </a:ext>
                  </a:extLst>
                </p14:cNvPr>
                <p14:cNvContentPartPr/>
                <p14:nvPr/>
              </p14:nvContentPartPr>
              <p14:xfrm>
                <a:off x="5779260" y="3756540"/>
                <a:ext cx="92160" cy="75240"/>
              </p14:xfrm>
            </p:contentPart>
          </mc:Choice>
          <mc:Fallback xmlns="">
            <p:pic>
              <p:nvPicPr>
                <p:cNvPr id="7" name="Ink 6">
                  <a:extLst>
                    <a:ext uri="{FF2B5EF4-FFF2-40B4-BE49-F238E27FC236}">
                      <a16:creationId xmlns:a16="http://schemas.microsoft.com/office/drawing/2014/main" id="{C0CE9897-9F65-7AD7-26B4-F8908CE2661E}"/>
                    </a:ext>
                  </a:extLst>
                </p:cNvPr>
                <p:cNvPicPr/>
                <p:nvPr/>
              </p:nvPicPr>
              <p:blipFill>
                <a:blip r:embed="rId9"/>
                <a:stretch>
                  <a:fillRect/>
                </a:stretch>
              </p:blipFill>
              <p:spPr>
                <a:xfrm>
                  <a:off x="5770620" y="3747540"/>
                  <a:ext cx="1098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A0F7BC07-F69D-39A4-EEDB-DD36D31B5258}"/>
                    </a:ext>
                  </a:extLst>
                </p14:cNvPr>
                <p14:cNvContentPartPr/>
                <p14:nvPr/>
              </p14:nvContentPartPr>
              <p14:xfrm>
                <a:off x="5897700" y="3854460"/>
                <a:ext cx="75600" cy="23760"/>
              </p14:xfrm>
            </p:contentPart>
          </mc:Choice>
          <mc:Fallback xmlns="">
            <p:pic>
              <p:nvPicPr>
                <p:cNvPr id="15" name="Ink 14">
                  <a:extLst>
                    <a:ext uri="{FF2B5EF4-FFF2-40B4-BE49-F238E27FC236}">
                      <a16:creationId xmlns:a16="http://schemas.microsoft.com/office/drawing/2014/main" id="{A0F7BC07-F69D-39A4-EEDB-DD36D31B5258}"/>
                    </a:ext>
                  </a:extLst>
                </p:cNvPr>
                <p:cNvPicPr/>
                <p:nvPr/>
              </p:nvPicPr>
              <p:blipFill>
                <a:blip r:embed="rId11"/>
                <a:stretch>
                  <a:fillRect/>
                </a:stretch>
              </p:blipFill>
              <p:spPr>
                <a:xfrm>
                  <a:off x="5889060" y="3845460"/>
                  <a:ext cx="932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Ink 28">
                  <a:extLst>
                    <a:ext uri="{FF2B5EF4-FFF2-40B4-BE49-F238E27FC236}">
                      <a16:creationId xmlns:a16="http://schemas.microsoft.com/office/drawing/2014/main" id="{2E24AB08-F1F6-8438-29F7-4C4AE608F1CE}"/>
                    </a:ext>
                  </a:extLst>
                </p14:cNvPr>
                <p14:cNvContentPartPr/>
                <p14:nvPr/>
              </p14:nvContentPartPr>
              <p14:xfrm>
                <a:off x="5984820" y="3901620"/>
                <a:ext cx="66600" cy="41760"/>
              </p14:xfrm>
            </p:contentPart>
          </mc:Choice>
          <mc:Fallback xmlns="">
            <p:pic>
              <p:nvPicPr>
                <p:cNvPr id="29" name="Ink 28">
                  <a:extLst>
                    <a:ext uri="{FF2B5EF4-FFF2-40B4-BE49-F238E27FC236}">
                      <a16:creationId xmlns:a16="http://schemas.microsoft.com/office/drawing/2014/main" id="{2E24AB08-F1F6-8438-29F7-4C4AE608F1CE}"/>
                    </a:ext>
                  </a:extLst>
                </p:cNvPr>
                <p:cNvPicPr/>
                <p:nvPr/>
              </p:nvPicPr>
              <p:blipFill>
                <a:blip r:embed="rId13"/>
                <a:stretch>
                  <a:fillRect/>
                </a:stretch>
              </p:blipFill>
              <p:spPr>
                <a:xfrm>
                  <a:off x="5975820" y="3892980"/>
                  <a:ext cx="842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93CE16B2-98AE-771E-DA49-B2AA03C6788C}"/>
                    </a:ext>
                  </a:extLst>
                </p14:cNvPr>
                <p14:cNvContentPartPr/>
                <p14:nvPr/>
              </p14:nvContentPartPr>
              <p14:xfrm>
                <a:off x="5959260" y="3868860"/>
                <a:ext cx="105480" cy="94680"/>
              </p14:xfrm>
            </p:contentPart>
          </mc:Choice>
          <mc:Fallback xmlns="">
            <p:pic>
              <p:nvPicPr>
                <p:cNvPr id="30" name="Ink 29">
                  <a:extLst>
                    <a:ext uri="{FF2B5EF4-FFF2-40B4-BE49-F238E27FC236}">
                      <a16:creationId xmlns:a16="http://schemas.microsoft.com/office/drawing/2014/main" id="{93CE16B2-98AE-771E-DA49-B2AA03C6788C}"/>
                    </a:ext>
                  </a:extLst>
                </p:cNvPr>
                <p:cNvPicPr/>
                <p:nvPr/>
              </p:nvPicPr>
              <p:blipFill>
                <a:blip r:embed="rId15"/>
                <a:stretch>
                  <a:fillRect/>
                </a:stretch>
              </p:blipFill>
              <p:spPr>
                <a:xfrm>
                  <a:off x="5950260" y="3859860"/>
                  <a:ext cx="1231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4E64689D-110A-333B-BD3C-979FA71A9716}"/>
                    </a:ext>
                  </a:extLst>
                </p14:cNvPr>
                <p14:cNvContentPartPr/>
                <p14:nvPr/>
              </p14:nvContentPartPr>
              <p14:xfrm>
                <a:off x="5997780" y="3621900"/>
                <a:ext cx="133560" cy="128520"/>
              </p14:xfrm>
            </p:contentPart>
          </mc:Choice>
          <mc:Fallback xmlns="">
            <p:pic>
              <p:nvPicPr>
                <p:cNvPr id="31" name="Ink 30">
                  <a:extLst>
                    <a:ext uri="{FF2B5EF4-FFF2-40B4-BE49-F238E27FC236}">
                      <a16:creationId xmlns:a16="http://schemas.microsoft.com/office/drawing/2014/main" id="{4E64689D-110A-333B-BD3C-979FA71A9716}"/>
                    </a:ext>
                  </a:extLst>
                </p:cNvPr>
                <p:cNvPicPr/>
                <p:nvPr/>
              </p:nvPicPr>
              <p:blipFill>
                <a:blip r:embed="rId17"/>
                <a:stretch>
                  <a:fillRect/>
                </a:stretch>
              </p:blipFill>
              <p:spPr>
                <a:xfrm>
                  <a:off x="5988780" y="3613260"/>
                  <a:ext cx="1512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2" name="Ink 31">
                  <a:extLst>
                    <a:ext uri="{FF2B5EF4-FFF2-40B4-BE49-F238E27FC236}">
                      <a16:creationId xmlns:a16="http://schemas.microsoft.com/office/drawing/2014/main" id="{C5D68897-A716-B83E-29C4-B13659EDE7CA}"/>
                    </a:ext>
                  </a:extLst>
                </p14:cNvPr>
                <p14:cNvContentPartPr/>
                <p14:nvPr/>
              </p14:nvContentPartPr>
              <p14:xfrm>
                <a:off x="5993820" y="3703620"/>
                <a:ext cx="96840" cy="3240"/>
              </p14:xfrm>
            </p:contentPart>
          </mc:Choice>
          <mc:Fallback xmlns="">
            <p:pic>
              <p:nvPicPr>
                <p:cNvPr id="32" name="Ink 31">
                  <a:extLst>
                    <a:ext uri="{FF2B5EF4-FFF2-40B4-BE49-F238E27FC236}">
                      <a16:creationId xmlns:a16="http://schemas.microsoft.com/office/drawing/2014/main" id="{C5D68897-A716-B83E-29C4-B13659EDE7CA}"/>
                    </a:ext>
                  </a:extLst>
                </p:cNvPr>
                <p:cNvPicPr/>
                <p:nvPr/>
              </p:nvPicPr>
              <p:blipFill>
                <a:blip r:embed="rId19"/>
                <a:stretch>
                  <a:fillRect/>
                </a:stretch>
              </p:blipFill>
              <p:spPr>
                <a:xfrm>
                  <a:off x="5984820" y="3694980"/>
                  <a:ext cx="1144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0" name="Ink 39">
                  <a:extLst>
                    <a:ext uri="{FF2B5EF4-FFF2-40B4-BE49-F238E27FC236}">
                      <a16:creationId xmlns:a16="http://schemas.microsoft.com/office/drawing/2014/main" id="{DCDD62C5-3213-11CC-B6A8-87B4A6E6BDFF}"/>
                    </a:ext>
                  </a:extLst>
                </p14:cNvPr>
                <p14:cNvContentPartPr/>
                <p14:nvPr/>
              </p14:nvContentPartPr>
              <p14:xfrm>
                <a:off x="6145020" y="3685980"/>
                <a:ext cx="114840" cy="194400"/>
              </p14:xfrm>
            </p:contentPart>
          </mc:Choice>
          <mc:Fallback xmlns="">
            <p:pic>
              <p:nvPicPr>
                <p:cNvPr id="40" name="Ink 39">
                  <a:extLst>
                    <a:ext uri="{FF2B5EF4-FFF2-40B4-BE49-F238E27FC236}">
                      <a16:creationId xmlns:a16="http://schemas.microsoft.com/office/drawing/2014/main" id="{DCDD62C5-3213-11CC-B6A8-87B4A6E6BDFF}"/>
                    </a:ext>
                  </a:extLst>
                </p:cNvPr>
                <p:cNvPicPr/>
                <p:nvPr/>
              </p:nvPicPr>
              <p:blipFill>
                <a:blip r:embed="rId21"/>
                <a:stretch>
                  <a:fillRect/>
                </a:stretch>
              </p:blipFill>
              <p:spPr>
                <a:xfrm>
                  <a:off x="6136380" y="3677340"/>
                  <a:ext cx="1324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2" name="Ink 51">
                  <a:extLst>
                    <a:ext uri="{FF2B5EF4-FFF2-40B4-BE49-F238E27FC236}">
                      <a16:creationId xmlns:a16="http://schemas.microsoft.com/office/drawing/2014/main" id="{2B49055C-E756-C652-DC95-6C2BACF0EDCC}"/>
                    </a:ext>
                  </a:extLst>
                </p14:cNvPr>
                <p14:cNvContentPartPr/>
                <p14:nvPr/>
              </p14:nvContentPartPr>
              <p14:xfrm>
                <a:off x="6371100" y="3585540"/>
                <a:ext cx="27000" cy="208800"/>
              </p14:xfrm>
            </p:contentPart>
          </mc:Choice>
          <mc:Fallback xmlns="">
            <p:pic>
              <p:nvPicPr>
                <p:cNvPr id="52" name="Ink 51">
                  <a:extLst>
                    <a:ext uri="{FF2B5EF4-FFF2-40B4-BE49-F238E27FC236}">
                      <a16:creationId xmlns:a16="http://schemas.microsoft.com/office/drawing/2014/main" id="{2B49055C-E756-C652-DC95-6C2BACF0EDCC}"/>
                    </a:ext>
                  </a:extLst>
                </p:cNvPr>
                <p:cNvPicPr/>
                <p:nvPr/>
              </p:nvPicPr>
              <p:blipFill>
                <a:blip r:embed="rId23"/>
                <a:stretch>
                  <a:fillRect/>
                </a:stretch>
              </p:blipFill>
              <p:spPr>
                <a:xfrm>
                  <a:off x="6362460" y="3576900"/>
                  <a:ext cx="4464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3" name="Ink 52">
                  <a:extLst>
                    <a:ext uri="{FF2B5EF4-FFF2-40B4-BE49-F238E27FC236}">
                      <a16:creationId xmlns:a16="http://schemas.microsoft.com/office/drawing/2014/main" id="{2B752FC0-11B5-A2A7-D0A3-9C56D5CD8E3D}"/>
                    </a:ext>
                  </a:extLst>
                </p14:cNvPr>
                <p14:cNvContentPartPr/>
                <p14:nvPr/>
              </p14:nvContentPartPr>
              <p14:xfrm>
                <a:off x="5884380" y="3586620"/>
                <a:ext cx="67680" cy="209880"/>
              </p14:xfrm>
            </p:contentPart>
          </mc:Choice>
          <mc:Fallback xmlns="">
            <p:pic>
              <p:nvPicPr>
                <p:cNvPr id="53" name="Ink 52">
                  <a:extLst>
                    <a:ext uri="{FF2B5EF4-FFF2-40B4-BE49-F238E27FC236}">
                      <a16:creationId xmlns:a16="http://schemas.microsoft.com/office/drawing/2014/main" id="{2B752FC0-11B5-A2A7-D0A3-9C56D5CD8E3D}"/>
                    </a:ext>
                  </a:extLst>
                </p:cNvPr>
                <p:cNvPicPr/>
                <p:nvPr/>
              </p:nvPicPr>
              <p:blipFill>
                <a:blip r:embed="rId25"/>
                <a:stretch>
                  <a:fillRect/>
                </a:stretch>
              </p:blipFill>
              <p:spPr>
                <a:xfrm>
                  <a:off x="5875380" y="3577620"/>
                  <a:ext cx="8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4" name="Ink 53">
                  <a:extLst>
                    <a:ext uri="{FF2B5EF4-FFF2-40B4-BE49-F238E27FC236}">
                      <a16:creationId xmlns:a16="http://schemas.microsoft.com/office/drawing/2014/main" id="{BCFA4943-55F4-D66D-BAB0-28A70EE1C5CE}"/>
                    </a:ext>
                  </a:extLst>
                </p14:cNvPr>
                <p14:cNvContentPartPr/>
                <p14:nvPr/>
              </p14:nvContentPartPr>
              <p14:xfrm>
                <a:off x="6434460" y="3735300"/>
                <a:ext cx="108720" cy="87840"/>
              </p14:xfrm>
            </p:contentPart>
          </mc:Choice>
          <mc:Fallback xmlns="">
            <p:pic>
              <p:nvPicPr>
                <p:cNvPr id="54" name="Ink 53">
                  <a:extLst>
                    <a:ext uri="{FF2B5EF4-FFF2-40B4-BE49-F238E27FC236}">
                      <a16:creationId xmlns:a16="http://schemas.microsoft.com/office/drawing/2014/main" id="{BCFA4943-55F4-D66D-BAB0-28A70EE1C5CE}"/>
                    </a:ext>
                  </a:extLst>
                </p:cNvPr>
                <p:cNvPicPr/>
                <p:nvPr/>
              </p:nvPicPr>
              <p:blipFill>
                <a:blip r:embed="rId27"/>
                <a:stretch>
                  <a:fillRect/>
                </a:stretch>
              </p:blipFill>
              <p:spPr>
                <a:xfrm>
                  <a:off x="6425820" y="3726300"/>
                  <a:ext cx="1263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8" name="Ink 57">
                  <a:extLst>
                    <a:ext uri="{FF2B5EF4-FFF2-40B4-BE49-F238E27FC236}">
                      <a16:creationId xmlns:a16="http://schemas.microsoft.com/office/drawing/2014/main" id="{08002AE3-0FED-712A-E581-5C7D5143031A}"/>
                    </a:ext>
                  </a:extLst>
                </p14:cNvPr>
                <p14:cNvContentPartPr/>
                <p14:nvPr/>
              </p14:nvContentPartPr>
              <p14:xfrm>
                <a:off x="6454980" y="3734220"/>
                <a:ext cx="100440" cy="122400"/>
              </p14:xfrm>
            </p:contentPart>
          </mc:Choice>
          <mc:Fallback xmlns="">
            <p:pic>
              <p:nvPicPr>
                <p:cNvPr id="58" name="Ink 57">
                  <a:extLst>
                    <a:ext uri="{FF2B5EF4-FFF2-40B4-BE49-F238E27FC236}">
                      <a16:creationId xmlns:a16="http://schemas.microsoft.com/office/drawing/2014/main" id="{08002AE3-0FED-712A-E581-5C7D5143031A}"/>
                    </a:ext>
                  </a:extLst>
                </p:cNvPr>
                <p:cNvPicPr/>
                <p:nvPr/>
              </p:nvPicPr>
              <p:blipFill>
                <a:blip r:embed="rId29"/>
                <a:stretch>
                  <a:fillRect/>
                </a:stretch>
              </p:blipFill>
              <p:spPr>
                <a:xfrm>
                  <a:off x="6445980" y="3725580"/>
                  <a:ext cx="1180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123" name="Ink 5122">
                  <a:extLst>
                    <a:ext uri="{FF2B5EF4-FFF2-40B4-BE49-F238E27FC236}">
                      <a16:creationId xmlns:a16="http://schemas.microsoft.com/office/drawing/2014/main" id="{195A4D3B-49A7-5A88-FBD2-E0A32884B950}"/>
                    </a:ext>
                  </a:extLst>
                </p14:cNvPr>
                <p14:cNvContentPartPr/>
                <p14:nvPr/>
              </p14:nvContentPartPr>
              <p14:xfrm>
                <a:off x="6681780" y="3687420"/>
                <a:ext cx="102600" cy="12960"/>
              </p14:xfrm>
            </p:contentPart>
          </mc:Choice>
          <mc:Fallback xmlns="">
            <p:pic>
              <p:nvPicPr>
                <p:cNvPr id="5123" name="Ink 5122">
                  <a:extLst>
                    <a:ext uri="{FF2B5EF4-FFF2-40B4-BE49-F238E27FC236}">
                      <a16:creationId xmlns:a16="http://schemas.microsoft.com/office/drawing/2014/main" id="{195A4D3B-49A7-5A88-FBD2-E0A32884B950}"/>
                    </a:ext>
                  </a:extLst>
                </p:cNvPr>
                <p:cNvPicPr/>
                <p:nvPr/>
              </p:nvPicPr>
              <p:blipFill>
                <a:blip r:embed="rId31"/>
                <a:stretch>
                  <a:fillRect/>
                </a:stretch>
              </p:blipFill>
              <p:spPr>
                <a:xfrm>
                  <a:off x="6672780" y="3678780"/>
                  <a:ext cx="1202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124" name="Ink 5123">
                  <a:extLst>
                    <a:ext uri="{FF2B5EF4-FFF2-40B4-BE49-F238E27FC236}">
                      <a16:creationId xmlns:a16="http://schemas.microsoft.com/office/drawing/2014/main" id="{F9E7126B-AD74-1A14-92DE-EBF96F439BC3}"/>
                    </a:ext>
                  </a:extLst>
                </p14:cNvPr>
                <p14:cNvContentPartPr/>
                <p14:nvPr/>
              </p14:nvContentPartPr>
              <p14:xfrm>
                <a:off x="6698340" y="3723780"/>
                <a:ext cx="94320" cy="3600"/>
              </p14:xfrm>
            </p:contentPart>
          </mc:Choice>
          <mc:Fallback xmlns="">
            <p:pic>
              <p:nvPicPr>
                <p:cNvPr id="5124" name="Ink 5123">
                  <a:extLst>
                    <a:ext uri="{FF2B5EF4-FFF2-40B4-BE49-F238E27FC236}">
                      <a16:creationId xmlns:a16="http://schemas.microsoft.com/office/drawing/2014/main" id="{F9E7126B-AD74-1A14-92DE-EBF96F439BC3}"/>
                    </a:ext>
                  </a:extLst>
                </p:cNvPr>
                <p:cNvPicPr/>
                <p:nvPr/>
              </p:nvPicPr>
              <p:blipFill>
                <a:blip r:embed="rId33"/>
                <a:stretch>
                  <a:fillRect/>
                </a:stretch>
              </p:blipFill>
              <p:spPr>
                <a:xfrm>
                  <a:off x="6689700" y="3714780"/>
                  <a:ext cx="1119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125" name="Ink 5124">
                  <a:extLst>
                    <a:ext uri="{FF2B5EF4-FFF2-40B4-BE49-F238E27FC236}">
                      <a16:creationId xmlns:a16="http://schemas.microsoft.com/office/drawing/2014/main" id="{51F9B7D2-75B1-15F9-C094-9157C5AD5084}"/>
                    </a:ext>
                  </a:extLst>
                </p14:cNvPr>
                <p14:cNvContentPartPr/>
                <p14:nvPr/>
              </p14:nvContentPartPr>
              <p14:xfrm>
                <a:off x="6891660" y="3592380"/>
                <a:ext cx="154080" cy="139320"/>
              </p14:xfrm>
            </p:contentPart>
          </mc:Choice>
          <mc:Fallback xmlns="">
            <p:pic>
              <p:nvPicPr>
                <p:cNvPr id="5125" name="Ink 5124">
                  <a:extLst>
                    <a:ext uri="{FF2B5EF4-FFF2-40B4-BE49-F238E27FC236}">
                      <a16:creationId xmlns:a16="http://schemas.microsoft.com/office/drawing/2014/main" id="{51F9B7D2-75B1-15F9-C094-9157C5AD5084}"/>
                    </a:ext>
                  </a:extLst>
                </p:cNvPr>
                <p:cNvPicPr/>
                <p:nvPr/>
              </p:nvPicPr>
              <p:blipFill>
                <a:blip r:embed="rId35"/>
                <a:stretch>
                  <a:fillRect/>
                </a:stretch>
              </p:blipFill>
              <p:spPr>
                <a:xfrm>
                  <a:off x="6882660" y="3583380"/>
                  <a:ext cx="1717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126" name="Ink 5125">
                  <a:extLst>
                    <a:ext uri="{FF2B5EF4-FFF2-40B4-BE49-F238E27FC236}">
                      <a16:creationId xmlns:a16="http://schemas.microsoft.com/office/drawing/2014/main" id="{D3E3E492-751E-FC5F-3156-2C131955281A}"/>
                    </a:ext>
                  </a:extLst>
                </p14:cNvPr>
                <p14:cNvContentPartPr/>
                <p14:nvPr/>
              </p14:nvContentPartPr>
              <p14:xfrm>
                <a:off x="6898860" y="3673740"/>
                <a:ext cx="84600" cy="3960"/>
              </p14:xfrm>
            </p:contentPart>
          </mc:Choice>
          <mc:Fallback xmlns="">
            <p:pic>
              <p:nvPicPr>
                <p:cNvPr id="5126" name="Ink 5125">
                  <a:extLst>
                    <a:ext uri="{FF2B5EF4-FFF2-40B4-BE49-F238E27FC236}">
                      <a16:creationId xmlns:a16="http://schemas.microsoft.com/office/drawing/2014/main" id="{D3E3E492-751E-FC5F-3156-2C131955281A}"/>
                    </a:ext>
                  </a:extLst>
                </p:cNvPr>
                <p:cNvPicPr/>
                <p:nvPr/>
              </p:nvPicPr>
              <p:blipFill>
                <a:blip r:embed="rId37"/>
                <a:stretch>
                  <a:fillRect/>
                </a:stretch>
              </p:blipFill>
              <p:spPr>
                <a:xfrm>
                  <a:off x="6890220" y="3664740"/>
                  <a:ext cx="1022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127" name="Ink 5126">
                  <a:extLst>
                    <a:ext uri="{FF2B5EF4-FFF2-40B4-BE49-F238E27FC236}">
                      <a16:creationId xmlns:a16="http://schemas.microsoft.com/office/drawing/2014/main" id="{E10C1EF0-ED43-5A9E-4504-51265F152988}"/>
                    </a:ext>
                  </a:extLst>
                </p14:cNvPr>
                <p14:cNvContentPartPr/>
                <p14:nvPr/>
              </p14:nvContentPartPr>
              <p14:xfrm>
                <a:off x="6984540" y="3672300"/>
                <a:ext cx="164160" cy="244800"/>
              </p14:xfrm>
            </p:contentPart>
          </mc:Choice>
          <mc:Fallback xmlns="">
            <p:pic>
              <p:nvPicPr>
                <p:cNvPr id="5127" name="Ink 5126">
                  <a:extLst>
                    <a:ext uri="{FF2B5EF4-FFF2-40B4-BE49-F238E27FC236}">
                      <a16:creationId xmlns:a16="http://schemas.microsoft.com/office/drawing/2014/main" id="{E10C1EF0-ED43-5A9E-4504-51265F152988}"/>
                    </a:ext>
                  </a:extLst>
                </p:cNvPr>
                <p:cNvPicPr/>
                <p:nvPr/>
              </p:nvPicPr>
              <p:blipFill>
                <a:blip r:embed="rId39"/>
                <a:stretch>
                  <a:fillRect/>
                </a:stretch>
              </p:blipFill>
              <p:spPr>
                <a:xfrm>
                  <a:off x="6975900" y="3663660"/>
                  <a:ext cx="1818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130" name="Ink 5129">
                  <a:extLst>
                    <a:ext uri="{FF2B5EF4-FFF2-40B4-BE49-F238E27FC236}">
                      <a16:creationId xmlns:a16="http://schemas.microsoft.com/office/drawing/2014/main" id="{94F71D02-045B-A860-FCFC-3F770B177663}"/>
                    </a:ext>
                  </a:extLst>
                </p14:cNvPr>
                <p14:cNvContentPartPr/>
                <p14:nvPr/>
              </p14:nvContentPartPr>
              <p14:xfrm>
                <a:off x="7207380" y="3603900"/>
                <a:ext cx="167040" cy="127440"/>
              </p14:xfrm>
            </p:contentPart>
          </mc:Choice>
          <mc:Fallback xmlns="">
            <p:pic>
              <p:nvPicPr>
                <p:cNvPr id="5130" name="Ink 5129">
                  <a:extLst>
                    <a:ext uri="{FF2B5EF4-FFF2-40B4-BE49-F238E27FC236}">
                      <a16:creationId xmlns:a16="http://schemas.microsoft.com/office/drawing/2014/main" id="{94F71D02-045B-A860-FCFC-3F770B177663}"/>
                    </a:ext>
                  </a:extLst>
                </p:cNvPr>
                <p:cNvPicPr/>
                <p:nvPr/>
              </p:nvPicPr>
              <p:blipFill>
                <a:blip r:embed="rId41"/>
                <a:stretch>
                  <a:fillRect/>
                </a:stretch>
              </p:blipFill>
              <p:spPr>
                <a:xfrm>
                  <a:off x="7198740" y="3595260"/>
                  <a:ext cx="1846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132" name="Ink 5131">
                  <a:extLst>
                    <a:ext uri="{FF2B5EF4-FFF2-40B4-BE49-F238E27FC236}">
                      <a16:creationId xmlns:a16="http://schemas.microsoft.com/office/drawing/2014/main" id="{008DE88B-2E58-FDBA-36E4-991FA4659D3E}"/>
                    </a:ext>
                  </a:extLst>
                </p14:cNvPr>
                <p14:cNvContentPartPr/>
                <p14:nvPr/>
              </p14:nvContentPartPr>
              <p14:xfrm>
                <a:off x="7411140" y="3672660"/>
                <a:ext cx="11520" cy="44640"/>
              </p14:xfrm>
            </p:contentPart>
          </mc:Choice>
          <mc:Fallback xmlns="">
            <p:pic>
              <p:nvPicPr>
                <p:cNvPr id="5132" name="Ink 5131">
                  <a:extLst>
                    <a:ext uri="{FF2B5EF4-FFF2-40B4-BE49-F238E27FC236}">
                      <a16:creationId xmlns:a16="http://schemas.microsoft.com/office/drawing/2014/main" id="{008DE88B-2E58-FDBA-36E4-991FA4659D3E}"/>
                    </a:ext>
                  </a:extLst>
                </p:cNvPr>
                <p:cNvPicPr/>
                <p:nvPr/>
              </p:nvPicPr>
              <p:blipFill>
                <a:blip r:embed="rId43"/>
                <a:stretch>
                  <a:fillRect/>
                </a:stretch>
              </p:blipFill>
              <p:spPr>
                <a:xfrm>
                  <a:off x="7402140" y="3663660"/>
                  <a:ext cx="2916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133" name="Ink 5132">
                  <a:extLst>
                    <a:ext uri="{FF2B5EF4-FFF2-40B4-BE49-F238E27FC236}">
                      <a16:creationId xmlns:a16="http://schemas.microsoft.com/office/drawing/2014/main" id="{C491EFF2-9CCF-9ECC-5217-B9CF3E65D189}"/>
                    </a:ext>
                  </a:extLst>
                </p14:cNvPr>
                <p14:cNvContentPartPr/>
                <p14:nvPr/>
              </p14:nvContentPartPr>
              <p14:xfrm>
                <a:off x="7405380" y="3627300"/>
                <a:ext cx="720" cy="6840"/>
              </p14:xfrm>
            </p:contentPart>
          </mc:Choice>
          <mc:Fallback xmlns="">
            <p:pic>
              <p:nvPicPr>
                <p:cNvPr id="5133" name="Ink 5132">
                  <a:extLst>
                    <a:ext uri="{FF2B5EF4-FFF2-40B4-BE49-F238E27FC236}">
                      <a16:creationId xmlns:a16="http://schemas.microsoft.com/office/drawing/2014/main" id="{C491EFF2-9CCF-9ECC-5217-B9CF3E65D189}"/>
                    </a:ext>
                  </a:extLst>
                </p:cNvPr>
                <p:cNvPicPr/>
                <p:nvPr/>
              </p:nvPicPr>
              <p:blipFill>
                <a:blip r:embed="rId45"/>
                <a:stretch>
                  <a:fillRect/>
                </a:stretch>
              </p:blipFill>
              <p:spPr>
                <a:xfrm>
                  <a:off x="7396380" y="3618300"/>
                  <a:ext cx="183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35" name="Ink 5134">
                  <a:extLst>
                    <a:ext uri="{FF2B5EF4-FFF2-40B4-BE49-F238E27FC236}">
                      <a16:creationId xmlns:a16="http://schemas.microsoft.com/office/drawing/2014/main" id="{652E80D2-EF84-A12B-C7CA-25B284B15130}"/>
                    </a:ext>
                  </a:extLst>
                </p14:cNvPr>
                <p14:cNvContentPartPr/>
                <p14:nvPr/>
              </p14:nvContentPartPr>
              <p14:xfrm>
                <a:off x="7469100" y="3639540"/>
                <a:ext cx="151560" cy="89280"/>
              </p14:xfrm>
            </p:contentPart>
          </mc:Choice>
          <mc:Fallback xmlns="">
            <p:pic>
              <p:nvPicPr>
                <p:cNvPr id="5135" name="Ink 5134">
                  <a:extLst>
                    <a:ext uri="{FF2B5EF4-FFF2-40B4-BE49-F238E27FC236}">
                      <a16:creationId xmlns:a16="http://schemas.microsoft.com/office/drawing/2014/main" id="{652E80D2-EF84-A12B-C7CA-25B284B15130}"/>
                    </a:ext>
                  </a:extLst>
                </p:cNvPr>
                <p:cNvPicPr/>
                <p:nvPr/>
              </p:nvPicPr>
              <p:blipFill>
                <a:blip r:embed="rId47"/>
                <a:stretch>
                  <a:fillRect/>
                </a:stretch>
              </p:blipFill>
              <p:spPr>
                <a:xfrm>
                  <a:off x="7460460" y="3630540"/>
                  <a:ext cx="1692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136" name="Ink 5135">
                  <a:extLst>
                    <a:ext uri="{FF2B5EF4-FFF2-40B4-BE49-F238E27FC236}">
                      <a16:creationId xmlns:a16="http://schemas.microsoft.com/office/drawing/2014/main" id="{5B87E535-22C8-99BE-EDEC-9198672D9EF1}"/>
                    </a:ext>
                  </a:extLst>
                </p14:cNvPr>
                <p14:cNvContentPartPr/>
                <p14:nvPr/>
              </p14:nvContentPartPr>
              <p14:xfrm>
                <a:off x="7665300" y="3556380"/>
                <a:ext cx="197640" cy="180000"/>
              </p14:xfrm>
            </p:contentPart>
          </mc:Choice>
          <mc:Fallback xmlns="">
            <p:pic>
              <p:nvPicPr>
                <p:cNvPr id="5136" name="Ink 5135">
                  <a:extLst>
                    <a:ext uri="{FF2B5EF4-FFF2-40B4-BE49-F238E27FC236}">
                      <a16:creationId xmlns:a16="http://schemas.microsoft.com/office/drawing/2014/main" id="{5B87E535-22C8-99BE-EDEC-9198672D9EF1}"/>
                    </a:ext>
                  </a:extLst>
                </p:cNvPr>
                <p:cNvPicPr/>
                <p:nvPr/>
              </p:nvPicPr>
              <p:blipFill>
                <a:blip r:embed="rId49"/>
                <a:stretch>
                  <a:fillRect/>
                </a:stretch>
              </p:blipFill>
              <p:spPr>
                <a:xfrm>
                  <a:off x="7656660" y="3547740"/>
                  <a:ext cx="2152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138" name="Ink 5137">
                  <a:extLst>
                    <a:ext uri="{FF2B5EF4-FFF2-40B4-BE49-F238E27FC236}">
                      <a16:creationId xmlns:a16="http://schemas.microsoft.com/office/drawing/2014/main" id="{3B57932D-102B-D3D1-98BB-CB791C06497D}"/>
                    </a:ext>
                  </a:extLst>
                </p14:cNvPr>
                <p14:cNvContentPartPr/>
                <p14:nvPr/>
              </p14:nvContentPartPr>
              <p14:xfrm>
                <a:off x="5610420" y="3824580"/>
                <a:ext cx="55800" cy="75600"/>
              </p14:xfrm>
            </p:contentPart>
          </mc:Choice>
          <mc:Fallback xmlns="">
            <p:pic>
              <p:nvPicPr>
                <p:cNvPr id="5138" name="Ink 5137">
                  <a:extLst>
                    <a:ext uri="{FF2B5EF4-FFF2-40B4-BE49-F238E27FC236}">
                      <a16:creationId xmlns:a16="http://schemas.microsoft.com/office/drawing/2014/main" id="{3B57932D-102B-D3D1-98BB-CB791C06497D}"/>
                    </a:ext>
                  </a:extLst>
                </p:cNvPr>
                <p:cNvPicPr/>
                <p:nvPr/>
              </p:nvPicPr>
              <p:blipFill>
                <a:blip r:embed="rId51"/>
                <a:stretch>
                  <a:fillRect/>
                </a:stretch>
              </p:blipFill>
              <p:spPr>
                <a:xfrm>
                  <a:off x="5601780" y="3815580"/>
                  <a:ext cx="734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139" name="Ink 5138">
                  <a:extLst>
                    <a:ext uri="{FF2B5EF4-FFF2-40B4-BE49-F238E27FC236}">
                      <a16:creationId xmlns:a16="http://schemas.microsoft.com/office/drawing/2014/main" id="{47A6FADE-6BB8-6E22-2D45-4BF68B39E871}"/>
                    </a:ext>
                  </a:extLst>
                </p14:cNvPr>
                <p14:cNvContentPartPr/>
                <p14:nvPr/>
              </p14:nvContentPartPr>
              <p14:xfrm>
                <a:off x="5516820" y="3945900"/>
                <a:ext cx="62280" cy="115560"/>
              </p14:xfrm>
            </p:contentPart>
          </mc:Choice>
          <mc:Fallback xmlns="">
            <p:pic>
              <p:nvPicPr>
                <p:cNvPr id="5139" name="Ink 5138">
                  <a:extLst>
                    <a:ext uri="{FF2B5EF4-FFF2-40B4-BE49-F238E27FC236}">
                      <a16:creationId xmlns:a16="http://schemas.microsoft.com/office/drawing/2014/main" id="{47A6FADE-6BB8-6E22-2D45-4BF68B39E871}"/>
                    </a:ext>
                  </a:extLst>
                </p:cNvPr>
                <p:cNvPicPr/>
                <p:nvPr/>
              </p:nvPicPr>
              <p:blipFill>
                <a:blip r:embed="rId53"/>
                <a:stretch>
                  <a:fillRect/>
                </a:stretch>
              </p:blipFill>
              <p:spPr>
                <a:xfrm>
                  <a:off x="5507820" y="3937260"/>
                  <a:ext cx="799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140" name="Ink 5139">
                  <a:extLst>
                    <a:ext uri="{FF2B5EF4-FFF2-40B4-BE49-F238E27FC236}">
                      <a16:creationId xmlns:a16="http://schemas.microsoft.com/office/drawing/2014/main" id="{A0467E9F-46A3-DEF6-9F6A-4DC2FB5773CB}"/>
                    </a:ext>
                  </a:extLst>
                </p14:cNvPr>
                <p14:cNvContentPartPr/>
                <p14:nvPr/>
              </p14:nvContentPartPr>
              <p14:xfrm>
                <a:off x="5407020" y="4111860"/>
                <a:ext cx="66960" cy="65880"/>
              </p14:xfrm>
            </p:contentPart>
          </mc:Choice>
          <mc:Fallback xmlns="">
            <p:pic>
              <p:nvPicPr>
                <p:cNvPr id="5140" name="Ink 5139">
                  <a:extLst>
                    <a:ext uri="{FF2B5EF4-FFF2-40B4-BE49-F238E27FC236}">
                      <a16:creationId xmlns:a16="http://schemas.microsoft.com/office/drawing/2014/main" id="{A0467E9F-46A3-DEF6-9F6A-4DC2FB5773CB}"/>
                    </a:ext>
                  </a:extLst>
                </p:cNvPr>
                <p:cNvPicPr/>
                <p:nvPr/>
              </p:nvPicPr>
              <p:blipFill>
                <a:blip r:embed="rId55"/>
                <a:stretch>
                  <a:fillRect/>
                </a:stretch>
              </p:blipFill>
              <p:spPr>
                <a:xfrm>
                  <a:off x="5398020" y="4102860"/>
                  <a:ext cx="846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141" name="Ink 5140">
                  <a:extLst>
                    <a:ext uri="{FF2B5EF4-FFF2-40B4-BE49-F238E27FC236}">
                      <a16:creationId xmlns:a16="http://schemas.microsoft.com/office/drawing/2014/main" id="{78F8DF44-1DF6-9F68-CC46-F4AB73B80FDA}"/>
                    </a:ext>
                  </a:extLst>
                </p14:cNvPr>
                <p14:cNvContentPartPr/>
                <p14:nvPr/>
              </p14:nvContentPartPr>
              <p14:xfrm>
                <a:off x="5349780" y="4198620"/>
                <a:ext cx="46800" cy="99000"/>
              </p14:xfrm>
            </p:contentPart>
          </mc:Choice>
          <mc:Fallback xmlns="">
            <p:pic>
              <p:nvPicPr>
                <p:cNvPr id="5141" name="Ink 5140">
                  <a:extLst>
                    <a:ext uri="{FF2B5EF4-FFF2-40B4-BE49-F238E27FC236}">
                      <a16:creationId xmlns:a16="http://schemas.microsoft.com/office/drawing/2014/main" id="{78F8DF44-1DF6-9F68-CC46-F4AB73B80FDA}"/>
                    </a:ext>
                  </a:extLst>
                </p:cNvPr>
                <p:cNvPicPr/>
                <p:nvPr/>
              </p:nvPicPr>
              <p:blipFill>
                <a:blip r:embed="rId57"/>
                <a:stretch>
                  <a:fillRect/>
                </a:stretch>
              </p:blipFill>
              <p:spPr>
                <a:xfrm>
                  <a:off x="5341140" y="4189980"/>
                  <a:ext cx="644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142" name="Ink 5141">
                  <a:extLst>
                    <a:ext uri="{FF2B5EF4-FFF2-40B4-BE49-F238E27FC236}">
                      <a16:creationId xmlns:a16="http://schemas.microsoft.com/office/drawing/2014/main" id="{3C4A1545-34AB-E6F7-76B7-93503ADC47C9}"/>
                    </a:ext>
                  </a:extLst>
                </p14:cNvPr>
                <p14:cNvContentPartPr/>
                <p14:nvPr/>
              </p14:nvContentPartPr>
              <p14:xfrm>
                <a:off x="5323140" y="4167300"/>
                <a:ext cx="132120" cy="149400"/>
              </p14:xfrm>
            </p:contentPart>
          </mc:Choice>
          <mc:Fallback xmlns="">
            <p:pic>
              <p:nvPicPr>
                <p:cNvPr id="5142" name="Ink 5141">
                  <a:extLst>
                    <a:ext uri="{FF2B5EF4-FFF2-40B4-BE49-F238E27FC236}">
                      <a16:creationId xmlns:a16="http://schemas.microsoft.com/office/drawing/2014/main" id="{3C4A1545-34AB-E6F7-76B7-93503ADC47C9}"/>
                    </a:ext>
                  </a:extLst>
                </p:cNvPr>
                <p:cNvPicPr/>
                <p:nvPr/>
              </p:nvPicPr>
              <p:blipFill>
                <a:blip r:embed="rId59"/>
                <a:stretch>
                  <a:fillRect/>
                </a:stretch>
              </p:blipFill>
              <p:spPr>
                <a:xfrm>
                  <a:off x="5314500" y="4158660"/>
                  <a:ext cx="149760" cy="167040"/>
                </a:xfrm>
                <a:prstGeom prst="rect">
                  <a:avLst/>
                </a:prstGeom>
              </p:spPr>
            </p:pic>
          </mc:Fallback>
        </mc:AlternateContent>
      </p:grpSp>
      <p:grpSp>
        <p:nvGrpSpPr>
          <p:cNvPr id="5153" name="Group 5152">
            <a:extLst>
              <a:ext uri="{FF2B5EF4-FFF2-40B4-BE49-F238E27FC236}">
                <a16:creationId xmlns:a16="http://schemas.microsoft.com/office/drawing/2014/main" id="{6CA5596F-800C-4D43-152A-014A83198E4F}"/>
              </a:ext>
            </a:extLst>
          </p:cNvPr>
          <p:cNvGrpSpPr/>
          <p:nvPr/>
        </p:nvGrpSpPr>
        <p:grpSpPr>
          <a:xfrm>
            <a:off x="4787820" y="3693900"/>
            <a:ext cx="572760" cy="320040"/>
            <a:chOff x="4787820" y="3693900"/>
            <a:chExt cx="572760" cy="320040"/>
          </a:xfrm>
        </p:grpSpPr>
        <mc:AlternateContent xmlns:mc="http://schemas.openxmlformats.org/markup-compatibility/2006" xmlns:p14="http://schemas.microsoft.com/office/powerpoint/2010/main">
          <mc:Choice Requires="p14">
            <p:contentPart p14:bwMode="auto" r:id="rId60">
              <p14:nvContentPartPr>
                <p14:cNvPr id="5144" name="Ink 5143">
                  <a:extLst>
                    <a:ext uri="{FF2B5EF4-FFF2-40B4-BE49-F238E27FC236}">
                      <a16:creationId xmlns:a16="http://schemas.microsoft.com/office/drawing/2014/main" id="{7DAF68FE-4B5C-13B9-1737-69EB0B289EC4}"/>
                    </a:ext>
                  </a:extLst>
                </p14:cNvPr>
                <p14:cNvContentPartPr/>
                <p14:nvPr/>
              </p14:nvContentPartPr>
              <p14:xfrm>
                <a:off x="4895100" y="3721260"/>
                <a:ext cx="103680" cy="167040"/>
              </p14:xfrm>
            </p:contentPart>
          </mc:Choice>
          <mc:Fallback xmlns="">
            <p:pic>
              <p:nvPicPr>
                <p:cNvPr id="5144" name="Ink 5143">
                  <a:extLst>
                    <a:ext uri="{FF2B5EF4-FFF2-40B4-BE49-F238E27FC236}">
                      <a16:creationId xmlns:a16="http://schemas.microsoft.com/office/drawing/2014/main" id="{7DAF68FE-4B5C-13B9-1737-69EB0B289EC4}"/>
                    </a:ext>
                  </a:extLst>
                </p:cNvPr>
                <p:cNvPicPr/>
                <p:nvPr/>
              </p:nvPicPr>
              <p:blipFill>
                <a:blip r:embed="rId61"/>
                <a:stretch>
                  <a:fillRect/>
                </a:stretch>
              </p:blipFill>
              <p:spPr>
                <a:xfrm>
                  <a:off x="4886460" y="3712620"/>
                  <a:ext cx="1213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145" name="Ink 5144">
                  <a:extLst>
                    <a:ext uri="{FF2B5EF4-FFF2-40B4-BE49-F238E27FC236}">
                      <a16:creationId xmlns:a16="http://schemas.microsoft.com/office/drawing/2014/main" id="{BA38F960-62B4-9B84-3C40-76C53DEC5F6E}"/>
                    </a:ext>
                  </a:extLst>
                </p14:cNvPr>
                <p14:cNvContentPartPr/>
                <p14:nvPr/>
              </p14:nvContentPartPr>
              <p14:xfrm>
                <a:off x="4923540" y="3805140"/>
                <a:ext cx="73800" cy="7200"/>
              </p14:xfrm>
            </p:contentPart>
          </mc:Choice>
          <mc:Fallback xmlns="">
            <p:pic>
              <p:nvPicPr>
                <p:cNvPr id="5145" name="Ink 5144">
                  <a:extLst>
                    <a:ext uri="{FF2B5EF4-FFF2-40B4-BE49-F238E27FC236}">
                      <a16:creationId xmlns:a16="http://schemas.microsoft.com/office/drawing/2014/main" id="{BA38F960-62B4-9B84-3C40-76C53DEC5F6E}"/>
                    </a:ext>
                  </a:extLst>
                </p:cNvPr>
                <p:cNvPicPr/>
                <p:nvPr/>
              </p:nvPicPr>
              <p:blipFill>
                <a:blip r:embed="rId63"/>
                <a:stretch>
                  <a:fillRect/>
                </a:stretch>
              </p:blipFill>
              <p:spPr>
                <a:xfrm>
                  <a:off x="4914540" y="3796500"/>
                  <a:ext cx="91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148" name="Ink 5147">
                  <a:extLst>
                    <a:ext uri="{FF2B5EF4-FFF2-40B4-BE49-F238E27FC236}">
                      <a16:creationId xmlns:a16="http://schemas.microsoft.com/office/drawing/2014/main" id="{FBB08D09-0C95-1F4B-BE02-76320FF79E84}"/>
                    </a:ext>
                  </a:extLst>
                </p14:cNvPr>
                <p14:cNvContentPartPr/>
                <p14:nvPr/>
              </p14:nvContentPartPr>
              <p14:xfrm>
                <a:off x="5012100" y="3775260"/>
                <a:ext cx="92520" cy="207360"/>
              </p14:xfrm>
            </p:contentPart>
          </mc:Choice>
          <mc:Fallback xmlns="">
            <p:pic>
              <p:nvPicPr>
                <p:cNvPr id="5148" name="Ink 5147">
                  <a:extLst>
                    <a:ext uri="{FF2B5EF4-FFF2-40B4-BE49-F238E27FC236}">
                      <a16:creationId xmlns:a16="http://schemas.microsoft.com/office/drawing/2014/main" id="{FBB08D09-0C95-1F4B-BE02-76320FF79E84}"/>
                    </a:ext>
                  </a:extLst>
                </p:cNvPr>
                <p:cNvPicPr/>
                <p:nvPr/>
              </p:nvPicPr>
              <p:blipFill>
                <a:blip r:embed="rId65"/>
                <a:stretch>
                  <a:fillRect/>
                </a:stretch>
              </p:blipFill>
              <p:spPr>
                <a:xfrm>
                  <a:off x="5003100" y="3766620"/>
                  <a:ext cx="1101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49" name="Ink 5148">
                  <a:extLst>
                    <a:ext uri="{FF2B5EF4-FFF2-40B4-BE49-F238E27FC236}">
                      <a16:creationId xmlns:a16="http://schemas.microsoft.com/office/drawing/2014/main" id="{847C8325-C7D1-9B29-EB4E-FC5825837C98}"/>
                    </a:ext>
                  </a:extLst>
                </p14:cNvPr>
                <p14:cNvContentPartPr/>
                <p14:nvPr/>
              </p14:nvContentPartPr>
              <p14:xfrm>
                <a:off x="5146740" y="3693900"/>
                <a:ext cx="38160" cy="225720"/>
              </p14:xfrm>
            </p:contentPart>
          </mc:Choice>
          <mc:Fallback xmlns="">
            <p:pic>
              <p:nvPicPr>
                <p:cNvPr id="5149" name="Ink 5148">
                  <a:extLst>
                    <a:ext uri="{FF2B5EF4-FFF2-40B4-BE49-F238E27FC236}">
                      <a16:creationId xmlns:a16="http://schemas.microsoft.com/office/drawing/2014/main" id="{847C8325-C7D1-9B29-EB4E-FC5825837C98}"/>
                    </a:ext>
                  </a:extLst>
                </p:cNvPr>
                <p:cNvPicPr/>
                <p:nvPr/>
              </p:nvPicPr>
              <p:blipFill>
                <a:blip r:embed="rId67"/>
                <a:stretch>
                  <a:fillRect/>
                </a:stretch>
              </p:blipFill>
              <p:spPr>
                <a:xfrm>
                  <a:off x="5138100" y="3685260"/>
                  <a:ext cx="558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50" name="Ink 5149">
                  <a:extLst>
                    <a:ext uri="{FF2B5EF4-FFF2-40B4-BE49-F238E27FC236}">
                      <a16:creationId xmlns:a16="http://schemas.microsoft.com/office/drawing/2014/main" id="{5139F2A1-9D40-0775-F414-3FB9F441AF14}"/>
                    </a:ext>
                  </a:extLst>
                </p14:cNvPr>
                <p14:cNvContentPartPr/>
                <p14:nvPr/>
              </p14:nvContentPartPr>
              <p14:xfrm>
                <a:off x="4787820" y="3722340"/>
                <a:ext cx="43200" cy="184680"/>
              </p14:xfrm>
            </p:contentPart>
          </mc:Choice>
          <mc:Fallback xmlns="">
            <p:pic>
              <p:nvPicPr>
                <p:cNvPr id="5150" name="Ink 5149">
                  <a:extLst>
                    <a:ext uri="{FF2B5EF4-FFF2-40B4-BE49-F238E27FC236}">
                      <a16:creationId xmlns:a16="http://schemas.microsoft.com/office/drawing/2014/main" id="{5139F2A1-9D40-0775-F414-3FB9F441AF14}"/>
                    </a:ext>
                  </a:extLst>
                </p:cNvPr>
                <p:cNvPicPr/>
                <p:nvPr/>
              </p:nvPicPr>
              <p:blipFill>
                <a:blip r:embed="rId69"/>
                <a:stretch>
                  <a:fillRect/>
                </a:stretch>
              </p:blipFill>
              <p:spPr>
                <a:xfrm>
                  <a:off x="4778820" y="3713700"/>
                  <a:ext cx="608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151" name="Ink 5150">
                  <a:extLst>
                    <a:ext uri="{FF2B5EF4-FFF2-40B4-BE49-F238E27FC236}">
                      <a16:creationId xmlns:a16="http://schemas.microsoft.com/office/drawing/2014/main" id="{0C96F56E-9BDF-5CAF-41C8-6222C8ABE723}"/>
                    </a:ext>
                  </a:extLst>
                </p14:cNvPr>
                <p14:cNvContentPartPr/>
                <p14:nvPr/>
              </p14:nvContentPartPr>
              <p14:xfrm>
                <a:off x="5223420" y="3809100"/>
                <a:ext cx="73440" cy="66600"/>
              </p14:xfrm>
            </p:contentPart>
          </mc:Choice>
          <mc:Fallback xmlns="">
            <p:pic>
              <p:nvPicPr>
                <p:cNvPr id="5151" name="Ink 5150">
                  <a:extLst>
                    <a:ext uri="{FF2B5EF4-FFF2-40B4-BE49-F238E27FC236}">
                      <a16:creationId xmlns:a16="http://schemas.microsoft.com/office/drawing/2014/main" id="{0C96F56E-9BDF-5CAF-41C8-6222C8ABE723}"/>
                    </a:ext>
                  </a:extLst>
                </p:cNvPr>
                <p:cNvPicPr/>
                <p:nvPr/>
              </p:nvPicPr>
              <p:blipFill>
                <a:blip r:embed="rId71"/>
                <a:stretch>
                  <a:fillRect/>
                </a:stretch>
              </p:blipFill>
              <p:spPr>
                <a:xfrm>
                  <a:off x="5214780" y="3800100"/>
                  <a:ext cx="9108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152" name="Ink 5151">
                  <a:extLst>
                    <a:ext uri="{FF2B5EF4-FFF2-40B4-BE49-F238E27FC236}">
                      <a16:creationId xmlns:a16="http://schemas.microsoft.com/office/drawing/2014/main" id="{C4F0BEFC-E8C4-951C-052A-C591BB786069}"/>
                    </a:ext>
                  </a:extLst>
                </p14:cNvPr>
                <p14:cNvContentPartPr/>
                <p14:nvPr/>
              </p14:nvContentPartPr>
              <p14:xfrm>
                <a:off x="5243940" y="3776340"/>
                <a:ext cx="116640" cy="237600"/>
              </p14:xfrm>
            </p:contentPart>
          </mc:Choice>
          <mc:Fallback xmlns="">
            <p:pic>
              <p:nvPicPr>
                <p:cNvPr id="5152" name="Ink 5151">
                  <a:extLst>
                    <a:ext uri="{FF2B5EF4-FFF2-40B4-BE49-F238E27FC236}">
                      <a16:creationId xmlns:a16="http://schemas.microsoft.com/office/drawing/2014/main" id="{C4F0BEFC-E8C4-951C-052A-C591BB786069}"/>
                    </a:ext>
                  </a:extLst>
                </p:cNvPr>
                <p:cNvPicPr/>
                <p:nvPr/>
              </p:nvPicPr>
              <p:blipFill>
                <a:blip r:embed="rId73"/>
                <a:stretch>
                  <a:fillRect/>
                </a:stretch>
              </p:blipFill>
              <p:spPr>
                <a:xfrm>
                  <a:off x="5234940" y="3767700"/>
                  <a:ext cx="134280" cy="255240"/>
                </a:xfrm>
                <a:prstGeom prst="rect">
                  <a:avLst/>
                </a:prstGeom>
              </p:spPr>
            </p:pic>
          </mc:Fallback>
        </mc:AlternateContent>
      </p:grpSp>
      <p:grpSp>
        <p:nvGrpSpPr>
          <p:cNvPr id="5184" name="Group 5183">
            <a:extLst>
              <a:ext uri="{FF2B5EF4-FFF2-40B4-BE49-F238E27FC236}">
                <a16:creationId xmlns:a16="http://schemas.microsoft.com/office/drawing/2014/main" id="{05FAFC91-C438-8EB7-B897-7585E97EBAD7}"/>
              </a:ext>
            </a:extLst>
          </p:cNvPr>
          <p:cNvGrpSpPr/>
          <p:nvPr/>
        </p:nvGrpSpPr>
        <p:grpSpPr>
          <a:xfrm>
            <a:off x="3771540" y="3685620"/>
            <a:ext cx="916200" cy="386280"/>
            <a:chOff x="3771540" y="3685620"/>
            <a:chExt cx="916200" cy="386280"/>
          </a:xfrm>
        </p:grpSpPr>
        <mc:AlternateContent xmlns:mc="http://schemas.openxmlformats.org/markup-compatibility/2006" xmlns:p14="http://schemas.microsoft.com/office/powerpoint/2010/main">
          <mc:Choice Requires="p14">
            <p:contentPart p14:bwMode="auto" r:id="rId74">
              <p14:nvContentPartPr>
                <p14:cNvPr id="5157" name="Ink 5156">
                  <a:extLst>
                    <a:ext uri="{FF2B5EF4-FFF2-40B4-BE49-F238E27FC236}">
                      <a16:creationId xmlns:a16="http://schemas.microsoft.com/office/drawing/2014/main" id="{B4BB7EB2-514A-C721-82BE-E70725B25B3F}"/>
                    </a:ext>
                  </a:extLst>
                </p14:cNvPr>
                <p14:cNvContentPartPr/>
                <p14:nvPr/>
              </p14:nvContentPartPr>
              <p14:xfrm>
                <a:off x="3791340" y="3817020"/>
                <a:ext cx="2520" cy="5040"/>
              </p14:xfrm>
            </p:contentPart>
          </mc:Choice>
          <mc:Fallback xmlns="">
            <p:pic>
              <p:nvPicPr>
                <p:cNvPr id="5157" name="Ink 5156">
                  <a:extLst>
                    <a:ext uri="{FF2B5EF4-FFF2-40B4-BE49-F238E27FC236}">
                      <a16:creationId xmlns:a16="http://schemas.microsoft.com/office/drawing/2014/main" id="{B4BB7EB2-514A-C721-82BE-E70725B25B3F}"/>
                    </a:ext>
                  </a:extLst>
                </p:cNvPr>
                <p:cNvPicPr/>
                <p:nvPr/>
              </p:nvPicPr>
              <p:blipFill>
                <a:blip r:embed="rId75"/>
                <a:stretch>
                  <a:fillRect/>
                </a:stretch>
              </p:blipFill>
              <p:spPr>
                <a:xfrm>
                  <a:off x="3782340" y="3808020"/>
                  <a:ext cx="201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58" name="Ink 5157">
                  <a:extLst>
                    <a:ext uri="{FF2B5EF4-FFF2-40B4-BE49-F238E27FC236}">
                      <a16:creationId xmlns:a16="http://schemas.microsoft.com/office/drawing/2014/main" id="{3DF41E50-1565-7827-2A5A-00AED5D2E33F}"/>
                    </a:ext>
                  </a:extLst>
                </p14:cNvPr>
                <p14:cNvContentPartPr/>
                <p14:nvPr/>
              </p14:nvContentPartPr>
              <p14:xfrm>
                <a:off x="3778020" y="3736380"/>
                <a:ext cx="128160" cy="201240"/>
              </p14:xfrm>
            </p:contentPart>
          </mc:Choice>
          <mc:Fallback xmlns="">
            <p:pic>
              <p:nvPicPr>
                <p:cNvPr id="5158" name="Ink 5157">
                  <a:extLst>
                    <a:ext uri="{FF2B5EF4-FFF2-40B4-BE49-F238E27FC236}">
                      <a16:creationId xmlns:a16="http://schemas.microsoft.com/office/drawing/2014/main" id="{3DF41E50-1565-7827-2A5A-00AED5D2E33F}"/>
                    </a:ext>
                  </a:extLst>
                </p:cNvPr>
                <p:cNvPicPr/>
                <p:nvPr/>
              </p:nvPicPr>
              <p:blipFill>
                <a:blip r:embed="rId77"/>
                <a:stretch>
                  <a:fillRect/>
                </a:stretch>
              </p:blipFill>
              <p:spPr>
                <a:xfrm>
                  <a:off x="3769020" y="3727740"/>
                  <a:ext cx="1458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59" name="Ink 5158">
                  <a:extLst>
                    <a:ext uri="{FF2B5EF4-FFF2-40B4-BE49-F238E27FC236}">
                      <a16:creationId xmlns:a16="http://schemas.microsoft.com/office/drawing/2014/main" id="{C8A56BA4-A962-0BDA-BAC5-31E63F454E7E}"/>
                    </a:ext>
                  </a:extLst>
                </p14:cNvPr>
                <p14:cNvContentPartPr/>
                <p14:nvPr/>
              </p14:nvContentPartPr>
              <p14:xfrm>
                <a:off x="3771540" y="3862380"/>
                <a:ext cx="63720" cy="5760"/>
              </p14:xfrm>
            </p:contentPart>
          </mc:Choice>
          <mc:Fallback xmlns="">
            <p:pic>
              <p:nvPicPr>
                <p:cNvPr id="5159" name="Ink 5158">
                  <a:extLst>
                    <a:ext uri="{FF2B5EF4-FFF2-40B4-BE49-F238E27FC236}">
                      <a16:creationId xmlns:a16="http://schemas.microsoft.com/office/drawing/2014/main" id="{C8A56BA4-A962-0BDA-BAC5-31E63F454E7E}"/>
                    </a:ext>
                  </a:extLst>
                </p:cNvPr>
                <p:cNvPicPr/>
                <p:nvPr/>
              </p:nvPicPr>
              <p:blipFill>
                <a:blip r:embed="rId79"/>
                <a:stretch>
                  <a:fillRect/>
                </a:stretch>
              </p:blipFill>
              <p:spPr>
                <a:xfrm>
                  <a:off x="3762540" y="3853380"/>
                  <a:ext cx="813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60" name="Ink 5159">
                  <a:extLst>
                    <a:ext uri="{FF2B5EF4-FFF2-40B4-BE49-F238E27FC236}">
                      <a16:creationId xmlns:a16="http://schemas.microsoft.com/office/drawing/2014/main" id="{869AE69A-7AFB-A378-4668-56B6A4CBDDC7}"/>
                    </a:ext>
                  </a:extLst>
                </p14:cNvPr>
                <p14:cNvContentPartPr/>
                <p14:nvPr/>
              </p14:nvContentPartPr>
              <p14:xfrm>
                <a:off x="3848220" y="3844020"/>
                <a:ext cx="123840" cy="227880"/>
              </p14:xfrm>
            </p:contentPart>
          </mc:Choice>
          <mc:Fallback xmlns="">
            <p:pic>
              <p:nvPicPr>
                <p:cNvPr id="5160" name="Ink 5159">
                  <a:extLst>
                    <a:ext uri="{FF2B5EF4-FFF2-40B4-BE49-F238E27FC236}">
                      <a16:creationId xmlns:a16="http://schemas.microsoft.com/office/drawing/2014/main" id="{869AE69A-7AFB-A378-4668-56B6A4CBDDC7}"/>
                    </a:ext>
                  </a:extLst>
                </p:cNvPr>
                <p:cNvPicPr/>
                <p:nvPr/>
              </p:nvPicPr>
              <p:blipFill>
                <a:blip r:embed="rId81"/>
                <a:stretch>
                  <a:fillRect/>
                </a:stretch>
              </p:blipFill>
              <p:spPr>
                <a:xfrm>
                  <a:off x="3839220" y="3835020"/>
                  <a:ext cx="1414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62" name="Ink 5161">
                  <a:extLst>
                    <a:ext uri="{FF2B5EF4-FFF2-40B4-BE49-F238E27FC236}">
                      <a16:creationId xmlns:a16="http://schemas.microsoft.com/office/drawing/2014/main" id="{2F39C073-5E35-BE82-FAFD-B6C4F5713591}"/>
                    </a:ext>
                  </a:extLst>
                </p14:cNvPr>
                <p14:cNvContentPartPr/>
                <p14:nvPr/>
              </p14:nvContentPartPr>
              <p14:xfrm>
                <a:off x="4019580" y="3747540"/>
                <a:ext cx="122760" cy="179640"/>
              </p14:xfrm>
            </p:contentPart>
          </mc:Choice>
          <mc:Fallback xmlns="">
            <p:pic>
              <p:nvPicPr>
                <p:cNvPr id="5162" name="Ink 5161">
                  <a:extLst>
                    <a:ext uri="{FF2B5EF4-FFF2-40B4-BE49-F238E27FC236}">
                      <a16:creationId xmlns:a16="http://schemas.microsoft.com/office/drawing/2014/main" id="{2F39C073-5E35-BE82-FAFD-B6C4F5713591}"/>
                    </a:ext>
                  </a:extLst>
                </p:cNvPr>
                <p:cNvPicPr/>
                <p:nvPr/>
              </p:nvPicPr>
              <p:blipFill>
                <a:blip r:embed="rId83"/>
                <a:stretch>
                  <a:fillRect/>
                </a:stretch>
              </p:blipFill>
              <p:spPr>
                <a:xfrm>
                  <a:off x="4010580" y="3738540"/>
                  <a:ext cx="1404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63" name="Ink 5162">
                  <a:extLst>
                    <a:ext uri="{FF2B5EF4-FFF2-40B4-BE49-F238E27FC236}">
                      <a16:creationId xmlns:a16="http://schemas.microsoft.com/office/drawing/2014/main" id="{1674F743-0374-1172-7CCE-8BA675683F00}"/>
                    </a:ext>
                  </a:extLst>
                </p14:cNvPr>
                <p14:cNvContentPartPr/>
                <p14:nvPr/>
              </p14:nvContentPartPr>
              <p14:xfrm>
                <a:off x="4164660" y="3812340"/>
                <a:ext cx="87480" cy="100080"/>
              </p14:xfrm>
            </p:contentPart>
          </mc:Choice>
          <mc:Fallback xmlns="">
            <p:pic>
              <p:nvPicPr>
                <p:cNvPr id="5163" name="Ink 5162">
                  <a:extLst>
                    <a:ext uri="{FF2B5EF4-FFF2-40B4-BE49-F238E27FC236}">
                      <a16:creationId xmlns:a16="http://schemas.microsoft.com/office/drawing/2014/main" id="{1674F743-0374-1172-7CCE-8BA675683F00}"/>
                    </a:ext>
                  </a:extLst>
                </p:cNvPr>
                <p:cNvPicPr/>
                <p:nvPr/>
              </p:nvPicPr>
              <p:blipFill>
                <a:blip r:embed="rId85"/>
                <a:stretch>
                  <a:fillRect/>
                </a:stretch>
              </p:blipFill>
              <p:spPr>
                <a:xfrm>
                  <a:off x="4155660" y="3803700"/>
                  <a:ext cx="1051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65" name="Ink 5164">
                  <a:extLst>
                    <a:ext uri="{FF2B5EF4-FFF2-40B4-BE49-F238E27FC236}">
                      <a16:creationId xmlns:a16="http://schemas.microsoft.com/office/drawing/2014/main" id="{41B16FDF-6E50-2C14-6CA3-031A7E17B6C3}"/>
                    </a:ext>
                  </a:extLst>
                </p14:cNvPr>
                <p14:cNvContentPartPr/>
                <p14:nvPr/>
              </p14:nvContentPartPr>
              <p14:xfrm>
                <a:off x="4268340" y="3809460"/>
                <a:ext cx="87120" cy="104760"/>
              </p14:xfrm>
            </p:contentPart>
          </mc:Choice>
          <mc:Fallback xmlns="">
            <p:pic>
              <p:nvPicPr>
                <p:cNvPr id="5165" name="Ink 5164">
                  <a:extLst>
                    <a:ext uri="{FF2B5EF4-FFF2-40B4-BE49-F238E27FC236}">
                      <a16:creationId xmlns:a16="http://schemas.microsoft.com/office/drawing/2014/main" id="{41B16FDF-6E50-2C14-6CA3-031A7E17B6C3}"/>
                    </a:ext>
                  </a:extLst>
                </p:cNvPr>
                <p:cNvPicPr/>
                <p:nvPr/>
              </p:nvPicPr>
              <p:blipFill>
                <a:blip r:embed="rId87"/>
                <a:stretch>
                  <a:fillRect/>
                </a:stretch>
              </p:blipFill>
              <p:spPr>
                <a:xfrm>
                  <a:off x="4259340" y="3800820"/>
                  <a:ext cx="104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180" name="Ink 5179">
                  <a:extLst>
                    <a:ext uri="{FF2B5EF4-FFF2-40B4-BE49-F238E27FC236}">
                      <a16:creationId xmlns:a16="http://schemas.microsoft.com/office/drawing/2014/main" id="{37C0DAB1-4AFF-0F7A-2553-827A56B3C822}"/>
                    </a:ext>
                  </a:extLst>
                </p14:cNvPr>
                <p14:cNvContentPartPr/>
                <p14:nvPr/>
              </p14:nvContentPartPr>
              <p14:xfrm>
                <a:off x="4337460" y="3685620"/>
                <a:ext cx="165240" cy="248400"/>
              </p14:xfrm>
            </p:contentPart>
          </mc:Choice>
          <mc:Fallback xmlns="">
            <p:pic>
              <p:nvPicPr>
                <p:cNvPr id="5180" name="Ink 5179">
                  <a:extLst>
                    <a:ext uri="{FF2B5EF4-FFF2-40B4-BE49-F238E27FC236}">
                      <a16:creationId xmlns:a16="http://schemas.microsoft.com/office/drawing/2014/main" id="{37C0DAB1-4AFF-0F7A-2553-827A56B3C822}"/>
                    </a:ext>
                  </a:extLst>
                </p:cNvPr>
                <p:cNvPicPr/>
                <p:nvPr/>
              </p:nvPicPr>
              <p:blipFill>
                <a:blip r:embed="rId89"/>
                <a:stretch>
                  <a:fillRect/>
                </a:stretch>
              </p:blipFill>
              <p:spPr>
                <a:xfrm>
                  <a:off x="4328460" y="3676620"/>
                  <a:ext cx="1828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81" name="Ink 5180">
                  <a:extLst>
                    <a:ext uri="{FF2B5EF4-FFF2-40B4-BE49-F238E27FC236}">
                      <a16:creationId xmlns:a16="http://schemas.microsoft.com/office/drawing/2014/main" id="{368697A9-E131-A049-D8AB-6E6EF82A019D}"/>
                    </a:ext>
                  </a:extLst>
                </p14:cNvPr>
                <p14:cNvContentPartPr/>
                <p14:nvPr/>
              </p14:nvContentPartPr>
              <p14:xfrm>
                <a:off x="4585500" y="3811260"/>
                <a:ext cx="102240" cy="12600"/>
              </p14:xfrm>
            </p:contentPart>
          </mc:Choice>
          <mc:Fallback xmlns="">
            <p:pic>
              <p:nvPicPr>
                <p:cNvPr id="5181" name="Ink 5180">
                  <a:extLst>
                    <a:ext uri="{FF2B5EF4-FFF2-40B4-BE49-F238E27FC236}">
                      <a16:creationId xmlns:a16="http://schemas.microsoft.com/office/drawing/2014/main" id="{368697A9-E131-A049-D8AB-6E6EF82A019D}"/>
                    </a:ext>
                  </a:extLst>
                </p:cNvPr>
                <p:cNvPicPr/>
                <p:nvPr/>
              </p:nvPicPr>
              <p:blipFill>
                <a:blip r:embed="rId91"/>
                <a:stretch>
                  <a:fillRect/>
                </a:stretch>
              </p:blipFill>
              <p:spPr>
                <a:xfrm>
                  <a:off x="4576500" y="3802260"/>
                  <a:ext cx="1198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82" name="Ink 5181">
                  <a:extLst>
                    <a:ext uri="{FF2B5EF4-FFF2-40B4-BE49-F238E27FC236}">
                      <a16:creationId xmlns:a16="http://schemas.microsoft.com/office/drawing/2014/main" id="{F8386FAB-0B15-5E33-83B6-96C2CC3F7BCE}"/>
                    </a:ext>
                  </a:extLst>
                </p14:cNvPr>
                <p14:cNvContentPartPr/>
                <p14:nvPr/>
              </p14:nvContentPartPr>
              <p14:xfrm>
                <a:off x="4544100" y="3896220"/>
                <a:ext cx="109080" cy="11880"/>
              </p14:xfrm>
            </p:contentPart>
          </mc:Choice>
          <mc:Fallback xmlns="">
            <p:pic>
              <p:nvPicPr>
                <p:cNvPr id="5182" name="Ink 5181">
                  <a:extLst>
                    <a:ext uri="{FF2B5EF4-FFF2-40B4-BE49-F238E27FC236}">
                      <a16:creationId xmlns:a16="http://schemas.microsoft.com/office/drawing/2014/main" id="{F8386FAB-0B15-5E33-83B6-96C2CC3F7BCE}"/>
                    </a:ext>
                  </a:extLst>
                </p:cNvPr>
                <p:cNvPicPr/>
                <p:nvPr/>
              </p:nvPicPr>
              <p:blipFill>
                <a:blip r:embed="rId93"/>
                <a:stretch>
                  <a:fillRect/>
                </a:stretch>
              </p:blipFill>
              <p:spPr>
                <a:xfrm>
                  <a:off x="4535100" y="3887580"/>
                  <a:ext cx="126720" cy="29520"/>
                </a:xfrm>
                <a:prstGeom prst="rect">
                  <a:avLst/>
                </a:prstGeom>
              </p:spPr>
            </p:pic>
          </mc:Fallback>
        </mc:AlternateContent>
      </p:grpSp>
      <p:grpSp>
        <p:nvGrpSpPr>
          <p:cNvPr id="5214" name="Group 5213">
            <a:extLst>
              <a:ext uri="{FF2B5EF4-FFF2-40B4-BE49-F238E27FC236}">
                <a16:creationId xmlns:a16="http://schemas.microsoft.com/office/drawing/2014/main" id="{E363DC96-B5C9-AFCE-FDBA-C0BD2A0D2FA9}"/>
              </a:ext>
            </a:extLst>
          </p:cNvPr>
          <p:cNvGrpSpPr/>
          <p:nvPr/>
        </p:nvGrpSpPr>
        <p:grpSpPr>
          <a:xfrm>
            <a:off x="4570740" y="5657340"/>
            <a:ext cx="2127600" cy="629640"/>
            <a:chOff x="4570740" y="5657340"/>
            <a:chExt cx="2127600" cy="629640"/>
          </a:xfrm>
        </p:grpSpPr>
        <mc:AlternateContent xmlns:mc="http://schemas.openxmlformats.org/markup-compatibility/2006" xmlns:p14="http://schemas.microsoft.com/office/powerpoint/2010/main">
          <mc:Choice Requires="p14">
            <p:contentPart p14:bwMode="auto" r:id="rId94">
              <p14:nvContentPartPr>
                <p14:cNvPr id="5185" name="Ink 5184">
                  <a:extLst>
                    <a:ext uri="{FF2B5EF4-FFF2-40B4-BE49-F238E27FC236}">
                      <a16:creationId xmlns:a16="http://schemas.microsoft.com/office/drawing/2014/main" id="{5A3AF2B9-C7E6-966E-9B6B-8688F896BB54}"/>
                    </a:ext>
                  </a:extLst>
                </p14:cNvPr>
                <p14:cNvContentPartPr/>
                <p14:nvPr/>
              </p14:nvContentPartPr>
              <p14:xfrm>
                <a:off x="5599980" y="5777580"/>
                <a:ext cx="45720" cy="25560"/>
              </p14:xfrm>
            </p:contentPart>
          </mc:Choice>
          <mc:Fallback xmlns="">
            <p:pic>
              <p:nvPicPr>
                <p:cNvPr id="5185" name="Ink 5184">
                  <a:extLst>
                    <a:ext uri="{FF2B5EF4-FFF2-40B4-BE49-F238E27FC236}">
                      <a16:creationId xmlns:a16="http://schemas.microsoft.com/office/drawing/2014/main" id="{5A3AF2B9-C7E6-966E-9B6B-8688F896BB54}"/>
                    </a:ext>
                  </a:extLst>
                </p:cNvPr>
                <p:cNvPicPr/>
                <p:nvPr/>
              </p:nvPicPr>
              <p:blipFill>
                <a:blip r:embed="rId95"/>
                <a:stretch>
                  <a:fillRect/>
                </a:stretch>
              </p:blipFill>
              <p:spPr>
                <a:xfrm>
                  <a:off x="5590980" y="5768580"/>
                  <a:ext cx="633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186" name="Ink 5185">
                  <a:extLst>
                    <a:ext uri="{FF2B5EF4-FFF2-40B4-BE49-F238E27FC236}">
                      <a16:creationId xmlns:a16="http://schemas.microsoft.com/office/drawing/2014/main" id="{7C803805-A52E-17A5-9052-7399DEB3ED08}"/>
                    </a:ext>
                  </a:extLst>
                </p14:cNvPr>
                <p14:cNvContentPartPr/>
                <p14:nvPr/>
              </p14:nvContentPartPr>
              <p14:xfrm>
                <a:off x="5699700" y="5825460"/>
                <a:ext cx="74160" cy="34560"/>
              </p14:xfrm>
            </p:contentPart>
          </mc:Choice>
          <mc:Fallback xmlns="">
            <p:pic>
              <p:nvPicPr>
                <p:cNvPr id="5186" name="Ink 5185">
                  <a:extLst>
                    <a:ext uri="{FF2B5EF4-FFF2-40B4-BE49-F238E27FC236}">
                      <a16:creationId xmlns:a16="http://schemas.microsoft.com/office/drawing/2014/main" id="{7C803805-A52E-17A5-9052-7399DEB3ED08}"/>
                    </a:ext>
                  </a:extLst>
                </p:cNvPr>
                <p:cNvPicPr/>
                <p:nvPr/>
              </p:nvPicPr>
              <p:blipFill>
                <a:blip r:embed="rId97"/>
                <a:stretch>
                  <a:fillRect/>
                </a:stretch>
              </p:blipFill>
              <p:spPr>
                <a:xfrm>
                  <a:off x="5690700" y="5816460"/>
                  <a:ext cx="918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87" name="Ink 5186">
                  <a:extLst>
                    <a:ext uri="{FF2B5EF4-FFF2-40B4-BE49-F238E27FC236}">
                      <a16:creationId xmlns:a16="http://schemas.microsoft.com/office/drawing/2014/main" id="{52C07946-5AB6-BB44-10B5-5D93B36A5F6C}"/>
                    </a:ext>
                  </a:extLst>
                </p14:cNvPr>
                <p14:cNvContentPartPr/>
                <p14:nvPr/>
              </p14:nvContentPartPr>
              <p14:xfrm>
                <a:off x="5792940" y="5870100"/>
                <a:ext cx="46080" cy="31320"/>
              </p14:xfrm>
            </p:contentPart>
          </mc:Choice>
          <mc:Fallback xmlns="">
            <p:pic>
              <p:nvPicPr>
                <p:cNvPr id="5187" name="Ink 5186">
                  <a:extLst>
                    <a:ext uri="{FF2B5EF4-FFF2-40B4-BE49-F238E27FC236}">
                      <a16:creationId xmlns:a16="http://schemas.microsoft.com/office/drawing/2014/main" id="{52C07946-5AB6-BB44-10B5-5D93B36A5F6C}"/>
                    </a:ext>
                  </a:extLst>
                </p:cNvPr>
                <p:cNvPicPr/>
                <p:nvPr/>
              </p:nvPicPr>
              <p:blipFill>
                <a:blip r:embed="rId99"/>
                <a:stretch>
                  <a:fillRect/>
                </a:stretch>
              </p:blipFill>
              <p:spPr>
                <a:xfrm>
                  <a:off x="5783940" y="5861460"/>
                  <a:ext cx="637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188" name="Ink 5187">
                  <a:extLst>
                    <a:ext uri="{FF2B5EF4-FFF2-40B4-BE49-F238E27FC236}">
                      <a16:creationId xmlns:a16="http://schemas.microsoft.com/office/drawing/2014/main" id="{30FEC1F7-9B5D-054E-5C96-325546C6875A}"/>
                    </a:ext>
                  </a:extLst>
                </p14:cNvPr>
                <p14:cNvContentPartPr/>
                <p14:nvPr/>
              </p14:nvContentPartPr>
              <p14:xfrm>
                <a:off x="5791860" y="5848500"/>
                <a:ext cx="74520" cy="87840"/>
              </p14:xfrm>
            </p:contentPart>
          </mc:Choice>
          <mc:Fallback xmlns="">
            <p:pic>
              <p:nvPicPr>
                <p:cNvPr id="5188" name="Ink 5187">
                  <a:extLst>
                    <a:ext uri="{FF2B5EF4-FFF2-40B4-BE49-F238E27FC236}">
                      <a16:creationId xmlns:a16="http://schemas.microsoft.com/office/drawing/2014/main" id="{30FEC1F7-9B5D-054E-5C96-325546C6875A}"/>
                    </a:ext>
                  </a:extLst>
                </p:cNvPr>
                <p:cNvPicPr/>
                <p:nvPr/>
              </p:nvPicPr>
              <p:blipFill>
                <a:blip r:embed="rId101"/>
                <a:stretch>
                  <a:fillRect/>
                </a:stretch>
              </p:blipFill>
              <p:spPr>
                <a:xfrm>
                  <a:off x="5782860" y="5839500"/>
                  <a:ext cx="921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189" name="Ink 5188">
                  <a:extLst>
                    <a:ext uri="{FF2B5EF4-FFF2-40B4-BE49-F238E27FC236}">
                      <a16:creationId xmlns:a16="http://schemas.microsoft.com/office/drawing/2014/main" id="{01B8F39D-D0D6-8330-39E9-76D652DBA533}"/>
                    </a:ext>
                  </a:extLst>
                </p14:cNvPr>
                <p14:cNvContentPartPr/>
                <p14:nvPr/>
              </p14:nvContentPartPr>
              <p14:xfrm>
                <a:off x="5878620" y="5666700"/>
                <a:ext cx="152640" cy="101160"/>
              </p14:xfrm>
            </p:contentPart>
          </mc:Choice>
          <mc:Fallback xmlns="">
            <p:pic>
              <p:nvPicPr>
                <p:cNvPr id="5189" name="Ink 5188">
                  <a:extLst>
                    <a:ext uri="{FF2B5EF4-FFF2-40B4-BE49-F238E27FC236}">
                      <a16:creationId xmlns:a16="http://schemas.microsoft.com/office/drawing/2014/main" id="{01B8F39D-D0D6-8330-39E9-76D652DBA533}"/>
                    </a:ext>
                  </a:extLst>
                </p:cNvPr>
                <p:cNvPicPr/>
                <p:nvPr/>
              </p:nvPicPr>
              <p:blipFill>
                <a:blip r:embed="rId103"/>
                <a:stretch>
                  <a:fillRect/>
                </a:stretch>
              </p:blipFill>
              <p:spPr>
                <a:xfrm>
                  <a:off x="5869980" y="5657700"/>
                  <a:ext cx="1702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190" name="Ink 5189">
                  <a:extLst>
                    <a:ext uri="{FF2B5EF4-FFF2-40B4-BE49-F238E27FC236}">
                      <a16:creationId xmlns:a16="http://schemas.microsoft.com/office/drawing/2014/main" id="{977DFA1E-1F43-405A-103A-B608A62D7C08}"/>
                    </a:ext>
                  </a:extLst>
                </p14:cNvPr>
                <p14:cNvContentPartPr/>
                <p14:nvPr/>
              </p14:nvContentPartPr>
              <p14:xfrm>
                <a:off x="5880780" y="5739420"/>
                <a:ext cx="101160" cy="3600"/>
              </p14:xfrm>
            </p:contentPart>
          </mc:Choice>
          <mc:Fallback xmlns="">
            <p:pic>
              <p:nvPicPr>
                <p:cNvPr id="5190" name="Ink 5189">
                  <a:extLst>
                    <a:ext uri="{FF2B5EF4-FFF2-40B4-BE49-F238E27FC236}">
                      <a16:creationId xmlns:a16="http://schemas.microsoft.com/office/drawing/2014/main" id="{977DFA1E-1F43-405A-103A-B608A62D7C08}"/>
                    </a:ext>
                  </a:extLst>
                </p:cNvPr>
                <p:cNvPicPr/>
                <p:nvPr/>
              </p:nvPicPr>
              <p:blipFill>
                <a:blip r:embed="rId105"/>
                <a:stretch>
                  <a:fillRect/>
                </a:stretch>
              </p:blipFill>
              <p:spPr>
                <a:xfrm>
                  <a:off x="5871780" y="5730420"/>
                  <a:ext cx="1188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191" name="Ink 5190">
                  <a:extLst>
                    <a:ext uri="{FF2B5EF4-FFF2-40B4-BE49-F238E27FC236}">
                      <a16:creationId xmlns:a16="http://schemas.microsoft.com/office/drawing/2014/main" id="{BEC8F29F-BE91-8EA6-1155-4A1CD9CDE269}"/>
                    </a:ext>
                  </a:extLst>
                </p14:cNvPr>
                <p14:cNvContentPartPr/>
                <p14:nvPr/>
              </p14:nvContentPartPr>
              <p14:xfrm>
                <a:off x="5999580" y="5743740"/>
                <a:ext cx="111240" cy="225360"/>
              </p14:xfrm>
            </p:contentPart>
          </mc:Choice>
          <mc:Fallback xmlns="">
            <p:pic>
              <p:nvPicPr>
                <p:cNvPr id="5191" name="Ink 5190">
                  <a:extLst>
                    <a:ext uri="{FF2B5EF4-FFF2-40B4-BE49-F238E27FC236}">
                      <a16:creationId xmlns:a16="http://schemas.microsoft.com/office/drawing/2014/main" id="{BEC8F29F-BE91-8EA6-1155-4A1CD9CDE269}"/>
                    </a:ext>
                  </a:extLst>
                </p:cNvPr>
                <p:cNvPicPr/>
                <p:nvPr/>
              </p:nvPicPr>
              <p:blipFill>
                <a:blip r:embed="rId107"/>
                <a:stretch>
                  <a:fillRect/>
                </a:stretch>
              </p:blipFill>
              <p:spPr>
                <a:xfrm>
                  <a:off x="5990940" y="5734740"/>
                  <a:ext cx="1288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192" name="Ink 5191">
                  <a:extLst>
                    <a:ext uri="{FF2B5EF4-FFF2-40B4-BE49-F238E27FC236}">
                      <a16:creationId xmlns:a16="http://schemas.microsoft.com/office/drawing/2014/main" id="{22642201-227D-D7D8-1A16-ED2631D33A9A}"/>
                    </a:ext>
                  </a:extLst>
                </p14:cNvPr>
                <p14:cNvContentPartPr/>
                <p14:nvPr/>
              </p14:nvContentPartPr>
              <p14:xfrm>
                <a:off x="6188940" y="5657340"/>
                <a:ext cx="112680" cy="122760"/>
              </p14:xfrm>
            </p:contentPart>
          </mc:Choice>
          <mc:Fallback xmlns="">
            <p:pic>
              <p:nvPicPr>
                <p:cNvPr id="5192" name="Ink 5191">
                  <a:extLst>
                    <a:ext uri="{FF2B5EF4-FFF2-40B4-BE49-F238E27FC236}">
                      <a16:creationId xmlns:a16="http://schemas.microsoft.com/office/drawing/2014/main" id="{22642201-227D-D7D8-1A16-ED2631D33A9A}"/>
                    </a:ext>
                  </a:extLst>
                </p:cNvPr>
                <p:cNvPicPr/>
                <p:nvPr/>
              </p:nvPicPr>
              <p:blipFill>
                <a:blip r:embed="rId109"/>
                <a:stretch>
                  <a:fillRect/>
                </a:stretch>
              </p:blipFill>
              <p:spPr>
                <a:xfrm>
                  <a:off x="6179940" y="5648340"/>
                  <a:ext cx="1303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193" name="Ink 5192">
                  <a:extLst>
                    <a:ext uri="{FF2B5EF4-FFF2-40B4-BE49-F238E27FC236}">
                      <a16:creationId xmlns:a16="http://schemas.microsoft.com/office/drawing/2014/main" id="{81782C9B-7E16-EF67-7943-FBB531FEA205}"/>
                    </a:ext>
                  </a:extLst>
                </p14:cNvPr>
                <p14:cNvContentPartPr/>
                <p14:nvPr/>
              </p14:nvContentPartPr>
              <p14:xfrm>
                <a:off x="6366420" y="5727180"/>
                <a:ext cx="6120" cy="72720"/>
              </p14:xfrm>
            </p:contentPart>
          </mc:Choice>
          <mc:Fallback xmlns="">
            <p:pic>
              <p:nvPicPr>
                <p:cNvPr id="5193" name="Ink 5192">
                  <a:extLst>
                    <a:ext uri="{FF2B5EF4-FFF2-40B4-BE49-F238E27FC236}">
                      <a16:creationId xmlns:a16="http://schemas.microsoft.com/office/drawing/2014/main" id="{81782C9B-7E16-EF67-7943-FBB531FEA205}"/>
                    </a:ext>
                  </a:extLst>
                </p:cNvPr>
                <p:cNvPicPr/>
                <p:nvPr/>
              </p:nvPicPr>
              <p:blipFill>
                <a:blip r:embed="rId111"/>
                <a:stretch>
                  <a:fillRect/>
                </a:stretch>
              </p:blipFill>
              <p:spPr>
                <a:xfrm>
                  <a:off x="6357420" y="5718540"/>
                  <a:ext cx="237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194" name="Ink 5193">
                  <a:extLst>
                    <a:ext uri="{FF2B5EF4-FFF2-40B4-BE49-F238E27FC236}">
                      <a16:creationId xmlns:a16="http://schemas.microsoft.com/office/drawing/2014/main" id="{03C8F61B-FA77-7824-5473-4B44405FC549}"/>
                    </a:ext>
                  </a:extLst>
                </p14:cNvPr>
                <p14:cNvContentPartPr/>
                <p14:nvPr/>
              </p14:nvContentPartPr>
              <p14:xfrm>
                <a:off x="6350940" y="5688300"/>
                <a:ext cx="360" cy="2520"/>
              </p14:xfrm>
            </p:contentPart>
          </mc:Choice>
          <mc:Fallback xmlns="">
            <p:pic>
              <p:nvPicPr>
                <p:cNvPr id="5194" name="Ink 5193">
                  <a:extLst>
                    <a:ext uri="{FF2B5EF4-FFF2-40B4-BE49-F238E27FC236}">
                      <a16:creationId xmlns:a16="http://schemas.microsoft.com/office/drawing/2014/main" id="{03C8F61B-FA77-7824-5473-4B44405FC549}"/>
                    </a:ext>
                  </a:extLst>
                </p:cNvPr>
                <p:cNvPicPr/>
                <p:nvPr/>
              </p:nvPicPr>
              <p:blipFill>
                <a:blip r:embed="rId113"/>
                <a:stretch>
                  <a:fillRect/>
                </a:stretch>
              </p:blipFill>
              <p:spPr>
                <a:xfrm>
                  <a:off x="6341940" y="5679660"/>
                  <a:ext cx="180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195" name="Ink 5194">
                  <a:extLst>
                    <a:ext uri="{FF2B5EF4-FFF2-40B4-BE49-F238E27FC236}">
                      <a16:creationId xmlns:a16="http://schemas.microsoft.com/office/drawing/2014/main" id="{3D285AFD-EFA9-0A5B-BB83-1EC8297A210E}"/>
                    </a:ext>
                  </a:extLst>
                </p14:cNvPr>
                <p14:cNvContentPartPr/>
                <p14:nvPr/>
              </p14:nvContentPartPr>
              <p14:xfrm>
                <a:off x="6424020" y="5714580"/>
                <a:ext cx="86760" cy="115920"/>
              </p14:xfrm>
            </p:contentPart>
          </mc:Choice>
          <mc:Fallback xmlns="">
            <p:pic>
              <p:nvPicPr>
                <p:cNvPr id="5195" name="Ink 5194">
                  <a:extLst>
                    <a:ext uri="{FF2B5EF4-FFF2-40B4-BE49-F238E27FC236}">
                      <a16:creationId xmlns:a16="http://schemas.microsoft.com/office/drawing/2014/main" id="{3D285AFD-EFA9-0A5B-BB83-1EC8297A210E}"/>
                    </a:ext>
                  </a:extLst>
                </p:cNvPr>
                <p:cNvPicPr/>
                <p:nvPr/>
              </p:nvPicPr>
              <p:blipFill>
                <a:blip r:embed="rId115"/>
                <a:stretch>
                  <a:fillRect/>
                </a:stretch>
              </p:blipFill>
              <p:spPr>
                <a:xfrm>
                  <a:off x="6415380" y="5705580"/>
                  <a:ext cx="1044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196" name="Ink 5195">
                  <a:extLst>
                    <a:ext uri="{FF2B5EF4-FFF2-40B4-BE49-F238E27FC236}">
                      <a16:creationId xmlns:a16="http://schemas.microsoft.com/office/drawing/2014/main" id="{9263EDEA-2557-9493-CBC6-6AA5E105EA27}"/>
                    </a:ext>
                  </a:extLst>
                </p14:cNvPr>
                <p14:cNvContentPartPr/>
                <p14:nvPr/>
              </p14:nvContentPartPr>
              <p14:xfrm>
                <a:off x="6565860" y="5683620"/>
                <a:ext cx="132480" cy="159120"/>
              </p14:xfrm>
            </p:contentPart>
          </mc:Choice>
          <mc:Fallback xmlns="">
            <p:pic>
              <p:nvPicPr>
                <p:cNvPr id="5196" name="Ink 5195">
                  <a:extLst>
                    <a:ext uri="{FF2B5EF4-FFF2-40B4-BE49-F238E27FC236}">
                      <a16:creationId xmlns:a16="http://schemas.microsoft.com/office/drawing/2014/main" id="{9263EDEA-2557-9493-CBC6-6AA5E105EA27}"/>
                    </a:ext>
                  </a:extLst>
                </p:cNvPr>
                <p:cNvPicPr/>
                <p:nvPr/>
              </p:nvPicPr>
              <p:blipFill>
                <a:blip r:embed="rId117"/>
                <a:stretch>
                  <a:fillRect/>
                </a:stretch>
              </p:blipFill>
              <p:spPr>
                <a:xfrm>
                  <a:off x="6557220" y="5674980"/>
                  <a:ext cx="1501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197" name="Ink 5196">
                  <a:extLst>
                    <a:ext uri="{FF2B5EF4-FFF2-40B4-BE49-F238E27FC236}">
                      <a16:creationId xmlns:a16="http://schemas.microsoft.com/office/drawing/2014/main" id="{F5AD28A8-1FFC-53CA-C0B8-601B1ADFEC9C}"/>
                    </a:ext>
                  </a:extLst>
                </p14:cNvPr>
                <p14:cNvContentPartPr/>
                <p14:nvPr/>
              </p14:nvContentPartPr>
              <p14:xfrm>
                <a:off x="5467500" y="5809260"/>
                <a:ext cx="81360" cy="95760"/>
              </p14:xfrm>
            </p:contentPart>
          </mc:Choice>
          <mc:Fallback xmlns="">
            <p:pic>
              <p:nvPicPr>
                <p:cNvPr id="5197" name="Ink 5196">
                  <a:extLst>
                    <a:ext uri="{FF2B5EF4-FFF2-40B4-BE49-F238E27FC236}">
                      <a16:creationId xmlns:a16="http://schemas.microsoft.com/office/drawing/2014/main" id="{F5AD28A8-1FFC-53CA-C0B8-601B1ADFEC9C}"/>
                    </a:ext>
                  </a:extLst>
                </p:cNvPr>
                <p:cNvPicPr/>
                <p:nvPr/>
              </p:nvPicPr>
              <p:blipFill>
                <a:blip r:embed="rId119"/>
                <a:stretch>
                  <a:fillRect/>
                </a:stretch>
              </p:blipFill>
              <p:spPr>
                <a:xfrm>
                  <a:off x="5458860" y="5800620"/>
                  <a:ext cx="990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198" name="Ink 5197">
                  <a:extLst>
                    <a:ext uri="{FF2B5EF4-FFF2-40B4-BE49-F238E27FC236}">
                      <a16:creationId xmlns:a16="http://schemas.microsoft.com/office/drawing/2014/main" id="{85406084-2ACA-3247-D61E-C8E817A633C8}"/>
                    </a:ext>
                  </a:extLst>
                </p14:cNvPr>
                <p14:cNvContentPartPr/>
                <p14:nvPr/>
              </p14:nvContentPartPr>
              <p14:xfrm>
                <a:off x="5341500" y="5957580"/>
                <a:ext cx="34560" cy="95400"/>
              </p14:xfrm>
            </p:contentPart>
          </mc:Choice>
          <mc:Fallback xmlns="">
            <p:pic>
              <p:nvPicPr>
                <p:cNvPr id="5198" name="Ink 5197">
                  <a:extLst>
                    <a:ext uri="{FF2B5EF4-FFF2-40B4-BE49-F238E27FC236}">
                      <a16:creationId xmlns:a16="http://schemas.microsoft.com/office/drawing/2014/main" id="{85406084-2ACA-3247-D61E-C8E817A633C8}"/>
                    </a:ext>
                  </a:extLst>
                </p:cNvPr>
                <p:cNvPicPr/>
                <p:nvPr/>
              </p:nvPicPr>
              <p:blipFill>
                <a:blip r:embed="rId121"/>
                <a:stretch>
                  <a:fillRect/>
                </a:stretch>
              </p:blipFill>
              <p:spPr>
                <a:xfrm>
                  <a:off x="5332500" y="5948580"/>
                  <a:ext cx="522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199" name="Ink 5198">
                  <a:extLst>
                    <a:ext uri="{FF2B5EF4-FFF2-40B4-BE49-F238E27FC236}">
                      <a16:creationId xmlns:a16="http://schemas.microsoft.com/office/drawing/2014/main" id="{8ADD7008-E4D3-6EBA-4036-F7045F0EC7AF}"/>
                    </a:ext>
                  </a:extLst>
                </p14:cNvPr>
                <p14:cNvContentPartPr/>
                <p14:nvPr/>
              </p14:nvContentPartPr>
              <p14:xfrm>
                <a:off x="5240700" y="6131820"/>
                <a:ext cx="65520" cy="61560"/>
              </p14:xfrm>
            </p:contentPart>
          </mc:Choice>
          <mc:Fallback xmlns="">
            <p:pic>
              <p:nvPicPr>
                <p:cNvPr id="5199" name="Ink 5198">
                  <a:extLst>
                    <a:ext uri="{FF2B5EF4-FFF2-40B4-BE49-F238E27FC236}">
                      <a16:creationId xmlns:a16="http://schemas.microsoft.com/office/drawing/2014/main" id="{8ADD7008-E4D3-6EBA-4036-F7045F0EC7AF}"/>
                    </a:ext>
                  </a:extLst>
                </p:cNvPr>
                <p:cNvPicPr/>
                <p:nvPr/>
              </p:nvPicPr>
              <p:blipFill>
                <a:blip r:embed="rId123"/>
                <a:stretch>
                  <a:fillRect/>
                </a:stretch>
              </p:blipFill>
              <p:spPr>
                <a:xfrm>
                  <a:off x="5231700" y="6123180"/>
                  <a:ext cx="831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200" name="Ink 5199">
                  <a:extLst>
                    <a:ext uri="{FF2B5EF4-FFF2-40B4-BE49-F238E27FC236}">
                      <a16:creationId xmlns:a16="http://schemas.microsoft.com/office/drawing/2014/main" id="{C16383C1-9186-6D17-510E-A22FA96F8301}"/>
                    </a:ext>
                  </a:extLst>
                </p14:cNvPr>
                <p14:cNvContentPartPr/>
                <p14:nvPr/>
              </p14:nvContentPartPr>
              <p14:xfrm>
                <a:off x="5206860" y="6218220"/>
                <a:ext cx="41400" cy="68760"/>
              </p14:xfrm>
            </p:contentPart>
          </mc:Choice>
          <mc:Fallback xmlns="">
            <p:pic>
              <p:nvPicPr>
                <p:cNvPr id="5200" name="Ink 5199">
                  <a:extLst>
                    <a:ext uri="{FF2B5EF4-FFF2-40B4-BE49-F238E27FC236}">
                      <a16:creationId xmlns:a16="http://schemas.microsoft.com/office/drawing/2014/main" id="{C16383C1-9186-6D17-510E-A22FA96F8301}"/>
                    </a:ext>
                  </a:extLst>
                </p:cNvPr>
                <p:cNvPicPr/>
                <p:nvPr/>
              </p:nvPicPr>
              <p:blipFill>
                <a:blip r:embed="rId125"/>
                <a:stretch>
                  <a:fillRect/>
                </a:stretch>
              </p:blipFill>
              <p:spPr>
                <a:xfrm>
                  <a:off x="5198220" y="6209220"/>
                  <a:ext cx="590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201" name="Ink 5200">
                  <a:extLst>
                    <a:ext uri="{FF2B5EF4-FFF2-40B4-BE49-F238E27FC236}">
                      <a16:creationId xmlns:a16="http://schemas.microsoft.com/office/drawing/2014/main" id="{92DE1766-6E70-0F0F-789C-468AF88AE142}"/>
                    </a:ext>
                  </a:extLst>
                </p14:cNvPr>
                <p14:cNvContentPartPr/>
                <p14:nvPr/>
              </p14:nvContentPartPr>
              <p14:xfrm>
                <a:off x="5368140" y="5928060"/>
                <a:ext cx="81360" cy="128520"/>
              </p14:xfrm>
            </p:contentPart>
          </mc:Choice>
          <mc:Fallback xmlns="">
            <p:pic>
              <p:nvPicPr>
                <p:cNvPr id="5201" name="Ink 5200">
                  <a:extLst>
                    <a:ext uri="{FF2B5EF4-FFF2-40B4-BE49-F238E27FC236}">
                      <a16:creationId xmlns:a16="http://schemas.microsoft.com/office/drawing/2014/main" id="{92DE1766-6E70-0F0F-789C-468AF88AE142}"/>
                    </a:ext>
                  </a:extLst>
                </p:cNvPr>
                <p:cNvPicPr/>
                <p:nvPr/>
              </p:nvPicPr>
              <p:blipFill>
                <a:blip r:embed="rId127"/>
                <a:stretch>
                  <a:fillRect/>
                </a:stretch>
              </p:blipFill>
              <p:spPr>
                <a:xfrm>
                  <a:off x="5359140" y="5919060"/>
                  <a:ext cx="990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202" name="Ink 5201">
                  <a:extLst>
                    <a:ext uri="{FF2B5EF4-FFF2-40B4-BE49-F238E27FC236}">
                      <a16:creationId xmlns:a16="http://schemas.microsoft.com/office/drawing/2014/main" id="{2AEB47CA-EFB2-4F44-B9BC-A57BD7DB7D39}"/>
                    </a:ext>
                  </a:extLst>
                </p14:cNvPr>
                <p14:cNvContentPartPr/>
                <p14:nvPr/>
              </p14:nvContentPartPr>
              <p14:xfrm>
                <a:off x="5282100" y="6101580"/>
                <a:ext cx="68040" cy="82440"/>
              </p14:xfrm>
            </p:contentPart>
          </mc:Choice>
          <mc:Fallback xmlns="">
            <p:pic>
              <p:nvPicPr>
                <p:cNvPr id="5202" name="Ink 5201">
                  <a:extLst>
                    <a:ext uri="{FF2B5EF4-FFF2-40B4-BE49-F238E27FC236}">
                      <a16:creationId xmlns:a16="http://schemas.microsoft.com/office/drawing/2014/main" id="{2AEB47CA-EFB2-4F44-B9BC-A57BD7DB7D39}"/>
                    </a:ext>
                  </a:extLst>
                </p:cNvPr>
                <p:cNvPicPr/>
                <p:nvPr/>
              </p:nvPicPr>
              <p:blipFill>
                <a:blip r:embed="rId129"/>
                <a:stretch>
                  <a:fillRect/>
                </a:stretch>
              </p:blipFill>
              <p:spPr>
                <a:xfrm>
                  <a:off x="5273460" y="6092580"/>
                  <a:ext cx="856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203" name="Ink 5202">
                  <a:extLst>
                    <a:ext uri="{FF2B5EF4-FFF2-40B4-BE49-F238E27FC236}">
                      <a16:creationId xmlns:a16="http://schemas.microsoft.com/office/drawing/2014/main" id="{38DBF4BD-4B5E-5B20-5745-DFAE22C217CD}"/>
                    </a:ext>
                  </a:extLst>
                </p14:cNvPr>
                <p14:cNvContentPartPr/>
                <p14:nvPr/>
              </p14:nvContentPartPr>
              <p14:xfrm>
                <a:off x="5224140" y="6133260"/>
                <a:ext cx="172440" cy="127800"/>
              </p14:xfrm>
            </p:contentPart>
          </mc:Choice>
          <mc:Fallback xmlns="">
            <p:pic>
              <p:nvPicPr>
                <p:cNvPr id="5203" name="Ink 5202">
                  <a:extLst>
                    <a:ext uri="{FF2B5EF4-FFF2-40B4-BE49-F238E27FC236}">
                      <a16:creationId xmlns:a16="http://schemas.microsoft.com/office/drawing/2014/main" id="{38DBF4BD-4B5E-5B20-5745-DFAE22C217CD}"/>
                    </a:ext>
                  </a:extLst>
                </p:cNvPr>
                <p:cNvPicPr/>
                <p:nvPr/>
              </p:nvPicPr>
              <p:blipFill>
                <a:blip r:embed="rId131"/>
                <a:stretch>
                  <a:fillRect/>
                </a:stretch>
              </p:blipFill>
              <p:spPr>
                <a:xfrm>
                  <a:off x="5215500" y="6124620"/>
                  <a:ext cx="190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206" name="Ink 5205">
                  <a:extLst>
                    <a:ext uri="{FF2B5EF4-FFF2-40B4-BE49-F238E27FC236}">
                      <a16:creationId xmlns:a16="http://schemas.microsoft.com/office/drawing/2014/main" id="{65AAD890-8DDA-464A-962B-9CAD3781C39F}"/>
                    </a:ext>
                  </a:extLst>
                </p14:cNvPr>
                <p14:cNvContentPartPr/>
                <p14:nvPr/>
              </p14:nvContentPartPr>
              <p14:xfrm>
                <a:off x="4570740" y="5860020"/>
                <a:ext cx="168840" cy="190440"/>
              </p14:xfrm>
            </p:contentPart>
          </mc:Choice>
          <mc:Fallback xmlns="">
            <p:pic>
              <p:nvPicPr>
                <p:cNvPr id="5206" name="Ink 5205">
                  <a:extLst>
                    <a:ext uri="{FF2B5EF4-FFF2-40B4-BE49-F238E27FC236}">
                      <a16:creationId xmlns:a16="http://schemas.microsoft.com/office/drawing/2014/main" id="{65AAD890-8DDA-464A-962B-9CAD3781C39F}"/>
                    </a:ext>
                  </a:extLst>
                </p:cNvPr>
                <p:cNvPicPr/>
                <p:nvPr/>
              </p:nvPicPr>
              <p:blipFill>
                <a:blip r:embed="rId133"/>
                <a:stretch>
                  <a:fillRect/>
                </a:stretch>
              </p:blipFill>
              <p:spPr>
                <a:xfrm>
                  <a:off x="4561740" y="5851380"/>
                  <a:ext cx="18648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5207" name="Ink 5206">
                  <a:extLst>
                    <a:ext uri="{FF2B5EF4-FFF2-40B4-BE49-F238E27FC236}">
                      <a16:creationId xmlns:a16="http://schemas.microsoft.com/office/drawing/2014/main" id="{5CE9E9C7-770D-0C33-4F4B-A6BC603D039E}"/>
                    </a:ext>
                  </a:extLst>
                </p14:cNvPr>
                <p14:cNvContentPartPr/>
                <p14:nvPr/>
              </p14:nvContentPartPr>
              <p14:xfrm>
                <a:off x="4607820" y="5968740"/>
                <a:ext cx="96480" cy="5760"/>
              </p14:xfrm>
            </p:contentPart>
          </mc:Choice>
          <mc:Fallback xmlns="">
            <p:pic>
              <p:nvPicPr>
                <p:cNvPr id="5207" name="Ink 5206">
                  <a:extLst>
                    <a:ext uri="{FF2B5EF4-FFF2-40B4-BE49-F238E27FC236}">
                      <a16:creationId xmlns:a16="http://schemas.microsoft.com/office/drawing/2014/main" id="{5CE9E9C7-770D-0C33-4F4B-A6BC603D039E}"/>
                    </a:ext>
                  </a:extLst>
                </p:cNvPr>
                <p:cNvPicPr/>
                <p:nvPr/>
              </p:nvPicPr>
              <p:blipFill>
                <a:blip r:embed="rId135"/>
                <a:stretch>
                  <a:fillRect/>
                </a:stretch>
              </p:blipFill>
              <p:spPr>
                <a:xfrm>
                  <a:off x="4599180" y="5960100"/>
                  <a:ext cx="1141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5208" name="Ink 5207">
                  <a:extLst>
                    <a:ext uri="{FF2B5EF4-FFF2-40B4-BE49-F238E27FC236}">
                      <a16:creationId xmlns:a16="http://schemas.microsoft.com/office/drawing/2014/main" id="{69792515-A9FB-844F-2427-0857E3BC00E7}"/>
                    </a:ext>
                  </a:extLst>
                </p14:cNvPr>
                <p14:cNvContentPartPr/>
                <p14:nvPr/>
              </p14:nvContentPartPr>
              <p14:xfrm>
                <a:off x="4677300" y="5968380"/>
                <a:ext cx="114840" cy="230760"/>
              </p14:xfrm>
            </p:contentPart>
          </mc:Choice>
          <mc:Fallback xmlns="">
            <p:pic>
              <p:nvPicPr>
                <p:cNvPr id="5208" name="Ink 5207">
                  <a:extLst>
                    <a:ext uri="{FF2B5EF4-FFF2-40B4-BE49-F238E27FC236}">
                      <a16:creationId xmlns:a16="http://schemas.microsoft.com/office/drawing/2014/main" id="{69792515-A9FB-844F-2427-0857E3BC00E7}"/>
                    </a:ext>
                  </a:extLst>
                </p:cNvPr>
                <p:cNvPicPr/>
                <p:nvPr/>
              </p:nvPicPr>
              <p:blipFill>
                <a:blip r:embed="rId137"/>
                <a:stretch>
                  <a:fillRect/>
                </a:stretch>
              </p:blipFill>
              <p:spPr>
                <a:xfrm>
                  <a:off x="4668300" y="5959740"/>
                  <a:ext cx="1324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5210" name="Ink 5209">
                  <a:extLst>
                    <a:ext uri="{FF2B5EF4-FFF2-40B4-BE49-F238E27FC236}">
                      <a16:creationId xmlns:a16="http://schemas.microsoft.com/office/drawing/2014/main" id="{1E34A5F2-D0B9-0EA0-133D-15A37F1473A8}"/>
                    </a:ext>
                  </a:extLst>
                </p14:cNvPr>
                <p14:cNvContentPartPr/>
                <p14:nvPr/>
              </p14:nvContentPartPr>
              <p14:xfrm>
                <a:off x="4881780" y="5880180"/>
                <a:ext cx="82440" cy="111960"/>
              </p14:xfrm>
            </p:contentPart>
          </mc:Choice>
          <mc:Fallback xmlns="">
            <p:pic>
              <p:nvPicPr>
                <p:cNvPr id="5210" name="Ink 5209">
                  <a:extLst>
                    <a:ext uri="{FF2B5EF4-FFF2-40B4-BE49-F238E27FC236}">
                      <a16:creationId xmlns:a16="http://schemas.microsoft.com/office/drawing/2014/main" id="{1E34A5F2-D0B9-0EA0-133D-15A37F1473A8}"/>
                    </a:ext>
                  </a:extLst>
                </p:cNvPr>
                <p:cNvPicPr/>
                <p:nvPr/>
              </p:nvPicPr>
              <p:blipFill>
                <a:blip r:embed="rId139"/>
                <a:stretch>
                  <a:fillRect/>
                </a:stretch>
              </p:blipFill>
              <p:spPr>
                <a:xfrm>
                  <a:off x="4872780" y="5871180"/>
                  <a:ext cx="1000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5211" name="Ink 5210">
                  <a:extLst>
                    <a:ext uri="{FF2B5EF4-FFF2-40B4-BE49-F238E27FC236}">
                      <a16:creationId xmlns:a16="http://schemas.microsoft.com/office/drawing/2014/main" id="{578A9CEA-7B70-A2FF-B496-FD8A815100C1}"/>
                    </a:ext>
                  </a:extLst>
                </p14:cNvPr>
                <p14:cNvContentPartPr/>
                <p14:nvPr/>
              </p14:nvContentPartPr>
              <p14:xfrm>
                <a:off x="4968540" y="5924460"/>
                <a:ext cx="68760" cy="75240"/>
              </p14:xfrm>
            </p:contentPart>
          </mc:Choice>
          <mc:Fallback xmlns="">
            <p:pic>
              <p:nvPicPr>
                <p:cNvPr id="5211" name="Ink 5210">
                  <a:extLst>
                    <a:ext uri="{FF2B5EF4-FFF2-40B4-BE49-F238E27FC236}">
                      <a16:creationId xmlns:a16="http://schemas.microsoft.com/office/drawing/2014/main" id="{578A9CEA-7B70-A2FF-B496-FD8A815100C1}"/>
                    </a:ext>
                  </a:extLst>
                </p:cNvPr>
                <p:cNvPicPr/>
                <p:nvPr/>
              </p:nvPicPr>
              <p:blipFill>
                <a:blip r:embed="rId141"/>
                <a:stretch>
                  <a:fillRect/>
                </a:stretch>
              </p:blipFill>
              <p:spPr>
                <a:xfrm>
                  <a:off x="4959540" y="5915820"/>
                  <a:ext cx="864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5212" name="Ink 5211">
                  <a:extLst>
                    <a:ext uri="{FF2B5EF4-FFF2-40B4-BE49-F238E27FC236}">
                      <a16:creationId xmlns:a16="http://schemas.microsoft.com/office/drawing/2014/main" id="{D2261C04-B0F6-3552-6E3B-93B3F23B1541}"/>
                    </a:ext>
                  </a:extLst>
                </p14:cNvPr>
                <p14:cNvContentPartPr/>
                <p14:nvPr/>
              </p14:nvContentPartPr>
              <p14:xfrm>
                <a:off x="5068980" y="5913300"/>
                <a:ext cx="63000" cy="81360"/>
              </p14:xfrm>
            </p:contentPart>
          </mc:Choice>
          <mc:Fallback xmlns="">
            <p:pic>
              <p:nvPicPr>
                <p:cNvPr id="5212" name="Ink 5211">
                  <a:extLst>
                    <a:ext uri="{FF2B5EF4-FFF2-40B4-BE49-F238E27FC236}">
                      <a16:creationId xmlns:a16="http://schemas.microsoft.com/office/drawing/2014/main" id="{D2261C04-B0F6-3552-6E3B-93B3F23B1541}"/>
                    </a:ext>
                  </a:extLst>
                </p:cNvPr>
                <p:cNvPicPr/>
                <p:nvPr/>
              </p:nvPicPr>
              <p:blipFill>
                <a:blip r:embed="rId143"/>
                <a:stretch>
                  <a:fillRect/>
                </a:stretch>
              </p:blipFill>
              <p:spPr>
                <a:xfrm>
                  <a:off x="5059980" y="5904660"/>
                  <a:ext cx="806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5213" name="Ink 5212">
                  <a:extLst>
                    <a:ext uri="{FF2B5EF4-FFF2-40B4-BE49-F238E27FC236}">
                      <a16:creationId xmlns:a16="http://schemas.microsoft.com/office/drawing/2014/main" id="{75845EB2-0E46-C23E-2070-5BBACB790702}"/>
                    </a:ext>
                  </a:extLst>
                </p14:cNvPr>
                <p14:cNvContentPartPr/>
                <p14:nvPr/>
              </p14:nvContentPartPr>
              <p14:xfrm>
                <a:off x="5185620" y="5850300"/>
                <a:ext cx="124560" cy="136800"/>
              </p14:xfrm>
            </p:contentPart>
          </mc:Choice>
          <mc:Fallback xmlns="">
            <p:pic>
              <p:nvPicPr>
                <p:cNvPr id="5213" name="Ink 5212">
                  <a:extLst>
                    <a:ext uri="{FF2B5EF4-FFF2-40B4-BE49-F238E27FC236}">
                      <a16:creationId xmlns:a16="http://schemas.microsoft.com/office/drawing/2014/main" id="{75845EB2-0E46-C23E-2070-5BBACB790702}"/>
                    </a:ext>
                  </a:extLst>
                </p:cNvPr>
                <p:cNvPicPr/>
                <p:nvPr/>
              </p:nvPicPr>
              <p:blipFill>
                <a:blip r:embed="rId145"/>
                <a:stretch>
                  <a:fillRect/>
                </a:stretch>
              </p:blipFill>
              <p:spPr>
                <a:xfrm>
                  <a:off x="5176620" y="5841300"/>
                  <a:ext cx="142200" cy="15444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3" grpId="0"/>
      <p:bldP spid="57" grpId="0"/>
      <p:bldP spid="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6125" y="916922"/>
            <a:ext cx="10484338" cy="138499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 traffic light weighing 122 N hangs from a cable tied to two other cables fastened to a support as the figure. The upper cables make angles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 37.0° and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=53.0° with the horizontal. </a:t>
            </a:r>
          </a:p>
        </p:txBody>
      </p:sp>
      <p:sp>
        <p:nvSpPr>
          <p:cNvPr id="8" name="Rectangle 7"/>
          <p:cNvSpPr/>
          <p:nvPr/>
        </p:nvSpPr>
        <p:spPr>
          <a:xfrm>
            <a:off x="847970" y="2296278"/>
            <a:ext cx="5826367" cy="2677656"/>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These upper cables are not as strong as the vertical cable and will break if the tension in them </a:t>
            </a:r>
            <a:r>
              <a:rPr lang="en-US" sz="2800" b="1" dirty="0">
                <a:latin typeface="Times New Roman" panose="02020603050405020304" pitchFamily="18" charset="0"/>
                <a:cs typeface="Times New Roman" panose="02020603050405020304" pitchFamily="18" charset="0"/>
              </a:rPr>
              <a:t>exceeds 100 N</a:t>
            </a:r>
            <a:r>
              <a:rPr lang="en-US" sz="2800" dirty="0">
                <a:latin typeface="Times New Roman" panose="02020603050405020304" pitchFamily="18" charset="0"/>
                <a:cs typeface="Times New Roman" panose="02020603050405020304" pitchFamily="18" charset="0"/>
              </a:rPr>
              <a:t>. Does the traffic light remain hanging in this situation, or will one of the cables break?</a:t>
            </a:r>
          </a:p>
        </p:txBody>
      </p:sp>
      <p:pic>
        <p:nvPicPr>
          <p:cNvPr id="3" name="Picture 2" descr="Three illustrations show the forces acting on a traffic light Illustration a shows a traffic light suspended from a horizontal surface by three cables. The traffic light hangs from one vertical cable labeled T subscript 3, which in turn is connected to two other cables that fork outward from the first cable. The second cable on the left side is labeled T subscript 1 and the third cable on the right is labeled T subscript 2. The cables T subscript 1, T subscript 2, and the horizontal surface on the top form a triangle. The cable T subscript 1 makes an angle theta 1 with the top horizontal surface, while the cable T subscript 2 makes an angle theta 2 with the top horizontal surface. Illustration b shows the traffic light with two arrows arising from it. The arrow moving downward from the bottom of the traffic light is labeled F subscript g and the arrow moving upward from the top of the traffic light is labeled T subscript 3. Illustration c shows a free body diagram, a graph with three arrows. Arrow vector T subscript 1 is the shortest and is in the second quadrant of the graph. It moves diagonally upward, making an angle theta subscript 1 with the negative portion of the x-axis. Arrow vector T subscript 3 is longer and moves vertically downward along the negative portion of the y-axis. Arrow vector T subscript 2 is also longer and moves along quadrant 1 diagonally upward, making an angle theta subscript 2 with the x-axis.">
            <a:extLst>
              <a:ext uri="{FF2B5EF4-FFF2-40B4-BE49-F238E27FC236}">
                <a16:creationId xmlns:a16="http://schemas.microsoft.com/office/drawing/2014/main" id="{25BF5D11-25AE-414F-8824-381E2D270774}"/>
              </a:ext>
            </a:extLst>
          </p:cNvPr>
          <p:cNvPicPr>
            <a:picLocks noChangeAspect="1"/>
          </p:cNvPicPr>
          <p:nvPr/>
        </p:nvPicPr>
        <p:blipFill>
          <a:blip r:embed="rId3"/>
          <a:stretch>
            <a:fillRect/>
          </a:stretch>
        </p:blipFill>
        <p:spPr>
          <a:xfrm>
            <a:off x="7462218" y="2224803"/>
            <a:ext cx="2714991" cy="3578220"/>
          </a:xfrm>
          <a:prstGeom prst="rect">
            <a:avLst/>
          </a:prstGeom>
        </p:spPr>
      </p:pic>
      <p:sp>
        <p:nvSpPr>
          <p:cNvPr id="7" name="Title 3">
            <a:extLst>
              <a:ext uri="{FF2B5EF4-FFF2-40B4-BE49-F238E27FC236}">
                <a16:creationId xmlns:a16="http://schemas.microsoft.com/office/drawing/2014/main" id="{18C332B7-4380-743F-39D2-A7305D6F771C}"/>
              </a:ext>
            </a:extLst>
          </p:cNvPr>
          <p:cNvSpPr txBox="1">
            <a:spLocks/>
          </p:cNvSpPr>
          <p:nvPr/>
        </p:nvSpPr>
        <p:spPr>
          <a:xfrm>
            <a:off x="0" y="-10281"/>
            <a:ext cx="12192000" cy="646331"/>
          </a:xfrm>
          <a:prstGeom prst="rect">
            <a:avLst/>
          </a:prstGeom>
          <a:solidFill>
            <a:schemeClr val="bg1">
              <a:lumMod val="85000"/>
            </a:schemeClr>
          </a:solidFill>
          <a:ln>
            <a:solidFill>
              <a:schemeClr val="accent6">
                <a:lumMod val="40000"/>
                <a:lumOff val="60000"/>
              </a:schemeClr>
            </a:solidFill>
          </a:ln>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Traffic Light</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009364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97BB8-352A-6939-0E5A-4C957EA7C30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Object 8">
                <a:extLst>
                  <a:ext uri="{FF2B5EF4-FFF2-40B4-BE49-F238E27FC236}">
                    <a16:creationId xmlns:a16="http://schemas.microsoft.com/office/drawing/2014/main" id="{4E704E31-22FB-3651-63BA-93D2FC64953E}"/>
                  </a:ext>
                </a:extLst>
              </p:cNvPr>
              <p:cNvSpPr txBox="1"/>
              <p:nvPr/>
            </p:nvSpPr>
            <p:spPr bwMode="auto">
              <a:xfrm>
                <a:off x="7936166" y="4652335"/>
                <a:ext cx="4171135" cy="1983545"/>
              </a:xfrm>
              <a:prstGeom prst="rect">
                <a:avLst/>
              </a:prstGeom>
              <a:solidFill>
                <a:schemeClr val="bg1"/>
              </a:solidFill>
            </p:spPr>
            <p:txBody>
              <a:bodyPr>
                <a:normAutofit fontScale="92500"/>
              </a:bodyPr>
              <a:lstStyle/>
              <a:p>
                <a:pPr/>
                <a14:m>
                  <m:oMathPara xmlns:m="http://schemas.openxmlformats.org/officeDocument/2006/math">
                    <m:oMathParaPr>
                      <m:jc m:val="left"/>
                    </m:oMathParaPr>
                    <m:oMath>
                      <m:bar>
                        <m:barPr>
                          <m:pos m:val="bot"/>
                          <m:ctrlPr>
                            <a:rPr lang="en-US" sz="2200" i="0">
                              <a:solidFill>
                                <a:srgbClr val="000000"/>
                              </a:solidFill>
                              <a:latin typeface="Cambria Math" panose="02040503050406030204" pitchFamily="18" charset="0"/>
                            </a:rPr>
                          </m:ctrlPr>
                        </m:barPr>
                        <m:e>
                          <m:r>
                            <m:rPr>
                              <m:nor/>
                            </m:rPr>
                            <a:rPr lang="en-US" sz="2200" i="0">
                              <a:solidFill>
                                <a:srgbClr val="000000"/>
                              </a:solidFill>
                              <a:latin typeface="Cambria Math" panose="02040503050406030204" pitchFamily="18" charset="0"/>
                            </a:rPr>
                            <m:t>Force   </m:t>
                          </m:r>
                          <m:r>
                            <a:rPr lang="en-US" sz="2200" i="1">
                              <a:solidFill>
                                <a:srgbClr val="000000"/>
                              </a:solidFill>
                              <a:latin typeface="Cambria Math" panose="02040503050406030204" pitchFamily="18" charset="0"/>
                            </a:rPr>
                            <m:t>𝑥</m:t>
                          </m:r>
                          <m:r>
                            <m:rPr>
                              <m:nor/>
                            </m:rPr>
                            <a:rPr lang="en-US" sz="2200" i="0">
                              <a:solidFill>
                                <a:srgbClr val="000000"/>
                              </a:solidFill>
                              <a:latin typeface="Cambria Math" panose="02040503050406030204" pitchFamily="18" charset="0"/>
                            </a:rPr>
                            <m:t> Component     </m:t>
                          </m:r>
                          <m:r>
                            <a:rPr lang="en-US" sz="2200" i="1">
                              <a:solidFill>
                                <a:srgbClr val="000000"/>
                              </a:solidFill>
                              <a:latin typeface="Cambria Math" panose="02040503050406030204" pitchFamily="18" charset="0"/>
                            </a:rPr>
                            <m:t>𝑦</m:t>
                          </m:r>
                          <m:r>
                            <m:rPr>
                              <m:nor/>
                            </m:rPr>
                            <a:rPr lang="en-US" sz="2200" i="0">
                              <a:solidFill>
                                <a:srgbClr val="000000"/>
                              </a:solidFill>
                              <a:latin typeface="Cambria Math" panose="02040503050406030204" pitchFamily="18" charset="0"/>
                            </a:rPr>
                            <m:t> Component</m:t>
                          </m:r>
                        </m:e>
                      </m:bar>
                    </m:oMath>
                    <m:oMath>
                      <m:bar>
                        <m:barPr>
                          <m:pos m:val="bot"/>
                          <m:ctrlPr>
                            <a:rPr lang="en-US" sz="2200" i="1">
                              <a:solidFill>
                                <a:srgbClr val="000000"/>
                              </a:solidFill>
                              <a:latin typeface="Cambria Math" panose="02040503050406030204" pitchFamily="18" charset="0"/>
                            </a:rPr>
                          </m:ctrlPr>
                        </m:barPr>
                        <m:e>
                          <m:m>
                            <m:mPr>
                              <m:plcHide m:val="on"/>
                              <m:mcs>
                                <m:mc>
                                  <m:mcPr>
                                    <m:count m:val="3"/>
                                    <m:mcJc m:val="center"/>
                                  </m:mcPr>
                                </m:mc>
                              </m:mcs>
                              <m:ctrlPr>
                                <a:rPr lang="en-US" sz="2200" i="1">
                                  <a:solidFill>
                                    <a:srgbClr val="000000"/>
                                  </a:solidFill>
                                  <a:latin typeface="Cambria Math" panose="02040503050406030204" pitchFamily="18" charset="0"/>
                                </a:rPr>
                              </m:ctrlPr>
                            </m:mPr>
                            <m:mr>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m:rPr>
                                            <m:sty m:val="p"/>
                                          </m:rPr>
                                          <a:rPr lang="en-US" sz="2200" i="1">
                                            <a:solidFill>
                                              <a:srgbClr val="000000"/>
                                            </a:solidFill>
                                            <a:latin typeface="Cambria Math" panose="02040503050406030204" pitchFamily="18" charset="0"/>
                                          </a:rPr>
                                          <m:t>T</m:t>
                                        </m:r>
                                      </m:e>
                                    </m:acc>
                                  </m:e>
                                  <m:sub>
                                    <m:r>
                                      <a:rPr lang="en-US" sz="2200" i="1">
                                        <a:solidFill>
                                          <a:srgbClr val="000000"/>
                                        </a:solidFill>
                                        <a:latin typeface="Cambria Math" panose="02040503050406030204" pitchFamily="18" charset="0"/>
                                      </a:rPr>
                                      <m:t>1</m:t>
                                    </m:r>
                                  </m:sub>
                                </m:sSub>
                              </m:e>
                              <m:e>
                                <m:r>
                                  <m:rPr>
                                    <m:nor/>
                                  </m:rPr>
                                  <a:rPr lang="en-US" sz="2200" i="0">
                                    <a:solidFill>
                                      <a:srgbClr val="000000"/>
                                    </a:solidFill>
                                    <a:latin typeface="Cambria Math" panose="02040503050406030204" pitchFamily="18" charset="0"/>
                                  </a:rPr>
                                  <m:t>  </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a:solidFill>
                                          <a:srgbClr val="000000"/>
                                        </a:solidFill>
                                        <a:latin typeface="Cambria Math" panose="02040503050406030204" pitchFamily="18" charset="0"/>
                                      </a:rPr>
                                    </m:ctrlPr>
                                  </m:funcPr>
                                  <m:fName>
                                    <m:r>
                                      <m:rPr>
                                        <m:sty m:val="p"/>
                                      </m:rPr>
                                      <a:rPr lang="en-US" sz="220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e>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a:solidFill>
                                          <a:srgbClr val="000000"/>
                                        </a:solidFill>
                                        <a:latin typeface="Cambria Math" panose="02040503050406030204" pitchFamily="18" charset="0"/>
                                      </a:rPr>
                                    </m:ctrlPr>
                                  </m:funcPr>
                                  <m:fName>
                                    <m:r>
                                      <m:rPr>
                                        <m:sty m:val="p"/>
                                      </m:rPr>
                                      <a:rPr lang="en-US" sz="220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e>
                            </m:mr>
                            <m:mr>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m:rPr>
                                            <m:sty m:val="p"/>
                                          </m:rPr>
                                          <a:rPr lang="en-US" sz="2200" i="1">
                                            <a:solidFill>
                                              <a:srgbClr val="000000"/>
                                            </a:solidFill>
                                            <a:latin typeface="Cambria Math" panose="02040503050406030204" pitchFamily="18" charset="0"/>
                                          </a:rPr>
                                          <m:t>T</m:t>
                                        </m:r>
                                      </m:e>
                                    </m:acc>
                                  </m:e>
                                  <m:sub>
                                    <m:r>
                                      <a:rPr lang="en-US" sz="2200" i="1">
                                        <a:solidFill>
                                          <a:srgbClr val="000000"/>
                                        </a:solidFill>
                                        <a:latin typeface="Cambria Math" panose="02040503050406030204" pitchFamily="18" charset="0"/>
                                      </a:rPr>
                                      <m:t>2</m:t>
                                    </m:r>
                                  </m:sub>
                                </m:sSub>
                              </m:e>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a:solidFill>
                                          <a:srgbClr val="000000"/>
                                        </a:solidFill>
                                        <a:latin typeface="Cambria Math" panose="02040503050406030204" pitchFamily="18" charset="0"/>
                                      </a:rPr>
                                    </m:ctrlPr>
                                  </m:funcPr>
                                  <m:fName>
                                    <m:r>
                                      <m:rPr>
                                        <m:sty m:val="p"/>
                                      </m:rPr>
                                      <a:rPr lang="en-US" sz="220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e>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a:solidFill>
                                          <a:srgbClr val="000000"/>
                                        </a:solidFill>
                                        <a:latin typeface="Cambria Math" panose="02040503050406030204" pitchFamily="18" charset="0"/>
                                      </a:rPr>
                                    </m:ctrlPr>
                                  </m:funcPr>
                                  <m:fName>
                                    <m:r>
                                      <m:rPr>
                                        <m:sty m:val="p"/>
                                      </m:rPr>
                                      <a:rPr lang="en-US" sz="220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e>
                            </m:mr>
                            <m:mr>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m:rPr>
                                            <m:sty m:val="p"/>
                                          </m:rPr>
                                          <a:rPr lang="en-US" sz="2200" i="1">
                                            <a:solidFill>
                                              <a:srgbClr val="000000"/>
                                            </a:solidFill>
                                            <a:latin typeface="Cambria Math" panose="02040503050406030204" pitchFamily="18" charset="0"/>
                                          </a:rPr>
                                          <m:t>T</m:t>
                                        </m:r>
                                      </m:e>
                                    </m:acc>
                                  </m:e>
                                  <m:sub>
                                    <m:r>
                                      <a:rPr lang="en-US" sz="2200" i="1">
                                        <a:solidFill>
                                          <a:srgbClr val="000000"/>
                                        </a:solidFill>
                                        <a:latin typeface="Cambria Math" panose="02040503050406030204" pitchFamily="18" charset="0"/>
                                      </a:rPr>
                                      <m:t>3</m:t>
                                    </m:r>
                                  </m:sub>
                                </m:sSub>
                              </m:e>
                              <m:e>
                                <m:r>
                                  <m:rPr>
                                    <m:nor/>
                                  </m:rPr>
                                  <a:rPr lang="en-US" sz="2200" i="0">
                                    <a:solidFill>
                                      <a:srgbClr val="000000"/>
                                    </a:solidFill>
                                    <a:latin typeface="Cambria Math" panose="02040503050406030204" pitchFamily="18" charset="0"/>
                                  </a:rPr>
                                  <m:t>   0</m:t>
                                </m:r>
                              </m:e>
                              <m:e>
                                <m:r>
                                  <m:rPr>
                                    <m:nor/>
                                  </m:rPr>
                                  <a:rPr lang="en-US" sz="2200" i="0">
                                    <a:solidFill>
                                      <a:srgbClr val="000000"/>
                                    </a:solidFill>
                                    <a:latin typeface="Cambria Math" panose="02040503050406030204" pitchFamily="18" charset="0"/>
                                  </a:rPr>
                                  <m:t>   </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𝑔</m:t>
                                    </m:r>
                                  </m:sub>
                                </m:sSub>
                              </m:e>
                            </m:mr>
                          </m:m>
                        </m:e>
                      </m:bar>
                    </m:oMath>
                  </m:oMathPara>
                </a14:m>
                <a:endParaRPr lang="en-US" sz="2200" dirty="0"/>
              </a:p>
            </p:txBody>
          </p:sp>
        </mc:Choice>
        <mc:Fallback xmlns="">
          <p:sp>
            <p:nvSpPr>
              <p:cNvPr id="17" name="Object 8">
                <a:extLst>
                  <a:ext uri="{FF2B5EF4-FFF2-40B4-BE49-F238E27FC236}">
                    <a16:creationId xmlns:a16="http://schemas.microsoft.com/office/drawing/2014/main" id="{4E704E31-22FB-3651-63BA-93D2FC64953E}"/>
                  </a:ext>
                </a:extLst>
              </p:cNvPr>
              <p:cNvSpPr txBox="1">
                <a:spLocks noRot="1" noChangeAspect="1" noMove="1" noResize="1" noEditPoints="1" noAdjustHandles="1" noChangeArrowheads="1" noChangeShapeType="1" noTextEdit="1"/>
              </p:cNvSpPr>
              <p:nvPr/>
            </p:nvSpPr>
            <p:spPr bwMode="auto">
              <a:xfrm>
                <a:off x="7936166" y="4652335"/>
                <a:ext cx="4171135" cy="1983545"/>
              </a:xfrm>
              <a:prstGeom prst="rect">
                <a:avLst/>
              </a:prstGeom>
              <a:blipFill>
                <a:blip r:embed="rId3"/>
                <a:stretch>
                  <a:fillRect/>
                </a:stretch>
              </a:blipFill>
            </p:spPr>
            <p:txBody>
              <a:bodyPr/>
              <a:lstStyle/>
              <a:p>
                <a:r>
                  <a:rPr lang="en-US">
                    <a:noFill/>
                  </a:rPr>
                  <a:t> </a:t>
                </a:r>
              </a:p>
            </p:txBody>
          </p:sp>
        </mc:Fallback>
      </mc:AlternateContent>
      <p:pic>
        <p:nvPicPr>
          <p:cNvPr id="21" name="Picture 20">
            <a:extLst>
              <a:ext uri="{FF2B5EF4-FFF2-40B4-BE49-F238E27FC236}">
                <a16:creationId xmlns:a16="http://schemas.microsoft.com/office/drawing/2014/main" id="{A0F3F2C3-9099-DE48-6415-B00398214F6F}"/>
              </a:ext>
            </a:extLst>
          </p:cNvPr>
          <p:cNvPicPr>
            <a:picLocks noChangeAspect="1"/>
          </p:cNvPicPr>
          <p:nvPr/>
        </p:nvPicPr>
        <p:blipFill>
          <a:blip r:embed="rId4"/>
          <a:stretch>
            <a:fillRect/>
          </a:stretch>
        </p:blipFill>
        <p:spPr>
          <a:xfrm>
            <a:off x="8521326" y="788805"/>
            <a:ext cx="2753289" cy="3766498"/>
          </a:xfrm>
          <a:prstGeom prst="rect">
            <a:avLst/>
          </a:prstGeom>
        </p:spPr>
      </p:pic>
      <p:grpSp>
        <p:nvGrpSpPr>
          <p:cNvPr id="73" name="Group 72">
            <a:extLst>
              <a:ext uri="{FF2B5EF4-FFF2-40B4-BE49-F238E27FC236}">
                <a16:creationId xmlns:a16="http://schemas.microsoft.com/office/drawing/2014/main" id="{2C36C869-853E-3490-67A2-343FCC3E0147}"/>
              </a:ext>
            </a:extLst>
          </p:cNvPr>
          <p:cNvGrpSpPr/>
          <p:nvPr/>
        </p:nvGrpSpPr>
        <p:grpSpPr>
          <a:xfrm>
            <a:off x="2157606" y="1340062"/>
            <a:ext cx="1381680" cy="844200"/>
            <a:chOff x="633606" y="1340062"/>
            <a:chExt cx="1381680" cy="844200"/>
          </a:xfrm>
        </p:grpSpPr>
        <mc:AlternateContent xmlns:mc="http://schemas.openxmlformats.org/markup-compatibility/2006" xmlns:p14="http://schemas.microsoft.com/office/powerpoint/2010/main">
          <mc:Choice Requires="p14">
            <p:contentPart p14:bwMode="auto" r:id="rId5">
              <p14:nvContentPartPr>
                <p14:cNvPr id="71" name="Ink 70">
                  <a:extLst>
                    <a:ext uri="{FF2B5EF4-FFF2-40B4-BE49-F238E27FC236}">
                      <a16:creationId xmlns:a16="http://schemas.microsoft.com/office/drawing/2014/main" id="{542DF199-762C-C417-3BEC-E509E59520E8}"/>
                    </a:ext>
                  </a:extLst>
                </p14:cNvPr>
                <p14:cNvContentPartPr/>
                <p14:nvPr/>
              </p14:nvContentPartPr>
              <p14:xfrm>
                <a:off x="668886" y="1359862"/>
                <a:ext cx="1346400" cy="824400"/>
              </p14:xfrm>
            </p:contentPart>
          </mc:Choice>
          <mc:Fallback xmlns="">
            <p:pic>
              <p:nvPicPr>
                <p:cNvPr id="71" name="Ink 70">
                  <a:extLst>
                    <a:ext uri="{FF2B5EF4-FFF2-40B4-BE49-F238E27FC236}">
                      <a16:creationId xmlns:a16="http://schemas.microsoft.com/office/drawing/2014/main" id="{542DF199-762C-C417-3BEC-E509E59520E8}"/>
                    </a:ext>
                  </a:extLst>
                </p:cNvPr>
                <p:cNvPicPr/>
                <p:nvPr/>
              </p:nvPicPr>
              <p:blipFill>
                <a:blip r:embed="rId6"/>
                <a:stretch>
                  <a:fillRect/>
                </a:stretch>
              </p:blipFill>
              <p:spPr>
                <a:xfrm>
                  <a:off x="650886" y="1342222"/>
                  <a:ext cx="1382040" cy="860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2" name="Ink 71">
                  <a:extLst>
                    <a:ext uri="{FF2B5EF4-FFF2-40B4-BE49-F238E27FC236}">
                      <a16:creationId xmlns:a16="http://schemas.microsoft.com/office/drawing/2014/main" id="{875014B2-A2F2-9BCA-39FE-5C1FBE385D84}"/>
                    </a:ext>
                  </a:extLst>
                </p14:cNvPr>
                <p14:cNvContentPartPr/>
                <p14:nvPr/>
              </p14:nvContentPartPr>
              <p14:xfrm>
                <a:off x="633606" y="1340062"/>
                <a:ext cx="177120" cy="138240"/>
              </p14:xfrm>
            </p:contentPart>
          </mc:Choice>
          <mc:Fallback xmlns="">
            <p:pic>
              <p:nvPicPr>
                <p:cNvPr id="72" name="Ink 71">
                  <a:extLst>
                    <a:ext uri="{FF2B5EF4-FFF2-40B4-BE49-F238E27FC236}">
                      <a16:creationId xmlns:a16="http://schemas.microsoft.com/office/drawing/2014/main" id="{875014B2-A2F2-9BCA-39FE-5C1FBE385D84}"/>
                    </a:ext>
                  </a:extLst>
                </p:cNvPr>
                <p:cNvPicPr/>
                <p:nvPr/>
              </p:nvPicPr>
              <p:blipFill>
                <a:blip r:embed="rId8"/>
                <a:stretch>
                  <a:fillRect/>
                </a:stretch>
              </p:blipFill>
              <p:spPr>
                <a:xfrm>
                  <a:off x="615966" y="1322062"/>
                  <a:ext cx="212760" cy="173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91" name="Ink 90">
                <a:extLst>
                  <a:ext uri="{FF2B5EF4-FFF2-40B4-BE49-F238E27FC236}">
                    <a16:creationId xmlns:a16="http://schemas.microsoft.com/office/drawing/2014/main" id="{E766B5A0-07C2-A648-2B99-0CED1535C350}"/>
                  </a:ext>
                </a:extLst>
              </p14:cNvPr>
              <p14:cNvContentPartPr/>
              <p14:nvPr/>
            </p14:nvContentPartPr>
            <p14:xfrm>
              <a:off x="2163726" y="1722742"/>
              <a:ext cx="10800" cy="129960"/>
            </p14:xfrm>
          </p:contentPart>
        </mc:Choice>
        <mc:Fallback xmlns="">
          <p:pic>
            <p:nvPicPr>
              <p:cNvPr id="91" name="Ink 90">
                <a:extLst>
                  <a:ext uri="{FF2B5EF4-FFF2-40B4-BE49-F238E27FC236}">
                    <a16:creationId xmlns:a16="http://schemas.microsoft.com/office/drawing/2014/main" id="{E766B5A0-07C2-A648-2B99-0CED1535C350}"/>
                  </a:ext>
                </a:extLst>
              </p:cNvPr>
              <p:cNvPicPr/>
              <p:nvPr/>
            </p:nvPicPr>
            <p:blipFill>
              <a:blip r:embed="rId10"/>
              <a:stretch>
                <a:fillRect/>
              </a:stretch>
            </p:blipFill>
            <p:spPr>
              <a:xfrm>
                <a:off x="2154726" y="1714102"/>
                <a:ext cx="284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2" name="Ink 91">
                <a:extLst>
                  <a:ext uri="{FF2B5EF4-FFF2-40B4-BE49-F238E27FC236}">
                    <a16:creationId xmlns:a16="http://schemas.microsoft.com/office/drawing/2014/main" id="{DFFDDA73-E82A-5F16-4D9A-E749D9D270C9}"/>
                  </a:ext>
                </a:extLst>
              </p14:cNvPr>
              <p14:cNvContentPartPr/>
              <p14:nvPr/>
            </p14:nvContentPartPr>
            <p14:xfrm>
              <a:off x="2166606" y="1997422"/>
              <a:ext cx="14040" cy="131040"/>
            </p14:xfrm>
          </p:contentPart>
        </mc:Choice>
        <mc:Fallback xmlns="">
          <p:pic>
            <p:nvPicPr>
              <p:cNvPr id="92" name="Ink 91">
                <a:extLst>
                  <a:ext uri="{FF2B5EF4-FFF2-40B4-BE49-F238E27FC236}">
                    <a16:creationId xmlns:a16="http://schemas.microsoft.com/office/drawing/2014/main" id="{DFFDDA73-E82A-5F16-4D9A-E749D9D270C9}"/>
                  </a:ext>
                </a:extLst>
              </p:cNvPr>
              <p:cNvPicPr/>
              <p:nvPr/>
            </p:nvPicPr>
            <p:blipFill>
              <a:blip r:embed="rId12"/>
              <a:stretch>
                <a:fillRect/>
              </a:stretch>
            </p:blipFill>
            <p:spPr>
              <a:xfrm>
                <a:off x="2157966" y="1988782"/>
                <a:ext cx="316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8" name="Ink 77">
                <a:extLst>
                  <a:ext uri="{FF2B5EF4-FFF2-40B4-BE49-F238E27FC236}">
                    <a16:creationId xmlns:a16="http://schemas.microsoft.com/office/drawing/2014/main" id="{4A4101F9-7FBC-CBEA-A44B-817137C5F138}"/>
                  </a:ext>
                </a:extLst>
              </p14:cNvPr>
              <p14:cNvContentPartPr/>
              <p14:nvPr/>
            </p14:nvContentPartPr>
            <p14:xfrm>
              <a:off x="2459286" y="2271022"/>
              <a:ext cx="194400" cy="16200"/>
            </p14:xfrm>
          </p:contentPart>
        </mc:Choice>
        <mc:Fallback xmlns="">
          <p:pic>
            <p:nvPicPr>
              <p:cNvPr id="78" name="Ink 77">
                <a:extLst>
                  <a:ext uri="{FF2B5EF4-FFF2-40B4-BE49-F238E27FC236}">
                    <a16:creationId xmlns:a16="http://schemas.microsoft.com/office/drawing/2014/main" id="{4A4101F9-7FBC-CBEA-A44B-817137C5F138}"/>
                  </a:ext>
                </a:extLst>
              </p:cNvPr>
              <p:cNvPicPr/>
              <p:nvPr/>
            </p:nvPicPr>
            <p:blipFill>
              <a:blip r:embed="rId14"/>
              <a:stretch>
                <a:fillRect/>
              </a:stretch>
            </p:blipFill>
            <p:spPr>
              <a:xfrm>
                <a:off x="2450646" y="2262382"/>
                <a:ext cx="2120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9" name="Ink 78">
                <a:extLst>
                  <a:ext uri="{FF2B5EF4-FFF2-40B4-BE49-F238E27FC236}">
                    <a16:creationId xmlns:a16="http://schemas.microsoft.com/office/drawing/2014/main" id="{09B19626-9D0B-1D6F-6269-BF0997C5B10B}"/>
                  </a:ext>
                </a:extLst>
              </p14:cNvPr>
              <p14:cNvContentPartPr/>
              <p14:nvPr/>
            </p14:nvContentPartPr>
            <p14:xfrm>
              <a:off x="2220246" y="2298382"/>
              <a:ext cx="100440" cy="3240"/>
            </p14:xfrm>
          </p:contentPart>
        </mc:Choice>
        <mc:Fallback xmlns="">
          <p:pic>
            <p:nvPicPr>
              <p:cNvPr id="79" name="Ink 78">
                <a:extLst>
                  <a:ext uri="{FF2B5EF4-FFF2-40B4-BE49-F238E27FC236}">
                    <a16:creationId xmlns:a16="http://schemas.microsoft.com/office/drawing/2014/main" id="{09B19626-9D0B-1D6F-6269-BF0997C5B10B}"/>
                  </a:ext>
                </a:extLst>
              </p:cNvPr>
              <p:cNvPicPr/>
              <p:nvPr/>
            </p:nvPicPr>
            <p:blipFill>
              <a:blip r:embed="rId16"/>
              <a:stretch>
                <a:fillRect/>
              </a:stretch>
            </p:blipFill>
            <p:spPr>
              <a:xfrm>
                <a:off x="2211606" y="2289742"/>
                <a:ext cx="1180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2" name="Ink 81">
                <a:extLst>
                  <a:ext uri="{FF2B5EF4-FFF2-40B4-BE49-F238E27FC236}">
                    <a16:creationId xmlns:a16="http://schemas.microsoft.com/office/drawing/2014/main" id="{85566404-5E1D-EC82-1978-D302106371F2}"/>
                  </a:ext>
                </a:extLst>
              </p14:cNvPr>
              <p14:cNvContentPartPr/>
              <p14:nvPr/>
            </p14:nvContentPartPr>
            <p14:xfrm>
              <a:off x="2159766" y="2227102"/>
              <a:ext cx="142560" cy="193680"/>
            </p14:xfrm>
          </p:contentPart>
        </mc:Choice>
        <mc:Fallback xmlns="">
          <p:pic>
            <p:nvPicPr>
              <p:cNvPr id="82" name="Ink 81">
                <a:extLst>
                  <a:ext uri="{FF2B5EF4-FFF2-40B4-BE49-F238E27FC236}">
                    <a16:creationId xmlns:a16="http://schemas.microsoft.com/office/drawing/2014/main" id="{85566404-5E1D-EC82-1978-D302106371F2}"/>
                  </a:ext>
                </a:extLst>
              </p:cNvPr>
              <p:cNvPicPr/>
              <p:nvPr/>
            </p:nvPicPr>
            <p:blipFill>
              <a:blip r:embed="rId18"/>
              <a:stretch>
                <a:fillRect/>
              </a:stretch>
            </p:blipFill>
            <p:spPr>
              <a:xfrm>
                <a:off x="2151126" y="2218462"/>
                <a:ext cx="1602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3" name="Ink 82">
                <a:extLst>
                  <a:ext uri="{FF2B5EF4-FFF2-40B4-BE49-F238E27FC236}">
                    <a16:creationId xmlns:a16="http://schemas.microsoft.com/office/drawing/2014/main" id="{9278A61F-7C67-E2C3-DE1B-5AF437A19851}"/>
                  </a:ext>
                </a:extLst>
              </p14:cNvPr>
              <p14:cNvContentPartPr/>
              <p14:nvPr/>
            </p14:nvContentPartPr>
            <p14:xfrm>
              <a:off x="2470806" y="2418622"/>
              <a:ext cx="147240" cy="2880"/>
            </p14:xfrm>
          </p:contentPart>
        </mc:Choice>
        <mc:Fallback xmlns="">
          <p:pic>
            <p:nvPicPr>
              <p:cNvPr id="83" name="Ink 82">
                <a:extLst>
                  <a:ext uri="{FF2B5EF4-FFF2-40B4-BE49-F238E27FC236}">
                    <a16:creationId xmlns:a16="http://schemas.microsoft.com/office/drawing/2014/main" id="{9278A61F-7C67-E2C3-DE1B-5AF437A19851}"/>
                  </a:ext>
                </a:extLst>
              </p:cNvPr>
              <p:cNvPicPr/>
              <p:nvPr/>
            </p:nvPicPr>
            <p:blipFill>
              <a:blip r:embed="rId20"/>
              <a:stretch>
                <a:fillRect/>
              </a:stretch>
            </p:blipFill>
            <p:spPr>
              <a:xfrm>
                <a:off x="2462166" y="2409622"/>
                <a:ext cx="1648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4" name="Ink 83">
                <a:extLst>
                  <a:ext uri="{FF2B5EF4-FFF2-40B4-BE49-F238E27FC236}">
                    <a16:creationId xmlns:a16="http://schemas.microsoft.com/office/drawing/2014/main" id="{03CBA9A2-8BEF-BA3F-B62E-4DF675F98775}"/>
                  </a:ext>
                </a:extLst>
              </p14:cNvPr>
              <p14:cNvContentPartPr/>
              <p14:nvPr/>
            </p14:nvContentPartPr>
            <p14:xfrm>
              <a:off x="2514006" y="2430142"/>
              <a:ext cx="17640" cy="119880"/>
            </p14:xfrm>
          </p:contentPart>
        </mc:Choice>
        <mc:Fallback xmlns="">
          <p:pic>
            <p:nvPicPr>
              <p:cNvPr id="84" name="Ink 83">
                <a:extLst>
                  <a:ext uri="{FF2B5EF4-FFF2-40B4-BE49-F238E27FC236}">
                    <a16:creationId xmlns:a16="http://schemas.microsoft.com/office/drawing/2014/main" id="{03CBA9A2-8BEF-BA3F-B62E-4DF675F98775}"/>
                  </a:ext>
                </a:extLst>
              </p:cNvPr>
              <p:cNvPicPr/>
              <p:nvPr/>
            </p:nvPicPr>
            <p:blipFill>
              <a:blip r:embed="rId22"/>
              <a:stretch>
                <a:fillRect/>
              </a:stretch>
            </p:blipFill>
            <p:spPr>
              <a:xfrm>
                <a:off x="2505006" y="2421142"/>
                <a:ext cx="352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85" name="Ink 84">
                <a:extLst>
                  <a:ext uri="{FF2B5EF4-FFF2-40B4-BE49-F238E27FC236}">
                    <a16:creationId xmlns:a16="http://schemas.microsoft.com/office/drawing/2014/main" id="{380C8115-02D3-309B-6473-F73CFA34A5AB}"/>
                  </a:ext>
                </a:extLst>
              </p14:cNvPr>
              <p14:cNvContentPartPr/>
              <p14:nvPr/>
            </p14:nvContentPartPr>
            <p14:xfrm>
              <a:off x="2636406" y="2513302"/>
              <a:ext cx="11520" cy="135720"/>
            </p14:xfrm>
          </p:contentPart>
        </mc:Choice>
        <mc:Fallback xmlns="">
          <p:pic>
            <p:nvPicPr>
              <p:cNvPr id="85" name="Ink 84">
                <a:extLst>
                  <a:ext uri="{FF2B5EF4-FFF2-40B4-BE49-F238E27FC236}">
                    <a16:creationId xmlns:a16="http://schemas.microsoft.com/office/drawing/2014/main" id="{380C8115-02D3-309B-6473-F73CFA34A5AB}"/>
                  </a:ext>
                </a:extLst>
              </p:cNvPr>
              <p:cNvPicPr/>
              <p:nvPr/>
            </p:nvPicPr>
            <p:blipFill>
              <a:blip r:embed="rId24"/>
              <a:stretch>
                <a:fillRect/>
              </a:stretch>
            </p:blipFill>
            <p:spPr>
              <a:xfrm>
                <a:off x="2627766" y="2504662"/>
                <a:ext cx="291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86" name="Ink 85">
                <a:extLst>
                  <a:ext uri="{FF2B5EF4-FFF2-40B4-BE49-F238E27FC236}">
                    <a16:creationId xmlns:a16="http://schemas.microsoft.com/office/drawing/2014/main" id="{21D30157-92CC-4B36-0229-29D42F6DF210}"/>
                  </a:ext>
                </a:extLst>
              </p14:cNvPr>
              <p14:cNvContentPartPr/>
              <p14:nvPr/>
            </p14:nvContentPartPr>
            <p14:xfrm>
              <a:off x="2700486" y="2553622"/>
              <a:ext cx="128160" cy="76320"/>
            </p14:xfrm>
          </p:contentPart>
        </mc:Choice>
        <mc:Fallback xmlns="">
          <p:pic>
            <p:nvPicPr>
              <p:cNvPr id="86" name="Ink 85">
                <a:extLst>
                  <a:ext uri="{FF2B5EF4-FFF2-40B4-BE49-F238E27FC236}">
                    <a16:creationId xmlns:a16="http://schemas.microsoft.com/office/drawing/2014/main" id="{21D30157-92CC-4B36-0229-29D42F6DF210}"/>
                  </a:ext>
                </a:extLst>
              </p:cNvPr>
              <p:cNvPicPr/>
              <p:nvPr/>
            </p:nvPicPr>
            <p:blipFill>
              <a:blip r:embed="rId26"/>
              <a:stretch>
                <a:fillRect/>
              </a:stretch>
            </p:blipFill>
            <p:spPr>
              <a:xfrm>
                <a:off x="2691846" y="2544622"/>
                <a:ext cx="1458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7" name="Ink 86">
                <a:extLst>
                  <a:ext uri="{FF2B5EF4-FFF2-40B4-BE49-F238E27FC236}">
                    <a16:creationId xmlns:a16="http://schemas.microsoft.com/office/drawing/2014/main" id="{BD054188-02E7-907A-79AE-C0CE966B2D5D}"/>
                  </a:ext>
                </a:extLst>
              </p14:cNvPr>
              <p14:cNvContentPartPr/>
              <p14:nvPr/>
            </p14:nvContentPartPr>
            <p14:xfrm>
              <a:off x="2685726" y="2534902"/>
              <a:ext cx="117360" cy="128880"/>
            </p14:xfrm>
          </p:contentPart>
        </mc:Choice>
        <mc:Fallback xmlns="">
          <p:pic>
            <p:nvPicPr>
              <p:cNvPr id="87" name="Ink 86">
                <a:extLst>
                  <a:ext uri="{FF2B5EF4-FFF2-40B4-BE49-F238E27FC236}">
                    <a16:creationId xmlns:a16="http://schemas.microsoft.com/office/drawing/2014/main" id="{BD054188-02E7-907A-79AE-C0CE966B2D5D}"/>
                  </a:ext>
                </a:extLst>
              </p:cNvPr>
              <p:cNvPicPr/>
              <p:nvPr/>
            </p:nvPicPr>
            <p:blipFill>
              <a:blip r:embed="rId28"/>
              <a:stretch>
                <a:fillRect/>
              </a:stretch>
            </p:blipFill>
            <p:spPr>
              <a:xfrm>
                <a:off x="2677086" y="2526262"/>
                <a:ext cx="1350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93" name="Ink 92">
                <a:extLst>
                  <a:ext uri="{FF2B5EF4-FFF2-40B4-BE49-F238E27FC236}">
                    <a16:creationId xmlns:a16="http://schemas.microsoft.com/office/drawing/2014/main" id="{E9D8DF6E-7362-42E4-0FFB-D38E80D4B3B3}"/>
                  </a:ext>
                </a:extLst>
              </p14:cNvPr>
              <p14:cNvContentPartPr/>
              <p14:nvPr/>
            </p14:nvContentPartPr>
            <p14:xfrm>
              <a:off x="2192526" y="2243302"/>
              <a:ext cx="8280" cy="131400"/>
            </p14:xfrm>
          </p:contentPart>
        </mc:Choice>
        <mc:Fallback xmlns="">
          <p:pic>
            <p:nvPicPr>
              <p:cNvPr id="93" name="Ink 92">
                <a:extLst>
                  <a:ext uri="{FF2B5EF4-FFF2-40B4-BE49-F238E27FC236}">
                    <a16:creationId xmlns:a16="http://schemas.microsoft.com/office/drawing/2014/main" id="{E9D8DF6E-7362-42E4-0FFB-D38E80D4B3B3}"/>
                  </a:ext>
                </a:extLst>
              </p:cNvPr>
              <p:cNvPicPr/>
              <p:nvPr/>
            </p:nvPicPr>
            <p:blipFill>
              <a:blip r:embed="rId30"/>
              <a:stretch>
                <a:fillRect/>
              </a:stretch>
            </p:blipFill>
            <p:spPr>
              <a:xfrm>
                <a:off x="2183526" y="2234662"/>
                <a:ext cx="25920" cy="149040"/>
              </a:xfrm>
              <a:prstGeom prst="rect">
                <a:avLst/>
              </a:prstGeom>
            </p:spPr>
          </p:pic>
        </mc:Fallback>
      </mc:AlternateContent>
      <p:grpSp>
        <p:nvGrpSpPr>
          <p:cNvPr id="95" name="Group 94">
            <a:extLst>
              <a:ext uri="{FF2B5EF4-FFF2-40B4-BE49-F238E27FC236}">
                <a16:creationId xmlns:a16="http://schemas.microsoft.com/office/drawing/2014/main" id="{8F278CBC-9DCA-BAAD-0978-CAD0531E07C7}"/>
              </a:ext>
            </a:extLst>
          </p:cNvPr>
          <p:cNvGrpSpPr/>
          <p:nvPr/>
        </p:nvGrpSpPr>
        <p:grpSpPr>
          <a:xfrm>
            <a:off x="2068686" y="1390462"/>
            <a:ext cx="214920" cy="234000"/>
            <a:chOff x="544686" y="1390462"/>
            <a:chExt cx="214920" cy="234000"/>
          </a:xfrm>
        </p:grpSpPr>
        <mc:AlternateContent xmlns:mc="http://schemas.openxmlformats.org/markup-compatibility/2006" xmlns:p14="http://schemas.microsoft.com/office/powerpoint/2010/main">
          <mc:Choice Requires="p14">
            <p:contentPart p14:bwMode="auto" r:id="rId31">
              <p14:nvContentPartPr>
                <p14:cNvPr id="89" name="Ink 88">
                  <a:extLst>
                    <a:ext uri="{FF2B5EF4-FFF2-40B4-BE49-F238E27FC236}">
                      <a16:creationId xmlns:a16="http://schemas.microsoft.com/office/drawing/2014/main" id="{F8361E96-D7BC-68D8-1E87-8414994E7B3B}"/>
                    </a:ext>
                  </a:extLst>
                </p14:cNvPr>
                <p14:cNvContentPartPr/>
                <p14:nvPr/>
              </p14:nvContentPartPr>
              <p14:xfrm>
                <a:off x="651246" y="1390462"/>
                <a:ext cx="27000" cy="41400"/>
              </p14:xfrm>
            </p:contentPart>
          </mc:Choice>
          <mc:Fallback xmlns="">
            <p:pic>
              <p:nvPicPr>
                <p:cNvPr id="89" name="Ink 88">
                  <a:extLst>
                    <a:ext uri="{FF2B5EF4-FFF2-40B4-BE49-F238E27FC236}">
                      <a16:creationId xmlns:a16="http://schemas.microsoft.com/office/drawing/2014/main" id="{F8361E96-D7BC-68D8-1E87-8414994E7B3B}"/>
                    </a:ext>
                  </a:extLst>
                </p:cNvPr>
                <p:cNvPicPr/>
                <p:nvPr/>
              </p:nvPicPr>
              <p:blipFill>
                <a:blip r:embed="rId32"/>
                <a:stretch>
                  <a:fillRect/>
                </a:stretch>
              </p:blipFill>
              <p:spPr>
                <a:xfrm>
                  <a:off x="642246" y="1381462"/>
                  <a:ext cx="446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90" name="Ink 89">
                  <a:extLst>
                    <a:ext uri="{FF2B5EF4-FFF2-40B4-BE49-F238E27FC236}">
                      <a16:creationId xmlns:a16="http://schemas.microsoft.com/office/drawing/2014/main" id="{D655751D-B38C-5DF5-178F-640F24267686}"/>
                    </a:ext>
                  </a:extLst>
                </p14:cNvPr>
                <p14:cNvContentPartPr/>
                <p14:nvPr/>
              </p14:nvContentPartPr>
              <p14:xfrm>
                <a:off x="658446" y="1541302"/>
                <a:ext cx="10440" cy="83160"/>
              </p14:xfrm>
            </p:contentPart>
          </mc:Choice>
          <mc:Fallback xmlns="">
            <p:pic>
              <p:nvPicPr>
                <p:cNvPr id="90" name="Ink 89">
                  <a:extLst>
                    <a:ext uri="{FF2B5EF4-FFF2-40B4-BE49-F238E27FC236}">
                      <a16:creationId xmlns:a16="http://schemas.microsoft.com/office/drawing/2014/main" id="{D655751D-B38C-5DF5-178F-640F24267686}"/>
                    </a:ext>
                  </a:extLst>
                </p:cNvPr>
                <p:cNvPicPr/>
                <p:nvPr/>
              </p:nvPicPr>
              <p:blipFill>
                <a:blip r:embed="rId34"/>
                <a:stretch>
                  <a:fillRect/>
                </a:stretch>
              </p:blipFill>
              <p:spPr>
                <a:xfrm>
                  <a:off x="649446" y="1532662"/>
                  <a:ext cx="280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94" name="Ink 93">
                  <a:extLst>
                    <a:ext uri="{FF2B5EF4-FFF2-40B4-BE49-F238E27FC236}">
                      <a16:creationId xmlns:a16="http://schemas.microsoft.com/office/drawing/2014/main" id="{38B23C15-6A43-31D9-E1CD-8975230AB81C}"/>
                    </a:ext>
                  </a:extLst>
                </p14:cNvPr>
                <p14:cNvContentPartPr/>
                <p14:nvPr/>
              </p14:nvContentPartPr>
              <p14:xfrm>
                <a:off x="544686" y="1439782"/>
                <a:ext cx="214920" cy="174600"/>
              </p14:xfrm>
            </p:contentPart>
          </mc:Choice>
          <mc:Fallback xmlns="">
            <p:pic>
              <p:nvPicPr>
                <p:cNvPr id="94" name="Ink 93">
                  <a:extLst>
                    <a:ext uri="{FF2B5EF4-FFF2-40B4-BE49-F238E27FC236}">
                      <a16:creationId xmlns:a16="http://schemas.microsoft.com/office/drawing/2014/main" id="{38B23C15-6A43-31D9-E1CD-8975230AB81C}"/>
                    </a:ext>
                  </a:extLst>
                </p:cNvPr>
                <p:cNvPicPr/>
                <p:nvPr/>
              </p:nvPicPr>
              <p:blipFill>
                <a:blip r:embed="rId36"/>
                <a:stretch>
                  <a:fillRect/>
                </a:stretch>
              </p:blipFill>
              <p:spPr>
                <a:xfrm>
                  <a:off x="536046" y="1431142"/>
                  <a:ext cx="232560" cy="192240"/>
                </a:xfrm>
                <a:prstGeom prst="rect">
                  <a:avLst/>
                </a:prstGeom>
              </p:spPr>
            </p:pic>
          </mc:Fallback>
        </mc:AlternateContent>
      </p:grpSp>
      <p:grpSp>
        <p:nvGrpSpPr>
          <p:cNvPr id="102" name="Group 101">
            <a:extLst>
              <a:ext uri="{FF2B5EF4-FFF2-40B4-BE49-F238E27FC236}">
                <a16:creationId xmlns:a16="http://schemas.microsoft.com/office/drawing/2014/main" id="{4DE3B7F6-DD22-29F8-4315-70F6300F6862}"/>
              </a:ext>
            </a:extLst>
          </p:cNvPr>
          <p:cNvGrpSpPr/>
          <p:nvPr/>
        </p:nvGrpSpPr>
        <p:grpSpPr>
          <a:xfrm>
            <a:off x="1634166" y="1716982"/>
            <a:ext cx="348120" cy="358920"/>
            <a:chOff x="110166" y="1716982"/>
            <a:chExt cx="348120" cy="358920"/>
          </a:xfrm>
        </p:grpSpPr>
        <mc:AlternateContent xmlns:mc="http://schemas.openxmlformats.org/markup-compatibility/2006" xmlns:p14="http://schemas.microsoft.com/office/powerpoint/2010/main">
          <mc:Choice Requires="p14">
            <p:contentPart p14:bwMode="auto" r:id="rId37">
              <p14:nvContentPartPr>
                <p14:cNvPr id="97" name="Ink 96">
                  <a:extLst>
                    <a:ext uri="{FF2B5EF4-FFF2-40B4-BE49-F238E27FC236}">
                      <a16:creationId xmlns:a16="http://schemas.microsoft.com/office/drawing/2014/main" id="{B6745DB5-12EE-26D0-DC21-C47ADA7D22AF}"/>
                    </a:ext>
                  </a:extLst>
                </p14:cNvPr>
                <p14:cNvContentPartPr/>
                <p14:nvPr/>
              </p14:nvContentPartPr>
              <p14:xfrm>
                <a:off x="110166" y="1716982"/>
                <a:ext cx="138600" cy="7200"/>
              </p14:xfrm>
            </p:contentPart>
          </mc:Choice>
          <mc:Fallback xmlns="">
            <p:pic>
              <p:nvPicPr>
                <p:cNvPr id="97" name="Ink 96">
                  <a:extLst>
                    <a:ext uri="{FF2B5EF4-FFF2-40B4-BE49-F238E27FC236}">
                      <a16:creationId xmlns:a16="http://schemas.microsoft.com/office/drawing/2014/main" id="{B6745DB5-12EE-26D0-DC21-C47ADA7D22AF}"/>
                    </a:ext>
                  </a:extLst>
                </p:cNvPr>
                <p:cNvPicPr/>
                <p:nvPr/>
              </p:nvPicPr>
              <p:blipFill>
                <a:blip r:embed="rId38"/>
                <a:stretch>
                  <a:fillRect/>
                </a:stretch>
              </p:blipFill>
              <p:spPr>
                <a:xfrm>
                  <a:off x="101166" y="1708342"/>
                  <a:ext cx="1562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98" name="Ink 97">
                  <a:extLst>
                    <a:ext uri="{FF2B5EF4-FFF2-40B4-BE49-F238E27FC236}">
                      <a16:creationId xmlns:a16="http://schemas.microsoft.com/office/drawing/2014/main" id="{3BFCE08F-4823-0CFF-C084-88220F69BEB9}"/>
                    </a:ext>
                  </a:extLst>
                </p14:cNvPr>
                <p14:cNvContentPartPr/>
                <p14:nvPr/>
              </p14:nvContentPartPr>
              <p14:xfrm>
                <a:off x="169926" y="1767382"/>
                <a:ext cx="8280" cy="138240"/>
              </p14:xfrm>
            </p:contentPart>
          </mc:Choice>
          <mc:Fallback xmlns="">
            <p:pic>
              <p:nvPicPr>
                <p:cNvPr id="98" name="Ink 97">
                  <a:extLst>
                    <a:ext uri="{FF2B5EF4-FFF2-40B4-BE49-F238E27FC236}">
                      <a16:creationId xmlns:a16="http://schemas.microsoft.com/office/drawing/2014/main" id="{3BFCE08F-4823-0CFF-C084-88220F69BEB9}"/>
                    </a:ext>
                  </a:extLst>
                </p:cNvPr>
                <p:cNvPicPr/>
                <p:nvPr/>
              </p:nvPicPr>
              <p:blipFill>
                <a:blip r:embed="rId40"/>
                <a:stretch>
                  <a:fillRect/>
                </a:stretch>
              </p:blipFill>
              <p:spPr>
                <a:xfrm>
                  <a:off x="160926" y="1758382"/>
                  <a:ext cx="259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99" name="Ink 98">
                  <a:extLst>
                    <a:ext uri="{FF2B5EF4-FFF2-40B4-BE49-F238E27FC236}">
                      <a16:creationId xmlns:a16="http://schemas.microsoft.com/office/drawing/2014/main" id="{AD107AF8-A084-D210-2B64-10DBEB95588D}"/>
                    </a:ext>
                  </a:extLst>
                </p14:cNvPr>
                <p14:cNvContentPartPr/>
                <p14:nvPr/>
              </p14:nvContentPartPr>
              <p14:xfrm>
                <a:off x="264606" y="1841902"/>
                <a:ext cx="9000" cy="98640"/>
              </p14:xfrm>
            </p:contentPart>
          </mc:Choice>
          <mc:Fallback xmlns="">
            <p:pic>
              <p:nvPicPr>
                <p:cNvPr id="99" name="Ink 98">
                  <a:extLst>
                    <a:ext uri="{FF2B5EF4-FFF2-40B4-BE49-F238E27FC236}">
                      <a16:creationId xmlns:a16="http://schemas.microsoft.com/office/drawing/2014/main" id="{AD107AF8-A084-D210-2B64-10DBEB95588D}"/>
                    </a:ext>
                  </a:extLst>
                </p:cNvPr>
                <p:cNvPicPr/>
                <p:nvPr/>
              </p:nvPicPr>
              <p:blipFill>
                <a:blip r:embed="rId42"/>
                <a:stretch>
                  <a:fillRect/>
                </a:stretch>
              </p:blipFill>
              <p:spPr>
                <a:xfrm>
                  <a:off x="255966" y="1833262"/>
                  <a:ext cx="266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0" name="Ink 99">
                  <a:extLst>
                    <a:ext uri="{FF2B5EF4-FFF2-40B4-BE49-F238E27FC236}">
                      <a16:creationId xmlns:a16="http://schemas.microsoft.com/office/drawing/2014/main" id="{8137EA13-DCF3-0882-5BC1-5CE909401242}"/>
                    </a:ext>
                  </a:extLst>
                </p14:cNvPr>
                <p14:cNvContentPartPr/>
                <p14:nvPr/>
              </p14:nvContentPartPr>
              <p14:xfrm>
                <a:off x="338046" y="1858102"/>
                <a:ext cx="82080" cy="79920"/>
              </p14:xfrm>
            </p:contentPart>
          </mc:Choice>
          <mc:Fallback xmlns="">
            <p:pic>
              <p:nvPicPr>
                <p:cNvPr id="100" name="Ink 99">
                  <a:extLst>
                    <a:ext uri="{FF2B5EF4-FFF2-40B4-BE49-F238E27FC236}">
                      <a16:creationId xmlns:a16="http://schemas.microsoft.com/office/drawing/2014/main" id="{8137EA13-DCF3-0882-5BC1-5CE909401242}"/>
                    </a:ext>
                  </a:extLst>
                </p:cNvPr>
                <p:cNvPicPr/>
                <p:nvPr/>
              </p:nvPicPr>
              <p:blipFill>
                <a:blip r:embed="rId44"/>
                <a:stretch>
                  <a:fillRect/>
                </a:stretch>
              </p:blipFill>
              <p:spPr>
                <a:xfrm>
                  <a:off x="329406" y="1849102"/>
                  <a:ext cx="997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1" name="Ink 100">
                  <a:extLst>
                    <a:ext uri="{FF2B5EF4-FFF2-40B4-BE49-F238E27FC236}">
                      <a16:creationId xmlns:a16="http://schemas.microsoft.com/office/drawing/2014/main" id="{5074927E-4C63-0B71-F8CA-DF81E864808D}"/>
                    </a:ext>
                  </a:extLst>
                </p14:cNvPr>
                <p14:cNvContentPartPr/>
                <p14:nvPr/>
              </p14:nvContentPartPr>
              <p14:xfrm>
                <a:off x="356046" y="1864942"/>
                <a:ext cx="102240" cy="210960"/>
              </p14:xfrm>
            </p:contentPart>
          </mc:Choice>
          <mc:Fallback xmlns="">
            <p:pic>
              <p:nvPicPr>
                <p:cNvPr id="101" name="Ink 100">
                  <a:extLst>
                    <a:ext uri="{FF2B5EF4-FFF2-40B4-BE49-F238E27FC236}">
                      <a16:creationId xmlns:a16="http://schemas.microsoft.com/office/drawing/2014/main" id="{5074927E-4C63-0B71-F8CA-DF81E864808D}"/>
                    </a:ext>
                  </a:extLst>
                </p:cNvPr>
                <p:cNvPicPr/>
                <p:nvPr/>
              </p:nvPicPr>
              <p:blipFill>
                <a:blip r:embed="rId46"/>
                <a:stretch>
                  <a:fillRect/>
                </a:stretch>
              </p:blipFill>
              <p:spPr>
                <a:xfrm>
                  <a:off x="347046" y="1855942"/>
                  <a:ext cx="119880" cy="228600"/>
                </a:xfrm>
                <a:prstGeom prst="rect">
                  <a:avLst/>
                </a:prstGeom>
              </p:spPr>
            </p:pic>
          </mc:Fallback>
        </mc:AlternateContent>
      </p:grpSp>
      <p:grpSp>
        <p:nvGrpSpPr>
          <p:cNvPr id="109" name="Group 108">
            <a:extLst>
              <a:ext uri="{FF2B5EF4-FFF2-40B4-BE49-F238E27FC236}">
                <a16:creationId xmlns:a16="http://schemas.microsoft.com/office/drawing/2014/main" id="{A0D0F810-8AAF-B709-3D5A-2DE176FAC100}"/>
              </a:ext>
            </a:extLst>
          </p:cNvPr>
          <p:cNvGrpSpPr/>
          <p:nvPr/>
        </p:nvGrpSpPr>
        <p:grpSpPr>
          <a:xfrm>
            <a:off x="2807046" y="1538062"/>
            <a:ext cx="147600" cy="153720"/>
            <a:chOff x="1283046" y="1538062"/>
            <a:chExt cx="147600" cy="153720"/>
          </a:xfrm>
        </p:grpSpPr>
        <mc:AlternateContent xmlns:mc="http://schemas.openxmlformats.org/markup-compatibility/2006" xmlns:p14="http://schemas.microsoft.com/office/powerpoint/2010/main">
          <mc:Choice Requires="p14">
            <p:contentPart p14:bwMode="auto" r:id="rId47">
              <p14:nvContentPartPr>
                <p14:cNvPr id="103" name="Ink 102">
                  <a:extLst>
                    <a:ext uri="{FF2B5EF4-FFF2-40B4-BE49-F238E27FC236}">
                      <a16:creationId xmlns:a16="http://schemas.microsoft.com/office/drawing/2014/main" id="{AEFC9998-32C6-738B-F53F-12035515D1DF}"/>
                    </a:ext>
                  </a:extLst>
                </p14:cNvPr>
                <p14:cNvContentPartPr/>
                <p14:nvPr/>
              </p14:nvContentPartPr>
              <p14:xfrm>
                <a:off x="1283046" y="1538062"/>
                <a:ext cx="131400" cy="5400"/>
              </p14:xfrm>
            </p:contentPart>
          </mc:Choice>
          <mc:Fallback xmlns="">
            <p:pic>
              <p:nvPicPr>
                <p:cNvPr id="103" name="Ink 102">
                  <a:extLst>
                    <a:ext uri="{FF2B5EF4-FFF2-40B4-BE49-F238E27FC236}">
                      <a16:creationId xmlns:a16="http://schemas.microsoft.com/office/drawing/2014/main" id="{AEFC9998-32C6-738B-F53F-12035515D1DF}"/>
                    </a:ext>
                  </a:extLst>
                </p:cNvPr>
                <p:cNvPicPr/>
                <p:nvPr/>
              </p:nvPicPr>
              <p:blipFill>
                <a:blip r:embed="rId48"/>
                <a:stretch>
                  <a:fillRect/>
                </a:stretch>
              </p:blipFill>
              <p:spPr>
                <a:xfrm>
                  <a:off x="1274406" y="1529062"/>
                  <a:ext cx="1490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4" name="Ink 103">
                  <a:extLst>
                    <a:ext uri="{FF2B5EF4-FFF2-40B4-BE49-F238E27FC236}">
                      <a16:creationId xmlns:a16="http://schemas.microsoft.com/office/drawing/2014/main" id="{21B2B242-6B6F-F024-AFBE-179EFF4FA7FF}"/>
                    </a:ext>
                  </a:extLst>
                </p14:cNvPr>
                <p14:cNvContentPartPr/>
                <p14:nvPr/>
              </p14:nvContentPartPr>
              <p14:xfrm>
                <a:off x="1351806" y="1553902"/>
                <a:ext cx="10800" cy="101160"/>
              </p14:xfrm>
            </p:contentPart>
          </mc:Choice>
          <mc:Fallback xmlns="">
            <p:pic>
              <p:nvPicPr>
                <p:cNvPr id="104" name="Ink 103">
                  <a:extLst>
                    <a:ext uri="{FF2B5EF4-FFF2-40B4-BE49-F238E27FC236}">
                      <a16:creationId xmlns:a16="http://schemas.microsoft.com/office/drawing/2014/main" id="{21B2B242-6B6F-F024-AFBE-179EFF4FA7FF}"/>
                    </a:ext>
                  </a:extLst>
                </p:cNvPr>
                <p:cNvPicPr/>
                <p:nvPr/>
              </p:nvPicPr>
              <p:blipFill>
                <a:blip r:embed="rId50"/>
                <a:stretch>
                  <a:fillRect/>
                </a:stretch>
              </p:blipFill>
              <p:spPr>
                <a:xfrm>
                  <a:off x="1342806" y="1545262"/>
                  <a:ext cx="284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5" name="Ink 104">
                  <a:extLst>
                    <a:ext uri="{FF2B5EF4-FFF2-40B4-BE49-F238E27FC236}">
                      <a16:creationId xmlns:a16="http://schemas.microsoft.com/office/drawing/2014/main" id="{597420AE-6E4A-1855-4E6E-42D3BAD58439}"/>
                    </a:ext>
                  </a:extLst>
                </p14:cNvPr>
                <p14:cNvContentPartPr/>
                <p14:nvPr/>
              </p14:nvContentPartPr>
              <p14:xfrm>
                <a:off x="1424886" y="1611142"/>
                <a:ext cx="5760" cy="80640"/>
              </p14:xfrm>
            </p:contentPart>
          </mc:Choice>
          <mc:Fallback xmlns="">
            <p:pic>
              <p:nvPicPr>
                <p:cNvPr id="105" name="Ink 104">
                  <a:extLst>
                    <a:ext uri="{FF2B5EF4-FFF2-40B4-BE49-F238E27FC236}">
                      <a16:creationId xmlns:a16="http://schemas.microsoft.com/office/drawing/2014/main" id="{597420AE-6E4A-1855-4E6E-42D3BAD58439}"/>
                    </a:ext>
                  </a:extLst>
                </p:cNvPr>
                <p:cNvPicPr/>
                <p:nvPr/>
              </p:nvPicPr>
              <p:blipFill>
                <a:blip r:embed="rId52"/>
                <a:stretch>
                  <a:fillRect/>
                </a:stretch>
              </p:blipFill>
              <p:spPr>
                <a:xfrm>
                  <a:off x="1416246" y="1602142"/>
                  <a:ext cx="23400" cy="98280"/>
                </a:xfrm>
                <a:prstGeom prst="rect">
                  <a:avLst/>
                </a:prstGeom>
              </p:spPr>
            </p:pic>
          </mc:Fallback>
        </mc:AlternateContent>
      </p:grpSp>
      <p:grpSp>
        <p:nvGrpSpPr>
          <p:cNvPr id="108" name="Group 107">
            <a:extLst>
              <a:ext uri="{FF2B5EF4-FFF2-40B4-BE49-F238E27FC236}">
                <a16:creationId xmlns:a16="http://schemas.microsoft.com/office/drawing/2014/main" id="{DDEFC6FA-1FD2-CCFA-E0A1-41DD8E1AE2B6}"/>
              </a:ext>
            </a:extLst>
          </p:cNvPr>
          <p:cNvGrpSpPr/>
          <p:nvPr/>
        </p:nvGrpSpPr>
        <p:grpSpPr>
          <a:xfrm>
            <a:off x="2857806" y="1986982"/>
            <a:ext cx="626760" cy="308520"/>
            <a:chOff x="1333806" y="1986982"/>
            <a:chExt cx="626760" cy="308520"/>
          </a:xfrm>
        </p:grpSpPr>
        <mc:AlternateContent xmlns:mc="http://schemas.openxmlformats.org/markup-compatibility/2006" xmlns:p14="http://schemas.microsoft.com/office/powerpoint/2010/main">
          <mc:Choice Requires="p14">
            <p:contentPart p14:bwMode="auto" r:id="rId53">
              <p14:nvContentPartPr>
                <p14:cNvPr id="74" name="Ink 73">
                  <a:extLst>
                    <a:ext uri="{FF2B5EF4-FFF2-40B4-BE49-F238E27FC236}">
                      <a16:creationId xmlns:a16="http://schemas.microsoft.com/office/drawing/2014/main" id="{5F68B8F5-9639-0D4D-E4D3-AC6FFAB20CB0}"/>
                    </a:ext>
                  </a:extLst>
                </p14:cNvPr>
                <p14:cNvContentPartPr/>
                <p14:nvPr/>
              </p14:nvContentPartPr>
              <p14:xfrm>
                <a:off x="1800006" y="2251942"/>
                <a:ext cx="43200" cy="2880"/>
              </p14:xfrm>
            </p:contentPart>
          </mc:Choice>
          <mc:Fallback xmlns="">
            <p:pic>
              <p:nvPicPr>
                <p:cNvPr id="74" name="Ink 73">
                  <a:extLst>
                    <a:ext uri="{FF2B5EF4-FFF2-40B4-BE49-F238E27FC236}">
                      <a16:creationId xmlns:a16="http://schemas.microsoft.com/office/drawing/2014/main" id="{5F68B8F5-9639-0D4D-E4D3-AC6FFAB20CB0}"/>
                    </a:ext>
                  </a:extLst>
                </p:cNvPr>
                <p:cNvPicPr/>
                <p:nvPr/>
              </p:nvPicPr>
              <p:blipFill>
                <a:blip r:embed="rId54"/>
                <a:stretch>
                  <a:fillRect/>
                </a:stretch>
              </p:blipFill>
              <p:spPr>
                <a:xfrm>
                  <a:off x="1791006" y="2242942"/>
                  <a:ext cx="608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5" name="Ink 74">
                  <a:extLst>
                    <a:ext uri="{FF2B5EF4-FFF2-40B4-BE49-F238E27FC236}">
                      <a16:creationId xmlns:a16="http://schemas.microsoft.com/office/drawing/2014/main" id="{A45DC202-91FB-6299-D064-36AB9171403E}"/>
                    </a:ext>
                  </a:extLst>
                </p14:cNvPr>
                <p14:cNvContentPartPr/>
                <p14:nvPr/>
              </p14:nvContentPartPr>
              <p14:xfrm>
                <a:off x="1503726" y="2254822"/>
                <a:ext cx="115200" cy="3240"/>
              </p14:xfrm>
            </p:contentPart>
          </mc:Choice>
          <mc:Fallback xmlns="">
            <p:pic>
              <p:nvPicPr>
                <p:cNvPr id="75" name="Ink 74">
                  <a:extLst>
                    <a:ext uri="{FF2B5EF4-FFF2-40B4-BE49-F238E27FC236}">
                      <a16:creationId xmlns:a16="http://schemas.microsoft.com/office/drawing/2014/main" id="{A45DC202-91FB-6299-D064-36AB9171403E}"/>
                    </a:ext>
                  </a:extLst>
                </p:cNvPr>
                <p:cNvPicPr/>
                <p:nvPr/>
              </p:nvPicPr>
              <p:blipFill>
                <a:blip r:embed="rId56"/>
                <a:stretch>
                  <a:fillRect/>
                </a:stretch>
              </p:blipFill>
              <p:spPr>
                <a:xfrm>
                  <a:off x="1494726" y="2246182"/>
                  <a:ext cx="1328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7" name="Ink 76">
                  <a:extLst>
                    <a:ext uri="{FF2B5EF4-FFF2-40B4-BE49-F238E27FC236}">
                      <a16:creationId xmlns:a16="http://schemas.microsoft.com/office/drawing/2014/main" id="{EA8B15B6-4303-3A35-27F3-1D3D0882FAFC}"/>
                    </a:ext>
                  </a:extLst>
                </p14:cNvPr>
                <p14:cNvContentPartPr/>
                <p14:nvPr/>
              </p14:nvContentPartPr>
              <p14:xfrm>
                <a:off x="1374846" y="2289022"/>
                <a:ext cx="67320" cy="6480"/>
              </p14:xfrm>
            </p:contentPart>
          </mc:Choice>
          <mc:Fallback xmlns="">
            <p:pic>
              <p:nvPicPr>
                <p:cNvPr id="77" name="Ink 76">
                  <a:extLst>
                    <a:ext uri="{FF2B5EF4-FFF2-40B4-BE49-F238E27FC236}">
                      <a16:creationId xmlns:a16="http://schemas.microsoft.com/office/drawing/2014/main" id="{EA8B15B6-4303-3A35-27F3-1D3D0882FAFC}"/>
                    </a:ext>
                  </a:extLst>
                </p:cNvPr>
                <p:cNvPicPr/>
                <p:nvPr/>
              </p:nvPicPr>
              <p:blipFill>
                <a:blip r:embed="rId58"/>
                <a:stretch>
                  <a:fillRect/>
                </a:stretch>
              </p:blipFill>
              <p:spPr>
                <a:xfrm>
                  <a:off x="1365846" y="2280382"/>
                  <a:ext cx="849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1" name="Ink 80">
                  <a:extLst>
                    <a:ext uri="{FF2B5EF4-FFF2-40B4-BE49-F238E27FC236}">
                      <a16:creationId xmlns:a16="http://schemas.microsoft.com/office/drawing/2014/main" id="{FEBBBEC6-F5CB-2C1D-7484-51F7E4A808A3}"/>
                    </a:ext>
                  </a:extLst>
                </p14:cNvPr>
                <p14:cNvContentPartPr/>
                <p14:nvPr/>
              </p14:nvContentPartPr>
              <p14:xfrm>
                <a:off x="1899366" y="2249782"/>
                <a:ext cx="61200" cy="6480"/>
              </p14:xfrm>
            </p:contentPart>
          </mc:Choice>
          <mc:Fallback xmlns="">
            <p:pic>
              <p:nvPicPr>
                <p:cNvPr id="81" name="Ink 80">
                  <a:extLst>
                    <a:ext uri="{FF2B5EF4-FFF2-40B4-BE49-F238E27FC236}">
                      <a16:creationId xmlns:a16="http://schemas.microsoft.com/office/drawing/2014/main" id="{FEBBBEC6-F5CB-2C1D-7484-51F7E4A808A3}"/>
                    </a:ext>
                  </a:extLst>
                </p:cNvPr>
                <p:cNvPicPr/>
                <p:nvPr/>
              </p:nvPicPr>
              <p:blipFill>
                <a:blip r:embed="rId60"/>
                <a:stretch>
                  <a:fillRect/>
                </a:stretch>
              </p:blipFill>
              <p:spPr>
                <a:xfrm>
                  <a:off x="1890726" y="2240782"/>
                  <a:ext cx="788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6" name="Ink 105">
                  <a:extLst>
                    <a:ext uri="{FF2B5EF4-FFF2-40B4-BE49-F238E27FC236}">
                      <a16:creationId xmlns:a16="http://schemas.microsoft.com/office/drawing/2014/main" id="{1D9E96C7-C8FE-DBC9-FE59-DCF0BF07B427}"/>
                    </a:ext>
                  </a:extLst>
                </p14:cNvPr>
                <p14:cNvContentPartPr/>
                <p14:nvPr/>
              </p14:nvContentPartPr>
              <p14:xfrm>
                <a:off x="1697406" y="2036302"/>
                <a:ext cx="81000" cy="234720"/>
              </p14:xfrm>
            </p:contentPart>
          </mc:Choice>
          <mc:Fallback xmlns="">
            <p:pic>
              <p:nvPicPr>
                <p:cNvPr id="106" name="Ink 105">
                  <a:extLst>
                    <a:ext uri="{FF2B5EF4-FFF2-40B4-BE49-F238E27FC236}">
                      <a16:creationId xmlns:a16="http://schemas.microsoft.com/office/drawing/2014/main" id="{1D9E96C7-C8FE-DBC9-FE59-DCF0BF07B427}"/>
                    </a:ext>
                  </a:extLst>
                </p:cNvPr>
                <p:cNvPicPr/>
                <p:nvPr/>
              </p:nvPicPr>
              <p:blipFill>
                <a:blip r:embed="rId62"/>
                <a:stretch>
                  <a:fillRect/>
                </a:stretch>
              </p:blipFill>
              <p:spPr>
                <a:xfrm>
                  <a:off x="1688406" y="2027302"/>
                  <a:ext cx="9864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7" name="Ink 106">
                  <a:extLst>
                    <a:ext uri="{FF2B5EF4-FFF2-40B4-BE49-F238E27FC236}">
                      <a16:creationId xmlns:a16="http://schemas.microsoft.com/office/drawing/2014/main" id="{C212594D-E69F-5004-38AE-DF0824398FCB}"/>
                    </a:ext>
                  </a:extLst>
                </p14:cNvPr>
                <p14:cNvContentPartPr/>
                <p14:nvPr/>
              </p14:nvContentPartPr>
              <p14:xfrm>
                <a:off x="1333806" y="1986982"/>
                <a:ext cx="128880" cy="164160"/>
              </p14:xfrm>
            </p:contentPart>
          </mc:Choice>
          <mc:Fallback xmlns="">
            <p:pic>
              <p:nvPicPr>
                <p:cNvPr id="107" name="Ink 106">
                  <a:extLst>
                    <a:ext uri="{FF2B5EF4-FFF2-40B4-BE49-F238E27FC236}">
                      <a16:creationId xmlns:a16="http://schemas.microsoft.com/office/drawing/2014/main" id="{C212594D-E69F-5004-38AE-DF0824398FCB}"/>
                    </a:ext>
                  </a:extLst>
                </p:cNvPr>
                <p:cNvPicPr/>
                <p:nvPr/>
              </p:nvPicPr>
              <p:blipFill>
                <a:blip r:embed="rId64"/>
                <a:stretch>
                  <a:fillRect/>
                </a:stretch>
              </p:blipFill>
              <p:spPr>
                <a:xfrm>
                  <a:off x="1325166" y="1978342"/>
                  <a:ext cx="146520" cy="181800"/>
                </a:xfrm>
                <a:prstGeom prst="rect">
                  <a:avLst/>
                </a:prstGeom>
              </p:spPr>
            </p:pic>
          </mc:Fallback>
        </mc:AlternateContent>
      </p:grpSp>
      <p:grpSp>
        <p:nvGrpSpPr>
          <p:cNvPr id="113" name="Group 112">
            <a:extLst>
              <a:ext uri="{FF2B5EF4-FFF2-40B4-BE49-F238E27FC236}">
                <a16:creationId xmlns:a16="http://schemas.microsoft.com/office/drawing/2014/main" id="{26A74844-A029-74AE-40CC-5F16EA688FB3}"/>
              </a:ext>
            </a:extLst>
          </p:cNvPr>
          <p:cNvGrpSpPr/>
          <p:nvPr/>
        </p:nvGrpSpPr>
        <p:grpSpPr>
          <a:xfrm>
            <a:off x="3045366" y="1449142"/>
            <a:ext cx="252360" cy="290160"/>
            <a:chOff x="1521366" y="1449142"/>
            <a:chExt cx="252360" cy="290160"/>
          </a:xfrm>
        </p:grpSpPr>
        <mc:AlternateContent xmlns:mc="http://schemas.openxmlformats.org/markup-compatibility/2006" xmlns:p14="http://schemas.microsoft.com/office/powerpoint/2010/main">
          <mc:Choice Requires="p14">
            <p:contentPart p14:bwMode="auto" r:id="rId65">
              <p14:nvContentPartPr>
                <p14:cNvPr id="110" name="Ink 109">
                  <a:extLst>
                    <a:ext uri="{FF2B5EF4-FFF2-40B4-BE49-F238E27FC236}">
                      <a16:creationId xmlns:a16="http://schemas.microsoft.com/office/drawing/2014/main" id="{E63D65A5-E929-D3CC-7B72-0664196F8595}"/>
                    </a:ext>
                  </a:extLst>
                </p14:cNvPr>
                <p14:cNvContentPartPr/>
                <p14:nvPr/>
              </p14:nvContentPartPr>
              <p14:xfrm>
                <a:off x="1591926" y="1522942"/>
                <a:ext cx="8280" cy="112680"/>
              </p14:xfrm>
            </p:contentPart>
          </mc:Choice>
          <mc:Fallback xmlns="">
            <p:pic>
              <p:nvPicPr>
                <p:cNvPr id="110" name="Ink 109">
                  <a:extLst>
                    <a:ext uri="{FF2B5EF4-FFF2-40B4-BE49-F238E27FC236}">
                      <a16:creationId xmlns:a16="http://schemas.microsoft.com/office/drawing/2014/main" id="{E63D65A5-E929-D3CC-7B72-0664196F8595}"/>
                    </a:ext>
                  </a:extLst>
                </p:cNvPr>
                <p:cNvPicPr/>
                <p:nvPr/>
              </p:nvPicPr>
              <p:blipFill>
                <a:blip r:embed="rId66"/>
                <a:stretch>
                  <a:fillRect/>
                </a:stretch>
              </p:blipFill>
              <p:spPr>
                <a:xfrm>
                  <a:off x="1573926" y="1505302"/>
                  <a:ext cx="439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11" name="Ink 110">
                  <a:extLst>
                    <a:ext uri="{FF2B5EF4-FFF2-40B4-BE49-F238E27FC236}">
                      <a16:creationId xmlns:a16="http://schemas.microsoft.com/office/drawing/2014/main" id="{EBB72526-960E-33E7-DD5D-1A4F00E7243F}"/>
                    </a:ext>
                  </a:extLst>
                </p14:cNvPr>
                <p14:cNvContentPartPr/>
                <p14:nvPr/>
              </p14:nvContentPartPr>
              <p14:xfrm>
                <a:off x="1575366" y="1554982"/>
                <a:ext cx="118800" cy="82800"/>
              </p14:xfrm>
            </p:contentPart>
          </mc:Choice>
          <mc:Fallback xmlns="">
            <p:pic>
              <p:nvPicPr>
                <p:cNvPr id="111" name="Ink 110">
                  <a:extLst>
                    <a:ext uri="{FF2B5EF4-FFF2-40B4-BE49-F238E27FC236}">
                      <a16:creationId xmlns:a16="http://schemas.microsoft.com/office/drawing/2014/main" id="{EBB72526-960E-33E7-DD5D-1A4F00E7243F}"/>
                    </a:ext>
                  </a:extLst>
                </p:cNvPr>
                <p:cNvPicPr/>
                <p:nvPr/>
              </p:nvPicPr>
              <p:blipFill>
                <a:blip r:embed="rId68"/>
                <a:stretch>
                  <a:fillRect/>
                </a:stretch>
              </p:blipFill>
              <p:spPr>
                <a:xfrm>
                  <a:off x="1557726" y="1537342"/>
                  <a:ext cx="1544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12" name="Ink 111">
                  <a:extLst>
                    <a:ext uri="{FF2B5EF4-FFF2-40B4-BE49-F238E27FC236}">
                      <a16:creationId xmlns:a16="http://schemas.microsoft.com/office/drawing/2014/main" id="{CC2EAFDB-22F8-2158-9549-C26D97B11255}"/>
                    </a:ext>
                  </a:extLst>
                </p14:cNvPr>
                <p14:cNvContentPartPr/>
                <p14:nvPr/>
              </p14:nvContentPartPr>
              <p14:xfrm>
                <a:off x="1521366" y="1449142"/>
                <a:ext cx="252360" cy="290160"/>
              </p14:xfrm>
            </p:contentPart>
          </mc:Choice>
          <mc:Fallback xmlns="">
            <p:pic>
              <p:nvPicPr>
                <p:cNvPr id="112" name="Ink 111">
                  <a:extLst>
                    <a:ext uri="{FF2B5EF4-FFF2-40B4-BE49-F238E27FC236}">
                      <a16:creationId xmlns:a16="http://schemas.microsoft.com/office/drawing/2014/main" id="{CC2EAFDB-22F8-2158-9549-C26D97B11255}"/>
                    </a:ext>
                  </a:extLst>
                </p:cNvPr>
                <p:cNvPicPr/>
                <p:nvPr/>
              </p:nvPicPr>
              <p:blipFill>
                <a:blip r:embed="rId70"/>
                <a:stretch>
                  <a:fillRect/>
                </a:stretch>
              </p:blipFill>
              <p:spPr>
                <a:xfrm>
                  <a:off x="1503726" y="1431142"/>
                  <a:ext cx="288000" cy="325800"/>
                </a:xfrm>
                <a:prstGeom prst="rect">
                  <a:avLst/>
                </a:prstGeom>
              </p:spPr>
            </p:pic>
          </mc:Fallback>
        </mc:AlternateContent>
      </p:grpSp>
      <p:grpSp>
        <p:nvGrpSpPr>
          <p:cNvPr id="116" name="Group 115">
            <a:extLst>
              <a:ext uri="{FF2B5EF4-FFF2-40B4-BE49-F238E27FC236}">
                <a16:creationId xmlns:a16="http://schemas.microsoft.com/office/drawing/2014/main" id="{BCDC75C4-7073-E617-EDA7-CD00962857D4}"/>
              </a:ext>
            </a:extLst>
          </p:cNvPr>
          <p:cNvGrpSpPr/>
          <p:nvPr/>
        </p:nvGrpSpPr>
        <p:grpSpPr>
          <a:xfrm>
            <a:off x="1692486" y="1410262"/>
            <a:ext cx="221040" cy="227520"/>
            <a:chOff x="168486" y="1410262"/>
            <a:chExt cx="221040" cy="227520"/>
          </a:xfrm>
        </p:grpSpPr>
        <mc:AlternateContent xmlns:mc="http://schemas.openxmlformats.org/markup-compatibility/2006" xmlns:p14="http://schemas.microsoft.com/office/powerpoint/2010/main">
          <mc:Choice Requires="p14">
            <p:contentPart p14:bwMode="auto" r:id="rId71">
              <p14:nvContentPartPr>
                <p14:cNvPr id="114" name="Ink 113">
                  <a:extLst>
                    <a:ext uri="{FF2B5EF4-FFF2-40B4-BE49-F238E27FC236}">
                      <a16:creationId xmlns:a16="http://schemas.microsoft.com/office/drawing/2014/main" id="{3959C94B-FC89-EFD5-0519-D72E34CCC80C}"/>
                    </a:ext>
                  </a:extLst>
                </p14:cNvPr>
                <p14:cNvContentPartPr/>
                <p14:nvPr/>
              </p14:nvContentPartPr>
              <p14:xfrm>
                <a:off x="241566" y="1453462"/>
                <a:ext cx="92880" cy="115920"/>
              </p14:xfrm>
            </p:contentPart>
          </mc:Choice>
          <mc:Fallback xmlns="">
            <p:pic>
              <p:nvPicPr>
                <p:cNvPr id="114" name="Ink 113">
                  <a:extLst>
                    <a:ext uri="{FF2B5EF4-FFF2-40B4-BE49-F238E27FC236}">
                      <a16:creationId xmlns:a16="http://schemas.microsoft.com/office/drawing/2014/main" id="{3959C94B-FC89-EFD5-0519-D72E34CCC80C}"/>
                    </a:ext>
                  </a:extLst>
                </p:cNvPr>
                <p:cNvPicPr/>
                <p:nvPr/>
              </p:nvPicPr>
              <p:blipFill>
                <a:blip r:embed="rId72"/>
                <a:stretch>
                  <a:fillRect/>
                </a:stretch>
              </p:blipFill>
              <p:spPr>
                <a:xfrm>
                  <a:off x="223926" y="1435462"/>
                  <a:ext cx="1285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15" name="Ink 114">
                  <a:extLst>
                    <a:ext uri="{FF2B5EF4-FFF2-40B4-BE49-F238E27FC236}">
                      <a16:creationId xmlns:a16="http://schemas.microsoft.com/office/drawing/2014/main" id="{FEF08FFC-4BAD-8229-0AF3-DBCDFC02D378}"/>
                    </a:ext>
                  </a:extLst>
                </p14:cNvPr>
                <p14:cNvContentPartPr/>
                <p14:nvPr/>
              </p14:nvContentPartPr>
              <p14:xfrm>
                <a:off x="168486" y="1410262"/>
                <a:ext cx="221040" cy="227520"/>
              </p14:xfrm>
            </p:contentPart>
          </mc:Choice>
          <mc:Fallback xmlns="">
            <p:pic>
              <p:nvPicPr>
                <p:cNvPr id="115" name="Ink 114">
                  <a:extLst>
                    <a:ext uri="{FF2B5EF4-FFF2-40B4-BE49-F238E27FC236}">
                      <a16:creationId xmlns:a16="http://schemas.microsoft.com/office/drawing/2014/main" id="{FEF08FFC-4BAD-8229-0AF3-DBCDFC02D378}"/>
                    </a:ext>
                  </a:extLst>
                </p:cNvPr>
                <p:cNvPicPr/>
                <p:nvPr/>
              </p:nvPicPr>
              <p:blipFill>
                <a:blip r:embed="rId74"/>
                <a:stretch>
                  <a:fillRect/>
                </a:stretch>
              </p:blipFill>
              <p:spPr>
                <a:xfrm>
                  <a:off x="150486" y="1392622"/>
                  <a:ext cx="256680" cy="263160"/>
                </a:xfrm>
                <a:prstGeom prst="rect">
                  <a:avLst/>
                </a:prstGeom>
              </p:spPr>
            </p:pic>
          </mc:Fallback>
        </mc:AlternateContent>
      </p:grpSp>
      <p:grpSp>
        <p:nvGrpSpPr>
          <p:cNvPr id="119" name="Group 118">
            <a:extLst>
              <a:ext uri="{FF2B5EF4-FFF2-40B4-BE49-F238E27FC236}">
                <a16:creationId xmlns:a16="http://schemas.microsoft.com/office/drawing/2014/main" id="{3FE140B4-1196-380D-9706-06646305BD5C}"/>
              </a:ext>
            </a:extLst>
          </p:cNvPr>
          <p:cNvGrpSpPr/>
          <p:nvPr/>
        </p:nvGrpSpPr>
        <p:grpSpPr>
          <a:xfrm>
            <a:off x="2896686" y="2284342"/>
            <a:ext cx="234000" cy="241560"/>
            <a:chOff x="1372686" y="2284342"/>
            <a:chExt cx="234000" cy="241560"/>
          </a:xfrm>
        </p:grpSpPr>
        <mc:AlternateContent xmlns:mc="http://schemas.openxmlformats.org/markup-compatibility/2006" xmlns:p14="http://schemas.microsoft.com/office/powerpoint/2010/main">
          <mc:Choice Requires="p14">
            <p:contentPart p14:bwMode="auto" r:id="rId75">
              <p14:nvContentPartPr>
                <p14:cNvPr id="117" name="Ink 116">
                  <a:extLst>
                    <a:ext uri="{FF2B5EF4-FFF2-40B4-BE49-F238E27FC236}">
                      <a16:creationId xmlns:a16="http://schemas.microsoft.com/office/drawing/2014/main" id="{9C3FE4E9-5CBF-00E3-4A3D-D5AC5E44A086}"/>
                    </a:ext>
                  </a:extLst>
                </p14:cNvPr>
                <p14:cNvContentPartPr/>
                <p14:nvPr/>
              </p14:nvContentPartPr>
              <p14:xfrm>
                <a:off x="1454766" y="2348062"/>
                <a:ext cx="112680" cy="118440"/>
              </p14:xfrm>
            </p:contentPart>
          </mc:Choice>
          <mc:Fallback xmlns="">
            <p:pic>
              <p:nvPicPr>
                <p:cNvPr id="117" name="Ink 116">
                  <a:extLst>
                    <a:ext uri="{FF2B5EF4-FFF2-40B4-BE49-F238E27FC236}">
                      <a16:creationId xmlns:a16="http://schemas.microsoft.com/office/drawing/2014/main" id="{9C3FE4E9-5CBF-00E3-4A3D-D5AC5E44A086}"/>
                    </a:ext>
                  </a:extLst>
                </p:cNvPr>
                <p:cNvPicPr/>
                <p:nvPr/>
              </p:nvPicPr>
              <p:blipFill>
                <a:blip r:embed="rId76"/>
                <a:stretch>
                  <a:fillRect/>
                </a:stretch>
              </p:blipFill>
              <p:spPr>
                <a:xfrm>
                  <a:off x="1437126" y="2330062"/>
                  <a:ext cx="1483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8" name="Ink 117">
                  <a:extLst>
                    <a:ext uri="{FF2B5EF4-FFF2-40B4-BE49-F238E27FC236}">
                      <a16:creationId xmlns:a16="http://schemas.microsoft.com/office/drawing/2014/main" id="{E51D461C-FE60-E0C0-E884-CEE04CDFDB3F}"/>
                    </a:ext>
                  </a:extLst>
                </p14:cNvPr>
                <p14:cNvContentPartPr/>
                <p14:nvPr/>
              </p14:nvContentPartPr>
              <p14:xfrm>
                <a:off x="1372686" y="2284342"/>
                <a:ext cx="234000" cy="241560"/>
              </p14:xfrm>
            </p:contentPart>
          </mc:Choice>
          <mc:Fallback xmlns="">
            <p:pic>
              <p:nvPicPr>
                <p:cNvPr id="118" name="Ink 117">
                  <a:extLst>
                    <a:ext uri="{FF2B5EF4-FFF2-40B4-BE49-F238E27FC236}">
                      <a16:creationId xmlns:a16="http://schemas.microsoft.com/office/drawing/2014/main" id="{E51D461C-FE60-E0C0-E884-CEE04CDFDB3F}"/>
                    </a:ext>
                  </a:extLst>
                </p:cNvPr>
                <p:cNvPicPr/>
                <p:nvPr/>
              </p:nvPicPr>
              <p:blipFill>
                <a:blip r:embed="rId78"/>
                <a:stretch>
                  <a:fillRect/>
                </a:stretch>
              </p:blipFill>
              <p:spPr>
                <a:xfrm>
                  <a:off x="1354686" y="2266702"/>
                  <a:ext cx="269640" cy="27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9">
            <p14:nvContentPartPr>
              <p14:cNvPr id="237" name="Ink 236">
                <a:extLst>
                  <a:ext uri="{FF2B5EF4-FFF2-40B4-BE49-F238E27FC236}">
                    <a16:creationId xmlns:a16="http://schemas.microsoft.com/office/drawing/2014/main" id="{7332D5F6-AF62-DA8D-5CCA-857C7B122242}"/>
                  </a:ext>
                </a:extLst>
              </p14:cNvPr>
              <p14:cNvContentPartPr/>
              <p14:nvPr/>
            </p14:nvContentPartPr>
            <p14:xfrm>
              <a:off x="7692246" y="3490702"/>
              <a:ext cx="33480" cy="59760"/>
            </p14:xfrm>
          </p:contentPart>
        </mc:Choice>
        <mc:Fallback xmlns="">
          <p:pic>
            <p:nvPicPr>
              <p:cNvPr id="237" name="Ink 236">
                <a:extLst>
                  <a:ext uri="{FF2B5EF4-FFF2-40B4-BE49-F238E27FC236}">
                    <a16:creationId xmlns:a16="http://schemas.microsoft.com/office/drawing/2014/main" id="{7332D5F6-AF62-DA8D-5CCA-857C7B122242}"/>
                  </a:ext>
                </a:extLst>
              </p:cNvPr>
              <p:cNvPicPr/>
              <p:nvPr/>
            </p:nvPicPr>
            <p:blipFill>
              <a:blip r:embed="rId80"/>
              <a:stretch>
                <a:fillRect/>
              </a:stretch>
            </p:blipFill>
            <p:spPr>
              <a:xfrm>
                <a:off x="7683246" y="3481702"/>
                <a:ext cx="51120" cy="77400"/>
              </a:xfrm>
              <a:prstGeom prst="rect">
                <a:avLst/>
              </a:prstGeom>
            </p:spPr>
          </p:pic>
        </mc:Fallback>
      </mc:AlternateContent>
      <p:grpSp>
        <p:nvGrpSpPr>
          <p:cNvPr id="242" name="Group 241">
            <a:extLst>
              <a:ext uri="{FF2B5EF4-FFF2-40B4-BE49-F238E27FC236}">
                <a16:creationId xmlns:a16="http://schemas.microsoft.com/office/drawing/2014/main" id="{12326531-6DA9-95CF-CFA5-7318DE8506D9}"/>
              </a:ext>
            </a:extLst>
          </p:cNvPr>
          <p:cNvGrpSpPr/>
          <p:nvPr/>
        </p:nvGrpSpPr>
        <p:grpSpPr>
          <a:xfrm>
            <a:off x="6016806" y="2393782"/>
            <a:ext cx="1710360" cy="1012680"/>
            <a:chOff x="4492806" y="2393782"/>
            <a:chExt cx="1710360" cy="1012680"/>
          </a:xfrm>
        </p:grpSpPr>
        <mc:AlternateContent xmlns:mc="http://schemas.openxmlformats.org/markup-compatibility/2006" xmlns:p14="http://schemas.microsoft.com/office/powerpoint/2010/main">
          <mc:Choice Requires="p14">
            <p:contentPart p14:bwMode="auto" r:id="rId81">
              <p14:nvContentPartPr>
                <p14:cNvPr id="199" name="Ink 198">
                  <a:extLst>
                    <a:ext uri="{FF2B5EF4-FFF2-40B4-BE49-F238E27FC236}">
                      <a16:creationId xmlns:a16="http://schemas.microsoft.com/office/drawing/2014/main" id="{FE9F65C2-586A-AF0C-DED7-66A1DEF3FC53}"/>
                    </a:ext>
                  </a:extLst>
                </p14:cNvPr>
                <p14:cNvContentPartPr/>
                <p14:nvPr/>
              </p14:nvContentPartPr>
              <p14:xfrm>
                <a:off x="4696206" y="2393782"/>
                <a:ext cx="1322640" cy="372600"/>
              </p14:xfrm>
            </p:contentPart>
          </mc:Choice>
          <mc:Fallback xmlns="">
            <p:pic>
              <p:nvPicPr>
                <p:cNvPr id="199" name="Ink 198">
                  <a:extLst>
                    <a:ext uri="{FF2B5EF4-FFF2-40B4-BE49-F238E27FC236}">
                      <a16:creationId xmlns:a16="http://schemas.microsoft.com/office/drawing/2014/main" id="{FE9F65C2-586A-AF0C-DED7-66A1DEF3FC53}"/>
                    </a:ext>
                  </a:extLst>
                </p:cNvPr>
                <p:cNvPicPr/>
                <p:nvPr/>
              </p:nvPicPr>
              <p:blipFill>
                <a:blip r:embed="rId82"/>
                <a:stretch>
                  <a:fillRect/>
                </a:stretch>
              </p:blipFill>
              <p:spPr>
                <a:xfrm>
                  <a:off x="4687206" y="2385142"/>
                  <a:ext cx="134028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00" name="Ink 199">
                  <a:extLst>
                    <a:ext uri="{FF2B5EF4-FFF2-40B4-BE49-F238E27FC236}">
                      <a16:creationId xmlns:a16="http://schemas.microsoft.com/office/drawing/2014/main" id="{C6EF7EFE-28CF-2453-4EEF-E6E2C374A7DB}"/>
                    </a:ext>
                  </a:extLst>
                </p14:cNvPr>
                <p14:cNvContentPartPr/>
                <p14:nvPr/>
              </p14:nvContentPartPr>
              <p14:xfrm>
                <a:off x="4516206" y="2812102"/>
                <a:ext cx="16920" cy="101160"/>
              </p14:xfrm>
            </p:contentPart>
          </mc:Choice>
          <mc:Fallback xmlns="">
            <p:pic>
              <p:nvPicPr>
                <p:cNvPr id="200" name="Ink 199">
                  <a:extLst>
                    <a:ext uri="{FF2B5EF4-FFF2-40B4-BE49-F238E27FC236}">
                      <a16:creationId xmlns:a16="http://schemas.microsoft.com/office/drawing/2014/main" id="{C6EF7EFE-28CF-2453-4EEF-E6E2C374A7DB}"/>
                    </a:ext>
                  </a:extLst>
                </p:cNvPr>
                <p:cNvPicPr/>
                <p:nvPr/>
              </p:nvPicPr>
              <p:blipFill>
                <a:blip r:embed="rId84"/>
                <a:stretch>
                  <a:fillRect/>
                </a:stretch>
              </p:blipFill>
              <p:spPr>
                <a:xfrm>
                  <a:off x="4507206" y="2803462"/>
                  <a:ext cx="345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01" name="Ink 200">
                  <a:extLst>
                    <a:ext uri="{FF2B5EF4-FFF2-40B4-BE49-F238E27FC236}">
                      <a16:creationId xmlns:a16="http://schemas.microsoft.com/office/drawing/2014/main" id="{3C8504B7-3520-2B49-4679-5B5EC1F54541}"/>
                    </a:ext>
                  </a:extLst>
                </p14:cNvPr>
                <p14:cNvContentPartPr/>
                <p14:nvPr/>
              </p14:nvContentPartPr>
              <p14:xfrm>
                <a:off x="4498926" y="2765662"/>
                <a:ext cx="139680" cy="114120"/>
              </p14:xfrm>
            </p:contentPart>
          </mc:Choice>
          <mc:Fallback xmlns="">
            <p:pic>
              <p:nvPicPr>
                <p:cNvPr id="201" name="Ink 200">
                  <a:extLst>
                    <a:ext uri="{FF2B5EF4-FFF2-40B4-BE49-F238E27FC236}">
                      <a16:creationId xmlns:a16="http://schemas.microsoft.com/office/drawing/2014/main" id="{3C8504B7-3520-2B49-4679-5B5EC1F54541}"/>
                    </a:ext>
                  </a:extLst>
                </p:cNvPr>
                <p:cNvPicPr/>
                <p:nvPr/>
              </p:nvPicPr>
              <p:blipFill>
                <a:blip r:embed="rId86"/>
                <a:stretch>
                  <a:fillRect/>
                </a:stretch>
              </p:blipFill>
              <p:spPr>
                <a:xfrm>
                  <a:off x="4490286" y="2756662"/>
                  <a:ext cx="1573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02" name="Ink 201">
                  <a:extLst>
                    <a:ext uri="{FF2B5EF4-FFF2-40B4-BE49-F238E27FC236}">
                      <a16:creationId xmlns:a16="http://schemas.microsoft.com/office/drawing/2014/main" id="{6FC494B7-E374-1BEA-42B7-6FE7D942E07F}"/>
                    </a:ext>
                  </a:extLst>
                </p14:cNvPr>
                <p14:cNvContentPartPr/>
                <p14:nvPr/>
              </p14:nvContentPartPr>
              <p14:xfrm>
                <a:off x="4681806" y="2823982"/>
                <a:ext cx="56160" cy="79560"/>
              </p14:xfrm>
            </p:contentPart>
          </mc:Choice>
          <mc:Fallback xmlns="">
            <p:pic>
              <p:nvPicPr>
                <p:cNvPr id="202" name="Ink 201">
                  <a:extLst>
                    <a:ext uri="{FF2B5EF4-FFF2-40B4-BE49-F238E27FC236}">
                      <a16:creationId xmlns:a16="http://schemas.microsoft.com/office/drawing/2014/main" id="{6FC494B7-E374-1BEA-42B7-6FE7D942E07F}"/>
                    </a:ext>
                  </a:extLst>
                </p:cNvPr>
                <p:cNvPicPr/>
                <p:nvPr/>
              </p:nvPicPr>
              <p:blipFill>
                <a:blip r:embed="rId88"/>
                <a:stretch>
                  <a:fillRect/>
                </a:stretch>
              </p:blipFill>
              <p:spPr>
                <a:xfrm>
                  <a:off x="4673166" y="2814982"/>
                  <a:ext cx="738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03" name="Ink 202">
                  <a:extLst>
                    <a:ext uri="{FF2B5EF4-FFF2-40B4-BE49-F238E27FC236}">
                      <a16:creationId xmlns:a16="http://schemas.microsoft.com/office/drawing/2014/main" id="{D5B92421-3E96-67D1-424F-2C7FE35B3EC6}"/>
                    </a:ext>
                  </a:extLst>
                </p14:cNvPr>
                <p14:cNvContentPartPr/>
                <p14:nvPr/>
              </p14:nvContentPartPr>
              <p14:xfrm>
                <a:off x="4829766" y="2754502"/>
                <a:ext cx="131760" cy="147600"/>
              </p14:xfrm>
            </p:contentPart>
          </mc:Choice>
          <mc:Fallback xmlns="">
            <p:pic>
              <p:nvPicPr>
                <p:cNvPr id="203" name="Ink 202">
                  <a:extLst>
                    <a:ext uri="{FF2B5EF4-FFF2-40B4-BE49-F238E27FC236}">
                      <a16:creationId xmlns:a16="http://schemas.microsoft.com/office/drawing/2014/main" id="{D5B92421-3E96-67D1-424F-2C7FE35B3EC6}"/>
                    </a:ext>
                  </a:extLst>
                </p:cNvPr>
                <p:cNvPicPr/>
                <p:nvPr/>
              </p:nvPicPr>
              <p:blipFill>
                <a:blip r:embed="rId90"/>
                <a:stretch>
                  <a:fillRect/>
                </a:stretch>
              </p:blipFill>
              <p:spPr>
                <a:xfrm>
                  <a:off x="4820766" y="2745862"/>
                  <a:ext cx="1494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04" name="Ink 203">
                  <a:extLst>
                    <a:ext uri="{FF2B5EF4-FFF2-40B4-BE49-F238E27FC236}">
                      <a16:creationId xmlns:a16="http://schemas.microsoft.com/office/drawing/2014/main" id="{013F603E-006F-E36A-A6B1-D524B8D48C6E}"/>
                    </a:ext>
                  </a:extLst>
                </p14:cNvPr>
                <p14:cNvContentPartPr/>
                <p14:nvPr/>
              </p14:nvContentPartPr>
              <p14:xfrm>
                <a:off x="5124606" y="2769982"/>
                <a:ext cx="123840" cy="23760"/>
              </p14:xfrm>
            </p:contentPart>
          </mc:Choice>
          <mc:Fallback xmlns="">
            <p:pic>
              <p:nvPicPr>
                <p:cNvPr id="204" name="Ink 203">
                  <a:extLst>
                    <a:ext uri="{FF2B5EF4-FFF2-40B4-BE49-F238E27FC236}">
                      <a16:creationId xmlns:a16="http://schemas.microsoft.com/office/drawing/2014/main" id="{013F603E-006F-E36A-A6B1-D524B8D48C6E}"/>
                    </a:ext>
                  </a:extLst>
                </p:cNvPr>
                <p:cNvPicPr/>
                <p:nvPr/>
              </p:nvPicPr>
              <p:blipFill>
                <a:blip r:embed="rId92"/>
                <a:stretch>
                  <a:fillRect/>
                </a:stretch>
              </p:blipFill>
              <p:spPr>
                <a:xfrm>
                  <a:off x="5115966" y="2761342"/>
                  <a:ext cx="1414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05" name="Ink 204">
                  <a:extLst>
                    <a:ext uri="{FF2B5EF4-FFF2-40B4-BE49-F238E27FC236}">
                      <a16:creationId xmlns:a16="http://schemas.microsoft.com/office/drawing/2014/main" id="{0112BD29-2A55-89B0-1094-3B3BEA80F682}"/>
                    </a:ext>
                  </a:extLst>
                </p14:cNvPr>
                <p14:cNvContentPartPr/>
                <p14:nvPr/>
              </p14:nvContentPartPr>
              <p14:xfrm>
                <a:off x="5159526" y="2779342"/>
                <a:ext cx="30240" cy="127080"/>
              </p14:xfrm>
            </p:contentPart>
          </mc:Choice>
          <mc:Fallback xmlns="">
            <p:pic>
              <p:nvPicPr>
                <p:cNvPr id="205" name="Ink 204">
                  <a:extLst>
                    <a:ext uri="{FF2B5EF4-FFF2-40B4-BE49-F238E27FC236}">
                      <a16:creationId xmlns:a16="http://schemas.microsoft.com/office/drawing/2014/main" id="{0112BD29-2A55-89B0-1094-3B3BEA80F682}"/>
                    </a:ext>
                  </a:extLst>
                </p:cNvPr>
                <p:cNvPicPr/>
                <p:nvPr/>
              </p:nvPicPr>
              <p:blipFill>
                <a:blip r:embed="rId94"/>
                <a:stretch>
                  <a:fillRect/>
                </a:stretch>
              </p:blipFill>
              <p:spPr>
                <a:xfrm>
                  <a:off x="5150886" y="2770342"/>
                  <a:ext cx="478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06" name="Ink 205">
                  <a:extLst>
                    <a:ext uri="{FF2B5EF4-FFF2-40B4-BE49-F238E27FC236}">
                      <a16:creationId xmlns:a16="http://schemas.microsoft.com/office/drawing/2014/main" id="{9B80971F-76D2-5402-3F52-0E099F899607}"/>
                    </a:ext>
                  </a:extLst>
                </p14:cNvPr>
                <p14:cNvContentPartPr/>
                <p14:nvPr/>
              </p14:nvContentPartPr>
              <p14:xfrm>
                <a:off x="5269686" y="2877622"/>
                <a:ext cx="14040" cy="42840"/>
              </p14:xfrm>
            </p:contentPart>
          </mc:Choice>
          <mc:Fallback xmlns="">
            <p:pic>
              <p:nvPicPr>
                <p:cNvPr id="206" name="Ink 205">
                  <a:extLst>
                    <a:ext uri="{FF2B5EF4-FFF2-40B4-BE49-F238E27FC236}">
                      <a16:creationId xmlns:a16="http://schemas.microsoft.com/office/drawing/2014/main" id="{9B80971F-76D2-5402-3F52-0E099F899607}"/>
                    </a:ext>
                  </a:extLst>
                </p:cNvPr>
                <p:cNvPicPr/>
                <p:nvPr/>
              </p:nvPicPr>
              <p:blipFill>
                <a:blip r:embed="rId96"/>
                <a:stretch>
                  <a:fillRect/>
                </a:stretch>
              </p:blipFill>
              <p:spPr>
                <a:xfrm>
                  <a:off x="5261046" y="2868982"/>
                  <a:ext cx="316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07" name="Ink 206">
                  <a:extLst>
                    <a:ext uri="{FF2B5EF4-FFF2-40B4-BE49-F238E27FC236}">
                      <a16:creationId xmlns:a16="http://schemas.microsoft.com/office/drawing/2014/main" id="{F0CF8FF0-DD95-132B-C2E7-BC1FF1DCE4ED}"/>
                    </a:ext>
                  </a:extLst>
                </p14:cNvPr>
                <p14:cNvContentPartPr/>
                <p14:nvPr/>
              </p14:nvContentPartPr>
              <p14:xfrm>
                <a:off x="5334126" y="2880862"/>
                <a:ext cx="116280" cy="31680"/>
              </p14:xfrm>
            </p:contentPart>
          </mc:Choice>
          <mc:Fallback xmlns="">
            <p:pic>
              <p:nvPicPr>
                <p:cNvPr id="207" name="Ink 206">
                  <a:extLst>
                    <a:ext uri="{FF2B5EF4-FFF2-40B4-BE49-F238E27FC236}">
                      <a16:creationId xmlns:a16="http://schemas.microsoft.com/office/drawing/2014/main" id="{F0CF8FF0-DD95-132B-C2E7-BC1FF1DCE4ED}"/>
                    </a:ext>
                  </a:extLst>
                </p:cNvPr>
                <p:cNvPicPr/>
                <p:nvPr/>
              </p:nvPicPr>
              <p:blipFill>
                <a:blip r:embed="rId98"/>
                <a:stretch>
                  <a:fillRect/>
                </a:stretch>
              </p:blipFill>
              <p:spPr>
                <a:xfrm>
                  <a:off x="5325486" y="2872222"/>
                  <a:ext cx="1339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08" name="Ink 207">
                  <a:extLst>
                    <a:ext uri="{FF2B5EF4-FFF2-40B4-BE49-F238E27FC236}">
                      <a16:creationId xmlns:a16="http://schemas.microsoft.com/office/drawing/2014/main" id="{AEA390CC-8646-7C5A-A4A9-76BB5ABAF1E5}"/>
                    </a:ext>
                  </a:extLst>
                </p14:cNvPr>
                <p14:cNvContentPartPr/>
                <p14:nvPr/>
              </p14:nvContentPartPr>
              <p14:xfrm>
                <a:off x="5329086" y="2866822"/>
                <a:ext cx="120600" cy="72360"/>
              </p14:xfrm>
            </p:contentPart>
          </mc:Choice>
          <mc:Fallback xmlns="">
            <p:pic>
              <p:nvPicPr>
                <p:cNvPr id="208" name="Ink 207">
                  <a:extLst>
                    <a:ext uri="{FF2B5EF4-FFF2-40B4-BE49-F238E27FC236}">
                      <a16:creationId xmlns:a16="http://schemas.microsoft.com/office/drawing/2014/main" id="{AEA390CC-8646-7C5A-A4A9-76BB5ABAF1E5}"/>
                    </a:ext>
                  </a:extLst>
                </p:cNvPr>
                <p:cNvPicPr/>
                <p:nvPr/>
              </p:nvPicPr>
              <p:blipFill>
                <a:blip r:embed="rId100"/>
                <a:stretch>
                  <a:fillRect/>
                </a:stretch>
              </p:blipFill>
              <p:spPr>
                <a:xfrm>
                  <a:off x="5320086" y="2857822"/>
                  <a:ext cx="1382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209" name="Ink 208">
                  <a:extLst>
                    <a:ext uri="{FF2B5EF4-FFF2-40B4-BE49-F238E27FC236}">
                      <a16:creationId xmlns:a16="http://schemas.microsoft.com/office/drawing/2014/main" id="{747902AC-3303-C620-497B-4BACA04AFD61}"/>
                    </a:ext>
                  </a:extLst>
                </p14:cNvPr>
                <p14:cNvContentPartPr/>
                <p14:nvPr/>
              </p14:nvContentPartPr>
              <p14:xfrm>
                <a:off x="5585766" y="2853502"/>
                <a:ext cx="11880" cy="65520"/>
              </p14:xfrm>
            </p:contentPart>
          </mc:Choice>
          <mc:Fallback xmlns="">
            <p:pic>
              <p:nvPicPr>
                <p:cNvPr id="209" name="Ink 208">
                  <a:extLst>
                    <a:ext uri="{FF2B5EF4-FFF2-40B4-BE49-F238E27FC236}">
                      <a16:creationId xmlns:a16="http://schemas.microsoft.com/office/drawing/2014/main" id="{747902AC-3303-C620-497B-4BACA04AFD61}"/>
                    </a:ext>
                  </a:extLst>
                </p:cNvPr>
                <p:cNvPicPr/>
                <p:nvPr/>
              </p:nvPicPr>
              <p:blipFill>
                <a:blip r:embed="rId102"/>
                <a:stretch>
                  <a:fillRect/>
                </a:stretch>
              </p:blipFill>
              <p:spPr>
                <a:xfrm>
                  <a:off x="5576766" y="2844502"/>
                  <a:ext cx="295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10" name="Ink 209">
                  <a:extLst>
                    <a:ext uri="{FF2B5EF4-FFF2-40B4-BE49-F238E27FC236}">
                      <a16:creationId xmlns:a16="http://schemas.microsoft.com/office/drawing/2014/main" id="{0FF12BE4-D017-10EA-E29B-485ECD1DDC35}"/>
                    </a:ext>
                  </a:extLst>
                </p14:cNvPr>
                <p14:cNvContentPartPr/>
                <p14:nvPr/>
              </p14:nvContentPartPr>
              <p14:xfrm>
                <a:off x="5583246" y="2796982"/>
                <a:ext cx="16200" cy="24480"/>
              </p14:xfrm>
            </p:contentPart>
          </mc:Choice>
          <mc:Fallback xmlns="">
            <p:pic>
              <p:nvPicPr>
                <p:cNvPr id="210" name="Ink 209">
                  <a:extLst>
                    <a:ext uri="{FF2B5EF4-FFF2-40B4-BE49-F238E27FC236}">
                      <a16:creationId xmlns:a16="http://schemas.microsoft.com/office/drawing/2014/main" id="{0FF12BE4-D017-10EA-E29B-485ECD1DDC35}"/>
                    </a:ext>
                  </a:extLst>
                </p:cNvPr>
                <p:cNvPicPr/>
                <p:nvPr/>
              </p:nvPicPr>
              <p:blipFill>
                <a:blip r:embed="rId104"/>
                <a:stretch>
                  <a:fillRect/>
                </a:stretch>
              </p:blipFill>
              <p:spPr>
                <a:xfrm>
                  <a:off x="5574606" y="2788342"/>
                  <a:ext cx="338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11" name="Ink 210">
                  <a:extLst>
                    <a:ext uri="{FF2B5EF4-FFF2-40B4-BE49-F238E27FC236}">
                      <a16:creationId xmlns:a16="http://schemas.microsoft.com/office/drawing/2014/main" id="{6E700AD4-22C9-0647-84CD-72E0C99A6368}"/>
                    </a:ext>
                  </a:extLst>
                </p14:cNvPr>
                <p14:cNvContentPartPr/>
                <p14:nvPr/>
              </p14:nvContentPartPr>
              <p14:xfrm>
                <a:off x="5686206" y="2840182"/>
                <a:ext cx="77760" cy="102960"/>
              </p14:xfrm>
            </p:contentPart>
          </mc:Choice>
          <mc:Fallback xmlns="">
            <p:pic>
              <p:nvPicPr>
                <p:cNvPr id="211" name="Ink 210">
                  <a:extLst>
                    <a:ext uri="{FF2B5EF4-FFF2-40B4-BE49-F238E27FC236}">
                      <a16:creationId xmlns:a16="http://schemas.microsoft.com/office/drawing/2014/main" id="{6E700AD4-22C9-0647-84CD-72E0C99A6368}"/>
                    </a:ext>
                  </a:extLst>
                </p:cNvPr>
                <p:cNvPicPr/>
                <p:nvPr/>
              </p:nvPicPr>
              <p:blipFill>
                <a:blip r:embed="rId106"/>
                <a:stretch>
                  <a:fillRect/>
                </a:stretch>
              </p:blipFill>
              <p:spPr>
                <a:xfrm>
                  <a:off x="5677206" y="2831182"/>
                  <a:ext cx="954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13" name="Ink 212">
                  <a:extLst>
                    <a:ext uri="{FF2B5EF4-FFF2-40B4-BE49-F238E27FC236}">
                      <a16:creationId xmlns:a16="http://schemas.microsoft.com/office/drawing/2014/main" id="{E88A7520-25F3-4F6C-A957-6013D535FBDC}"/>
                    </a:ext>
                  </a:extLst>
                </p14:cNvPr>
                <p14:cNvContentPartPr/>
                <p14:nvPr/>
              </p14:nvContentPartPr>
              <p14:xfrm>
                <a:off x="4626726" y="3089302"/>
                <a:ext cx="3240" cy="41400"/>
              </p14:xfrm>
            </p:contentPart>
          </mc:Choice>
          <mc:Fallback xmlns="">
            <p:pic>
              <p:nvPicPr>
                <p:cNvPr id="213" name="Ink 212">
                  <a:extLst>
                    <a:ext uri="{FF2B5EF4-FFF2-40B4-BE49-F238E27FC236}">
                      <a16:creationId xmlns:a16="http://schemas.microsoft.com/office/drawing/2014/main" id="{E88A7520-25F3-4F6C-A957-6013D535FBDC}"/>
                    </a:ext>
                  </a:extLst>
                </p:cNvPr>
                <p:cNvPicPr/>
                <p:nvPr/>
              </p:nvPicPr>
              <p:blipFill>
                <a:blip r:embed="rId108"/>
                <a:stretch>
                  <a:fillRect/>
                </a:stretch>
              </p:blipFill>
              <p:spPr>
                <a:xfrm>
                  <a:off x="4618086" y="3080302"/>
                  <a:ext cx="208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14" name="Ink 213">
                  <a:extLst>
                    <a:ext uri="{FF2B5EF4-FFF2-40B4-BE49-F238E27FC236}">
                      <a16:creationId xmlns:a16="http://schemas.microsoft.com/office/drawing/2014/main" id="{40BDC213-A2A0-2E53-AA9D-25A4C984C06E}"/>
                    </a:ext>
                  </a:extLst>
                </p14:cNvPr>
                <p14:cNvContentPartPr/>
                <p14:nvPr/>
              </p14:nvContentPartPr>
              <p14:xfrm>
                <a:off x="4612686" y="3020542"/>
                <a:ext cx="38520" cy="33840"/>
              </p14:xfrm>
            </p:contentPart>
          </mc:Choice>
          <mc:Fallback xmlns="">
            <p:pic>
              <p:nvPicPr>
                <p:cNvPr id="214" name="Ink 213">
                  <a:extLst>
                    <a:ext uri="{FF2B5EF4-FFF2-40B4-BE49-F238E27FC236}">
                      <a16:creationId xmlns:a16="http://schemas.microsoft.com/office/drawing/2014/main" id="{40BDC213-A2A0-2E53-AA9D-25A4C984C06E}"/>
                    </a:ext>
                  </a:extLst>
                </p:cNvPr>
                <p:cNvPicPr/>
                <p:nvPr/>
              </p:nvPicPr>
              <p:blipFill>
                <a:blip r:embed="rId110"/>
                <a:stretch>
                  <a:fillRect/>
                </a:stretch>
              </p:blipFill>
              <p:spPr>
                <a:xfrm>
                  <a:off x="4604046" y="3011542"/>
                  <a:ext cx="5616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15" name="Ink 214">
                  <a:extLst>
                    <a:ext uri="{FF2B5EF4-FFF2-40B4-BE49-F238E27FC236}">
                      <a16:creationId xmlns:a16="http://schemas.microsoft.com/office/drawing/2014/main" id="{B5F8C53D-6DDA-FAE7-DF88-E1571B6BDFFC}"/>
                    </a:ext>
                  </a:extLst>
                </p14:cNvPr>
                <p14:cNvContentPartPr/>
                <p14:nvPr/>
              </p14:nvContentPartPr>
              <p14:xfrm>
                <a:off x="4694046" y="3062302"/>
                <a:ext cx="119160" cy="74160"/>
              </p14:xfrm>
            </p:contentPart>
          </mc:Choice>
          <mc:Fallback xmlns="">
            <p:pic>
              <p:nvPicPr>
                <p:cNvPr id="215" name="Ink 214">
                  <a:extLst>
                    <a:ext uri="{FF2B5EF4-FFF2-40B4-BE49-F238E27FC236}">
                      <a16:creationId xmlns:a16="http://schemas.microsoft.com/office/drawing/2014/main" id="{B5F8C53D-6DDA-FAE7-DF88-E1571B6BDFFC}"/>
                    </a:ext>
                  </a:extLst>
                </p:cNvPr>
                <p:cNvPicPr/>
                <p:nvPr/>
              </p:nvPicPr>
              <p:blipFill>
                <a:blip r:embed="rId112"/>
                <a:stretch>
                  <a:fillRect/>
                </a:stretch>
              </p:blipFill>
              <p:spPr>
                <a:xfrm>
                  <a:off x="4685406" y="3053662"/>
                  <a:ext cx="136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216" name="Ink 215">
                  <a:extLst>
                    <a:ext uri="{FF2B5EF4-FFF2-40B4-BE49-F238E27FC236}">
                      <a16:creationId xmlns:a16="http://schemas.microsoft.com/office/drawing/2014/main" id="{3BC5602E-E1F1-A6C9-8B6D-08810F3C21D9}"/>
                    </a:ext>
                  </a:extLst>
                </p14:cNvPr>
                <p14:cNvContentPartPr/>
                <p14:nvPr/>
              </p14:nvContentPartPr>
              <p14:xfrm>
                <a:off x="4968366" y="3098302"/>
                <a:ext cx="135000" cy="56520"/>
              </p14:xfrm>
            </p:contentPart>
          </mc:Choice>
          <mc:Fallback xmlns="">
            <p:pic>
              <p:nvPicPr>
                <p:cNvPr id="216" name="Ink 215">
                  <a:extLst>
                    <a:ext uri="{FF2B5EF4-FFF2-40B4-BE49-F238E27FC236}">
                      <a16:creationId xmlns:a16="http://schemas.microsoft.com/office/drawing/2014/main" id="{3BC5602E-E1F1-A6C9-8B6D-08810F3C21D9}"/>
                    </a:ext>
                  </a:extLst>
                </p:cNvPr>
                <p:cNvPicPr/>
                <p:nvPr/>
              </p:nvPicPr>
              <p:blipFill>
                <a:blip r:embed="rId114"/>
                <a:stretch>
                  <a:fillRect/>
                </a:stretch>
              </p:blipFill>
              <p:spPr>
                <a:xfrm>
                  <a:off x="4959366" y="3089662"/>
                  <a:ext cx="1526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17" name="Ink 216">
                  <a:extLst>
                    <a:ext uri="{FF2B5EF4-FFF2-40B4-BE49-F238E27FC236}">
                      <a16:creationId xmlns:a16="http://schemas.microsoft.com/office/drawing/2014/main" id="{0B4B005C-2D30-76DB-546B-ADF798A3DE65}"/>
                    </a:ext>
                  </a:extLst>
                </p14:cNvPr>
                <p14:cNvContentPartPr/>
                <p14:nvPr/>
              </p14:nvContentPartPr>
              <p14:xfrm>
                <a:off x="5132886" y="3108742"/>
                <a:ext cx="121320" cy="48960"/>
              </p14:xfrm>
            </p:contentPart>
          </mc:Choice>
          <mc:Fallback xmlns="">
            <p:pic>
              <p:nvPicPr>
                <p:cNvPr id="217" name="Ink 216">
                  <a:extLst>
                    <a:ext uri="{FF2B5EF4-FFF2-40B4-BE49-F238E27FC236}">
                      <a16:creationId xmlns:a16="http://schemas.microsoft.com/office/drawing/2014/main" id="{0B4B005C-2D30-76DB-546B-ADF798A3DE65}"/>
                    </a:ext>
                  </a:extLst>
                </p:cNvPr>
                <p:cNvPicPr/>
                <p:nvPr/>
              </p:nvPicPr>
              <p:blipFill>
                <a:blip r:embed="rId116"/>
                <a:stretch>
                  <a:fillRect/>
                </a:stretch>
              </p:blipFill>
              <p:spPr>
                <a:xfrm>
                  <a:off x="5123886" y="3099742"/>
                  <a:ext cx="1389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18" name="Ink 217">
                  <a:extLst>
                    <a:ext uri="{FF2B5EF4-FFF2-40B4-BE49-F238E27FC236}">
                      <a16:creationId xmlns:a16="http://schemas.microsoft.com/office/drawing/2014/main" id="{7876BB46-CC69-1785-EC50-F98230B0DD95}"/>
                    </a:ext>
                  </a:extLst>
                </p14:cNvPr>
                <p14:cNvContentPartPr/>
                <p14:nvPr/>
              </p14:nvContentPartPr>
              <p14:xfrm>
                <a:off x="5265006" y="3097942"/>
                <a:ext cx="108000" cy="226080"/>
              </p14:xfrm>
            </p:contentPart>
          </mc:Choice>
          <mc:Fallback xmlns="">
            <p:pic>
              <p:nvPicPr>
                <p:cNvPr id="218" name="Ink 217">
                  <a:extLst>
                    <a:ext uri="{FF2B5EF4-FFF2-40B4-BE49-F238E27FC236}">
                      <a16:creationId xmlns:a16="http://schemas.microsoft.com/office/drawing/2014/main" id="{7876BB46-CC69-1785-EC50-F98230B0DD95}"/>
                    </a:ext>
                  </a:extLst>
                </p:cNvPr>
                <p:cNvPicPr/>
                <p:nvPr/>
              </p:nvPicPr>
              <p:blipFill>
                <a:blip r:embed="rId118"/>
                <a:stretch>
                  <a:fillRect/>
                </a:stretch>
              </p:blipFill>
              <p:spPr>
                <a:xfrm>
                  <a:off x="5256006" y="3088942"/>
                  <a:ext cx="1256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19" name="Ink 218">
                  <a:extLst>
                    <a:ext uri="{FF2B5EF4-FFF2-40B4-BE49-F238E27FC236}">
                      <a16:creationId xmlns:a16="http://schemas.microsoft.com/office/drawing/2014/main" id="{240CDA6A-F13F-3A5E-838A-8347A9618108}"/>
                    </a:ext>
                  </a:extLst>
                </p14:cNvPr>
                <p14:cNvContentPartPr/>
                <p14:nvPr/>
              </p14:nvContentPartPr>
              <p14:xfrm>
                <a:off x="5426286" y="3112342"/>
                <a:ext cx="118800" cy="51840"/>
              </p14:xfrm>
            </p:contentPart>
          </mc:Choice>
          <mc:Fallback xmlns="">
            <p:pic>
              <p:nvPicPr>
                <p:cNvPr id="219" name="Ink 218">
                  <a:extLst>
                    <a:ext uri="{FF2B5EF4-FFF2-40B4-BE49-F238E27FC236}">
                      <a16:creationId xmlns:a16="http://schemas.microsoft.com/office/drawing/2014/main" id="{240CDA6A-F13F-3A5E-838A-8347A9618108}"/>
                    </a:ext>
                  </a:extLst>
                </p:cNvPr>
                <p:cNvPicPr/>
                <p:nvPr/>
              </p:nvPicPr>
              <p:blipFill>
                <a:blip r:embed="rId120"/>
                <a:stretch>
                  <a:fillRect/>
                </a:stretch>
              </p:blipFill>
              <p:spPr>
                <a:xfrm>
                  <a:off x="5417286" y="3103342"/>
                  <a:ext cx="1364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20" name="Ink 219">
                  <a:extLst>
                    <a:ext uri="{FF2B5EF4-FFF2-40B4-BE49-F238E27FC236}">
                      <a16:creationId xmlns:a16="http://schemas.microsoft.com/office/drawing/2014/main" id="{FA7698D7-E531-9E2E-EEEF-D13F9B177010}"/>
                    </a:ext>
                  </a:extLst>
                </p14:cNvPr>
                <p14:cNvContentPartPr/>
                <p14:nvPr/>
              </p14:nvContentPartPr>
              <p14:xfrm>
                <a:off x="5626446" y="2999302"/>
                <a:ext cx="7200" cy="129240"/>
              </p14:xfrm>
            </p:contentPart>
          </mc:Choice>
          <mc:Fallback xmlns="">
            <p:pic>
              <p:nvPicPr>
                <p:cNvPr id="220" name="Ink 219">
                  <a:extLst>
                    <a:ext uri="{FF2B5EF4-FFF2-40B4-BE49-F238E27FC236}">
                      <a16:creationId xmlns:a16="http://schemas.microsoft.com/office/drawing/2014/main" id="{FA7698D7-E531-9E2E-EEEF-D13F9B177010}"/>
                    </a:ext>
                  </a:extLst>
                </p:cNvPr>
                <p:cNvPicPr/>
                <p:nvPr/>
              </p:nvPicPr>
              <p:blipFill>
                <a:blip r:embed="rId122"/>
                <a:stretch>
                  <a:fillRect/>
                </a:stretch>
              </p:blipFill>
              <p:spPr>
                <a:xfrm>
                  <a:off x="5617446" y="2990662"/>
                  <a:ext cx="2484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21" name="Ink 220">
                  <a:extLst>
                    <a:ext uri="{FF2B5EF4-FFF2-40B4-BE49-F238E27FC236}">
                      <a16:creationId xmlns:a16="http://schemas.microsoft.com/office/drawing/2014/main" id="{D02E177D-A979-6B7E-E82D-2C4B941A7927}"/>
                    </a:ext>
                  </a:extLst>
                </p14:cNvPr>
                <p14:cNvContentPartPr/>
                <p14:nvPr/>
              </p14:nvContentPartPr>
              <p14:xfrm>
                <a:off x="5595846" y="3112342"/>
                <a:ext cx="135720" cy="47160"/>
              </p14:xfrm>
            </p:contentPart>
          </mc:Choice>
          <mc:Fallback xmlns="">
            <p:pic>
              <p:nvPicPr>
                <p:cNvPr id="221" name="Ink 220">
                  <a:extLst>
                    <a:ext uri="{FF2B5EF4-FFF2-40B4-BE49-F238E27FC236}">
                      <a16:creationId xmlns:a16="http://schemas.microsoft.com/office/drawing/2014/main" id="{D02E177D-A979-6B7E-E82D-2C4B941A7927}"/>
                    </a:ext>
                  </a:extLst>
                </p:cNvPr>
                <p:cNvPicPr/>
                <p:nvPr/>
              </p:nvPicPr>
              <p:blipFill>
                <a:blip r:embed="rId124"/>
                <a:stretch>
                  <a:fillRect/>
                </a:stretch>
              </p:blipFill>
              <p:spPr>
                <a:xfrm>
                  <a:off x="5587206" y="3103702"/>
                  <a:ext cx="1533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22" name="Ink 221">
                  <a:extLst>
                    <a:ext uri="{FF2B5EF4-FFF2-40B4-BE49-F238E27FC236}">
                      <a16:creationId xmlns:a16="http://schemas.microsoft.com/office/drawing/2014/main" id="{6C2A2871-0874-4691-947D-2F7718BF178F}"/>
                    </a:ext>
                  </a:extLst>
                </p14:cNvPr>
                <p14:cNvContentPartPr/>
                <p14:nvPr/>
              </p14:nvContentPartPr>
              <p14:xfrm>
                <a:off x="5718966" y="3069502"/>
                <a:ext cx="360" cy="360"/>
              </p14:xfrm>
            </p:contentPart>
          </mc:Choice>
          <mc:Fallback xmlns="">
            <p:pic>
              <p:nvPicPr>
                <p:cNvPr id="222" name="Ink 221">
                  <a:extLst>
                    <a:ext uri="{FF2B5EF4-FFF2-40B4-BE49-F238E27FC236}">
                      <a16:creationId xmlns:a16="http://schemas.microsoft.com/office/drawing/2014/main" id="{6C2A2871-0874-4691-947D-2F7718BF178F}"/>
                    </a:ext>
                  </a:extLst>
                </p:cNvPr>
                <p:cNvPicPr/>
                <p:nvPr/>
              </p:nvPicPr>
              <p:blipFill>
                <a:blip r:embed="rId126"/>
                <a:stretch>
                  <a:fillRect/>
                </a:stretch>
              </p:blipFill>
              <p:spPr>
                <a:xfrm>
                  <a:off x="5710326" y="30608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23" name="Ink 222">
                  <a:extLst>
                    <a:ext uri="{FF2B5EF4-FFF2-40B4-BE49-F238E27FC236}">
                      <a16:creationId xmlns:a16="http://schemas.microsoft.com/office/drawing/2014/main" id="{3EF0BED8-E506-5ADA-5E1E-238C4D93EE8E}"/>
                    </a:ext>
                  </a:extLst>
                </p14:cNvPr>
                <p14:cNvContentPartPr/>
                <p14:nvPr/>
              </p14:nvContentPartPr>
              <p14:xfrm>
                <a:off x="5777286" y="3109462"/>
                <a:ext cx="200160" cy="78480"/>
              </p14:xfrm>
            </p:contentPart>
          </mc:Choice>
          <mc:Fallback xmlns="">
            <p:pic>
              <p:nvPicPr>
                <p:cNvPr id="223" name="Ink 222">
                  <a:extLst>
                    <a:ext uri="{FF2B5EF4-FFF2-40B4-BE49-F238E27FC236}">
                      <a16:creationId xmlns:a16="http://schemas.microsoft.com/office/drawing/2014/main" id="{3EF0BED8-E506-5ADA-5E1E-238C4D93EE8E}"/>
                    </a:ext>
                  </a:extLst>
                </p:cNvPr>
                <p:cNvPicPr/>
                <p:nvPr/>
              </p:nvPicPr>
              <p:blipFill>
                <a:blip r:embed="rId128"/>
                <a:stretch>
                  <a:fillRect/>
                </a:stretch>
              </p:blipFill>
              <p:spPr>
                <a:xfrm>
                  <a:off x="5768646" y="3100822"/>
                  <a:ext cx="2178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25" name="Ink 224">
                  <a:extLst>
                    <a:ext uri="{FF2B5EF4-FFF2-40B4-BE49-F238E27FC236}">
                      <a16:creationId xmlns:a16="http://schemas.microsoft.com/office/drawing/2014/main" id="{4F580C7B-E733-276D-0792-2410D9BFF777}"/>
                    </a:ext>
                  </a:extLst>
                </p14:cNvPr>
                <p14:cNvContentPartPr/>
                <p14:nvPr/>
              </p14:nvContentPartPr>
              <p14:xfrm>
                <a:off x="4736526" y="3295582"/>
                <a:ext cx="97560" cy="53640"/>
              </p14:xfrm>
            </p:contentPart>
          </mc:Choice>
          <mc:Fallback xmlns="">
            <p:pic>
              <p:nvPicPr>
                <p:cNvPr id="225" name="Ink 224">
                  <a:extLst>
                    <a:ext uri="{FF2B5EF4-FFF2-40B4-BE49-F238E27FC236}">
                      <a16:creationId xmlns:a16="http://schemas.microsoft.com/office/drawing/2014/main" id="{4F580C7B-E733-276D-0792-2410D9BFF777}"/>
                    </a:ext>
                  </a:extLst>
                </p:cNvPr>
                <p:cNvPicPr/>
                <p:nvPr/>
              </p:nvPicPr>
              <p:blipFill>
                <a:blip r:embed="rId130"/>
                <a:stretch>
                  <a:fillRect/>
                </a:stretch>
              </p:blipFill>
              <p:spPr>
                <a:xfrm>
                  <a:off x="4727526" y="3286942"/>
                  <a:ext cx="115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26" name="Ink 225">
                  <a:extLst>
                    <a:ext uri="{FF2B5EF4-FFF2-40B4-BE49-F238E27FC236}">
                      <a16:creationId xmlns:a16="http://schemas.microsoft.com/office/drawing/2014/main" id="{310491AA-FC85-263E-A1C7-30D105919E46}"/>
                    </a:ext>
                  </a:extLst>
                </p14:cNvPr>
                <p14:cNvContentPartPr/>
                <p14:nvPr/>
              </p14:nvContentPartPr>
              <p14:xfrm>
                <a:off x="4717086" y="3291982"/>
                <a:ext cx="112680" cy="82800"/>
              </p14:xfrm>
            </p:contentPart>
          </mc:Choice>
          <mc:Fallback xmlns="">
            <p:pic>
              <p:nvPicPr>
                <p:cNvPr id="226" name="Ink 225">
                  <a:extLst>
                    <a:ext uri="{FF2B5EF4-FFF2-40B4-BE49-F238E27FC236}">
                      <a16:creationId xmlns:a16="http://schemas.microsoft.com/office/drawing/2014/main" id="{310491AA-FC85-263E-A1C7-30D105919E46}"/>
                    </a:ext>
                  </a:extLst>
                </p:cNvPr>
                <p:cNvPicPr/>
                <p:nvPr/>
              </p:nvPicPr>
              <p:blipFill>
                <a:blip r:embed="rId132"/>
                <a:stretch>
                  <a:fillRect/>
                </a:stretch>
              </p:blipFill>
              <p:spPr>
                <a:xfrm>
                  <a:off x="4708446" y="3282982"/>
                  <a:ext cx="1303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27" name="Ink 226">
                  <a:extLst>
                    <a:ext uri="{FF2B5EF4-FFF2-40B4-BE49-F238E27FC236}">
                      <a16:creationId xmlns:a16="http://schemas.microsoft.com/office/drawing/2014/main" id="{FB124309-1B81-019B-BED1-D1EF50A5CFC9}"/>
                    </a:ext>
                  </a:extLst>
                </p14:cNvPr>
                <p14:cNvContentPartPr/>
                <p14:nvPr/>
              </p14:nvContentPartPr>
              <p14:xfrm>
                <a:off x="4873326" y="3343822"/>
                <a:ext cx="71280" cy="2880"/>
              </p14:xfrm>
            </p:contentPart>
          </mc:Choice>
          <mc:Fallback xmlns="">
            <p:pic>
              <p:nvPicPr>
                <p:cNvPr id="227" name="Ink 226">
                  <a:extLst>
                    <a:ext uri="{FF2B5EF4-FFF2-40B4-BE49-F238E27FC236}">
                      <a16:creationId xmlns:a16="http://schemas.microsoft.com/office/drawing/2014/main" id="{FB124309-1B81-019B-BED1-D1EF50A5CFC9}"/>
                    </a:ext>
                  </a:extLst>
                </p:cNvPr>
                <p:cNvPicPr/>
                <p:nvPr/>
              </p:nvPicPr>
              <p:blipFill>
                <a:blip r:embed="rId134"/>
                <a:stretch>
                  <a:fillRect/>
                </a:stretch>
              </p:blipFill>
              <p:spPr>
                <a:xfrm>
                  <a:off x="4864686" y="3335182"/>
                  <a:ext cx="889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28" name="Ink 227">
                  <a:extLst>
                    <a:ext uri="{FF2B5EF4-FFF2-40B4-BE49-F238E27FC236}">
                      <a16:creationId xmlns:a16="http://schemas.microsoft.com/office/drawing/2014/main" id="{47E397B9-77D4-7B52-120C-B017741EF503}"/>
                    </a:ext>
                  </a:extLst>
                </p14:cNvPr>
                <p14:cNvContentPartPr/>
                <p14:nvPr/>
              </p14:nvContentPartPr>
              <p14:xfrm>
                <a:off x="4969086" y="3282262"/>
                <a:ext cx="205200" cy="95040"/>
              </p14:xfrm>
            </p:contentPart>
          </mc:Choice>
          <mc:Fallback xmlns="">
            <p:pic>
              <p:nvPicPr>
                <p:cNvPr id="228" name="Ink 227">
                  <a:extLst>
                    <a:ext uri="{FF2B5EF4-FFF2-40B4-BE49-F238E27FC236}">
                      <a16:creationId xmlns:a16="http://schemas.microsoft.com/office/drawing/2014/main" id="{47E397B9-77D4-7B52-120C-B017741EF503}"/>
                    </a:ext>
                  </a:extLst>
                </p:cNvPr>
                <p:cNvPicPr/>
                <p:nvPr/>
              </p:nvPicPr>
              <p:blipFill>
                <a:blip r:embed="rId136"/>
                <a:stretch>
                  <a:fillRect/>
                </a:stretch>
              </p:blipFill>
              <p:spPr>
                <a:xfrm>
                  <a:off x="4960446" y="3273262"/>
                  <a:ext cx="22284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29" name="Ink 228">
                  <a:extLst>
                    <a:ext uri="{FF2B5EF4-FFF2-40B4-BE49-F238E27FC236}">
                      <a16:creationId xmlns:a16="http://schemas.microsoft.com/office/drawing/2014/main" id="{4664BEA7-0880-6062-B148-A99E6819B160}"/>
                    </a:ext>
                  </a:extLst>
                </p14:cNvPr>
                <p14:cNvContentPartPr/>
                <p14:nvPr/>
              </p14:nvContentPartPr>
              <p14:xfrm>
                <a:off x="5175006" y="3280822"/>
                <a:ext cx="13320" cy="12240"/>
              </p14:xfrm>
            </p:contentPart>
          </mc:Choice>
          <mc:Fallback xmlns="">
            <p:pic>
              <p:nvPicPr>
                <p:cNvPr id="229" name="Ink 228">
                  <a:extLst>
                    <a:ext uri="{FF2B5EF4-FFF2-40B4-BE49-F238E27FC236}">
                      <a16:creationId xmlns:a16="http://schemas.microsoft.com/office/drawing/2014/main" id="{4664BEA7-0880-6062-B148-A99E6819B160}"/>
                    </a:ext>
                  </a:extLst>
                </p:cNvPr>
                <p:cNvPicPr/>
                <p:nvPr/>
              </p:nvPicPr>
              <p:blipFill>
                <a:blip r:embed="rId138"/>
                <a:stretch>
                  <a:fillRect/>
                </a:stretch>
              </p:blipFill>
              <p:spPr>
                <a:xfrm>
                  <a:off x="5166006" y="3272182"/>
                  <a:ext cx="309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30" name="Ink 229">
                  <a:extLst>
                    <a:ext uri="{FF2B5EF4-FFF2-40B4-BE49-F238E27FC236}">
                      <a16:creationId xmlns:a16="http://schemas.microsoft.com/office/drawing/2014/main" id="{80695F1A-D59A-1AE1-CE68-9EF7A3CADE82}"/>
                    </a:ext>
                  </a:extLst>
                </p14:cNvPr>
                <p14:cNvContentPartPr/>
                <p14:nvPr/>
              </p14:nvContentPartPr>
              <p14:xfrm>
                <a:off x="5278686" y="3329062"/>
                <a:ext cx="119160" cy="77400"/>
              </p14:xfrm>
            </p:contentPart>
          </mc:Choice>
          <mc:Fallback xmlns="">
            <p:pic>
              <p:nvPicPr>
                <p:cNvPr id="230" name="Ink 229">
                  <a:extLst>
                    <a:ext uri="{FF2B5EF4-FFF2-40B4-BE49-F238E27FC236}">
                      <a16:creationId xmlns:a16="http://schemas.microsoft.com/office/drawing/2014/main" id="{80695F1A-D59A-1AE1-CE68-9EF7A3CADE82}"/>
                    </a:ext>
                  </a:extLst>
                </p:cNvPr>
                <p:cNvPicPr/>
                <p:nvPr/>
              </p:nvPicPr>
              <p:blipFill>
                <a:blip r:embed="rId140"/>
                <a:stretch>
                  <a:fillRect/>
                </a:stretch>
              </p:blipFill>
              <p:spPr>
                <a:xfrm>
                  <a:off x="5269686" y="3320422"/>
                  <a:ext cx="1368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31" name="Ink 230">
                  <a:extLst>
                    <a:ext uri="{FF2B5EF4-FFF2-40B4-BE49-F238E27FC236}">
                      <a16:creationId xmlns:a16="http://schemas.microsoft.com/office/drawing/2014/main" id="{FA7B82F9-8E0E-D9DA-A3CC-5690659B33A4}"/>
                    </a:ext>
                  </a:extLst>
                </p14:cNvPr>
                <p14:cNvContentPartPr/>
                <p14:nvPr/>
              </p14:nvContentPartPr>
              <p14:xfrm>
                <a:off x="5468046" y="3201622"/>
                <a:ext cx="174960" cy="190440"/>
              </p14:xfrm>
            </p:contentPart>
          </mc:Choice>
          <mc:Fallback xmlns="">
            <p:pic>
              <p:nvPicPr>
                <p:cNvPr id="231" name="Ink 230">
                  <a:extLst>
                    <a:ext uri="{FF2B5EF4-FFF2-40B4-BE49-F238E27FC236}">
                      <a16:creationId xmlns:a16="http://schemas.microsoft.com/office/drawing/2014/main" id="{FA7B82F9-8E0E-D9DA-A3CC-5690659B33A4}"/>
                    </a:ext>
                  </a:extLst>
                </p:cNvPr>
                <p:cNvPicPr/>
                <p:nvPr/>
              </p:nvPicPr>
              <p:blipFill>
                <a:blip r:embed="rId142"/>
                <a:stretch>
                  <a:fillRect/>
                </a:stretch>
              </p:blipFill>
              <p:spPr>
                <a:xfrm>
                  <a:off x="5459406" y="3192622"/>
                  <a:ext cx="1926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32" name="Ink 231">
                  <a:extLst>
                    <a:ext uri="{FF2B5EF4-FFF2-40B4-BE49-F238E27FC236}">
                      <a16:creationId xmlns:a16="http://schemas.microsoft.com/office/drawing/2014/main" id="{0010CC4C-D324-ACE3-F5B3-7EB2E8C1A3D0}"/>
                    </a:ext>
                  </a:extLst>
                </p14:cNvPr>
                <p14:cNvContentPartPr/>
                <p14:nvPr/>
              </p14:nvContentPartPr>
              <p14:xfrm>
                <a:off x="5591166" y="3338782"/>
                <a:ext cx="133200" cy="40320"/>
              </p14:xfrm>
            </p:contentPart>
          </mc:Choice>
          <mc:Fallback xmlns="">
            <p:pic>
              <p:nvPicPr>
                <p:cNvPr id="232" name="Ink 231">
                  <a:extLst>
                    <a:ext uri="{FF2B5EF4-FFF2-40B4-BE49-F238E27FC236}">
                      <a16:creationId xmlns:a16="http://schemas.microsoft.com/office/drawing/2014/main" id="{0010CC4C-D324-ACE3-F5B3-7EB2E8C1A3D0}"/>
                    </a:ext>
                  </a:extLst>
                </p:cNvPr>
                <p:cNvPicPr/>
                <p:nvPr/>
              </p:nvPicPr>
              <p:blipFill>
                <a:blip r:embed="rId144"/>
                <a:stretch>
                  <a:fillRect/>
                </a:stretch>
              </p:blipFill>
              <p:spPr>
                <a:xfrm>
                  <a:off x="5582166" y="3330142"/>
                  <a:ext cx="1508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33" name="Ink 232">
                  <a:extLst>
                    <a:ext uri="{FF2B5EF4-FFF2-40B4-BE49-F238E27FC236}">
                      <a16:creationId xmlns:a16="http://schemas.microsoft.com/office/drawing/2014/main" id="{2BB203C0-F30A-AB3F-0D9A-C92CCF0CA3EC}"/>
                    </a:ext>
                  </a:extLst>
                </p14:cNvPr>
                <p14:cNvContentPartPr/>
                <p14:nvPr/>
              </p14:nvContentPartPr>
              <p14:xfrm>
                <a:off x="5727966" y="3319702"/>
                <a:ext cx="360" cy="360"/>
              </p14:xfrm>
            </p:contentPart>
          </mc:Choice>
          <mc:Fallback xmlns="">
            <p:pic>
              <p:nvPicPr>
                <p:cNvPr id="233" name="Ink 232">
                  <a:extLst>
                    <a:ext uri="{FF2B5EF4-FFF2-40B4-BE49-F238E27FC236}">
                      <a16:creationId xmlns:a16="http://schemas.microsoft.com/office/drawing/2014/main" id="{2BB203C0-F30A-AB3F-0D9A-C92CCF0CA3EC}"/>
                    </a:ext>
                  </a:extLst>
                </p:cNvPr>
                <p:cNvPicPr/>
                <p:nvPr/>
              </p:nvPicPr>
              <p:blipFill>
                <a:blip r:embed="rId126"/>
                <a:stretch>
                  <a:fillRect/>
                </a:stretch>
              </p:blipFill>
              <p:spPr>
                <a:xfrm>
                  <a:off x="5719326" y="33110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34" name="Ink 233">
                  <a:extLst>
                    <a:ext uri="{FF2B5EF4-FFF2-40B4-BE49-F238E27FC236}">
                      <a16:creationId xmlns:a16="http://schemas.microsoft.com/office/drawing/2014/main" id="{EBBFCB65-EAB5-A9C7-419F-DE019740199E}"/>
                    </a:ext>
                  </a:extLst>
                </p14:cNvPr>
                <p14:cNvContentPartPr/>
                <p14:nvPr/>
              </p14:nvContentPartPr>
              <p14:xfrm>
                <a:off x="5765406" y="3328702"/>
                <a:ext cx="136440" cy="58320"/>
              </p14:xfrm>
            </p:contentPart>
          </mc:Choice>
          <mc:Fallback xmlns="">
            <p:pic>
              <p:nvPicPr>
                <p:cNvPr id="234" name="Ink 233">
                  <a:extLst>
                    <a:ext uri="{FF2B5EF4-FFF2-40B4-BE49-F238E27FC236}">
                      <a16:creationId xmlns:a16="http://schemas.microsoft.com/office/drawing/2014/main" id="{EBBFCB65-EAB5-A9C7-419F-DE019740199E}"/>
                    </a:ext>
                  </a:extLst>
                </p:cNvPr>
                <p:cNvPicPr/>
                <p:nvPr/>
              </p:nvPicPr>
              <p:blipFill>
                <a:blip r:embed="rId147"/>
                <a:stretch>
                  <a:fillRect/>
                </a:stretch>
              </p:blipFill>
              <p:spPr>
                <a:xfrm>
                  <a:off x="5756406" y="3320062"/>
                  <a:ext cx="1540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35" name="Ink 234">
                  <a:extLst>
                    <a:ext uri="{FF2B5EF4-FFF2-40B4-BE49-F238E27FC236}">
                      <a16:creationId xmlns:a16="http://schemas.microsoft.com/office/drawing/2014/main" id="{D4BCB190-F1B2-1B1D-98B7-F377C327E13B}"/>
                    </a:ext>
                  </a:extLst>
                </p14:cNvPr>
                <p14:cNvContentPartPr/>
                <p14:nvPr/>
              </p14:nvContentPartPr>
              <p14:xfrm>
                <a:off x="5937126" y="3323302"/>
                <a:ext cx="114120" cy="54360"/>
              </p14:xfrm>
            </p:contentPart>
          </mc:Choice>
          <mc:Fallback xmlns="">
            <p:pic>
              <p:nvPicPr>
                <p:cNvPr id="235" name="Ink 234">
                  <a:extLst>
                    <a:ext uri="{FF2B5EF4-FFF2-40B4-BE49-F238E27FC236}">
                      <a16:creationId xmlns:a16="http://schemas.microsoft.com/office/drawing/2014/main" id="{D4BCB190-F1B2-1B1D-98B7-F377C327E13B}"/>
                    </a:ext>
                  </a:extLst>
                </p:cNvPr>
                <p:cNvPicPr/>
                <p:nvPr/>
              </p:nvPicPr>
              <p:blipFill>
                <a:blip r:embed="rId149"/>
                <a:stretch>
                  <a:fillRect/>
                </a:stretch>
              </p:blipFill>
              <p:spPr>
                <a:xfrm>
                  <a:off x="5928486" y="3314662"/>
                  <a:ext cx="1317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36" name="Ink 235">
                  <a:extLst>
                    <a:ext uri="{FF2B5EF4-FFF2-40B4-BE49-F238E27FC236}">
                      <a16:creationId xmlns:a16="http://schemas.microsoft.com/office/drawing/2014/main" id="{503E2434-1AED-48D2-817B-28CA8ECEA4A9}"/>
                    </a:ext>
                  </a:extLst>
                </p14:cNvPr>
                <p14:cNvContentPartPr/>
                <p14:nvPr/>
              </p14:nvContentPartPr>
              <p14:xfrm>
                <a:off x="6189846" y="3280462"/>
                <a:ext cx="13320" cy="114480"/>
              </p14:xfrm>
            </p:contentPart>
          </mc:Choice>
          <mc:Fallback xmlns="">
            <p:pic>
              <p:nvPicPr>
                <p:cNvPr id="236" name="Ink 235">
                  <a:extLst>
                    <a:ext uri="{FF2B5EF4-FFF2-40B4-BE49-F238E27FC236}">
                      <a16:creationId xmlns:a16="http://schemas.microsoft.com/office/drawing/2014/main" id="{503E2434-1AED-48D2-817B-28CA8ECEA4A9}"/>
                    </a:ext>
                  </a:extLst>
                </p:cNvPr>
                <p:cNvPicPr/>
                <p:nvPr/>
              </p:nvPicPr>
              <p:blipFill>
                <a:blip r:embed="rId151"/>
                <a:stretch>
                  <a:fillRect/>
                </a:stretch>
              </p:blipFill>
              <p:spPr>
                <a:xfrm>
                  <a:off x="6181206" y="3271462"/>
                  <a:ext cx="309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39" name="Ink 238">
                  <a:extLst>
                    <a:ext uri="{FF2B5EF4-FFF2-40B4-BE49-F238E27FC236}">
                      <a16:creationId xmlns:a16="http://schemas.microsoft.com/office/drawing/2014/main" id="{E7EF6014-2DE5-6F0A-B122-A1D7C143B2EE}"/>
                    </a:ext>
                  </a:extLst>
                </p14:cNvPr>
                <p14:cNvContentPartPr/>
                <p14:nvPr/>
              </p14:nvContentPartPr>
              <p14:xfrm>
                <a:off x="4492806" y="2939542"/>
                <a:ext cx="462960" cy="11520"/>
              </p14:xfrm>
            </p:contentPart>
          </mc:Choice>
          <mc:Fallback xmlns="">
            <p:pic>
              <p:nvPicPr>
                <p:cNvPr id="239" name="Ink 238">
                  <a:extLst>
                    <a:ext uri="{FF2B5EF4-FFF2-40B4-BE49-F238E27FC236}">
                      <a16:creationId xmlns:a16="http://schemas.microsoft.com/office/drawing/2014/main" id="{E7EF6014-2DE5-6F0A-B122-A1D7C143B2EE}"/>
                    </a:ext>
                  </a:extLst>
                </p:cNvPr>
                <p:cNvPicPr/>
                <p:nvPr/>
              </p:nvPicPr>
              <p:blipFill>
                <a:blip r:embed="rId153"/>
                <a:stretch>
                  <a:fillRect/>
                </a:stretch>
              </p:blipFill>
              <p:spPr>
                <a:xfrm>
                  <a:off x="4483806" y="2930902"/>
                  <a:ext cx="4806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240" name="Ink 239">
                  <a:extLst>
                    <a:ext uri="{FF2B5EF4-FFF2-40B4-BE49-F238E27FC236}">
                      <a16:creationId xmlns:a16="http://schemas.microsoft.com/office/drawing/2014/main" id="{14EDD14E-7966-01F6-3C7A-F4721632D2C0}"/>
                    </a:ext>
                  </a:extLst>
                </p14:cNvPr>
                <p14:cNvContentPartPr/>
                <p14:nvPr/>
              </p14:nvContentPartPr>
              <p14:xfrm>
                <a:off x="5029566" y="2827582"/>
                <a:ext cx="7560" cy="7920"/>
              </p14:xfrm>
            </p:contentPart>
          </mc:Choice>
          <mc:Fallback xmlns="">
            <p:pic>
              <p:nvPicPr>
                <p:cNvPr id="240" name="Ink 239">
                  <a:extLst>
                    <a:ext uri="{FF2B5EF4-FFF2-40B4-BE49-F238E27FC236}">
                      <a16:creationId xmlns:a16="http://schemas.microsoft.com/office/drawing/2014/main" id="{14EDD14E-7966-01F6-3C7A-F4721632D2C0}"/>
                    </a:ext>
                  </a:extLst>
                </p:cNvPr>
                <p:cNvPicPr/>
                <p:nvPr/>
              </p:nvPicPr>
              <p:blipFill>
                <a:blip r:embed="rId155"/>
                <a:stretch>
                  <a:fillRect/>
                </a:stretch>
              </p:blipFill>
              <p:spPr>
                <a:xfrm>
                  <a:off x="5020926" y="2818582"/>
                  <a:ext cx="252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41" name="Ink 240">
                  <a:extLst>
                    <a:ext uri="{FF2B5EF4-FFF2-40B4-BE49-F238E27FC236}">
                      <a16:creationId xmlns:a16="http://schemas.microsoft.com/office/drawing/2014/main" id="{F3CB17DB-DB40-23C3-7D1E-E21F3B38F8DC}"/>
                    </a:ext>
                  </a:extLst>
                </p14:cNvPr>
                <p14:cNvContentPartPr/>
                <p14:nvPr/>
              </p14:nvContentPartPr>
              <p14:xfrm>
                <a:off x="5019126" y="2903542"/>
                <a:ext cx="21240" cy="19800"/>
              </p14:xfrm>
            </p:contentPart>
          </mc:Choice>
          <mc:Fallback xmlns="">
            <p:pic>
              <p:nvPicPr>
                <p:cNvPr id="241" name="Ink 240">
                  <a:extLst>
                    <a:ext uri="{FF2B5EF4-FFF2-40B4-BE49-F238E27FC236}">
                      <a16:creationId xmlns:a16="http://schemas.microsoft.com/office/drawing/2014/main" id="{F3CB17DB-DB40-23C3-7D1E-E21F3B38F8DC}"/>
                    </a:ext>
                  </a:extLst>
                </p:cNvPr>
                <p:cNvPicPr/>
                <p:nvPr/>
              </p:nvPicPr>
              <p:blipFill>
                <a:blip r:embed="rId157"/>
                <a:stretch>
                  <a:fillRect/>
                </a:stretch>
              </p:blipFill>
              <p:spPr>
                <a:xfrm>
                  <a:off x="5010126" y="2894542"/>
                  <a:ext cx="38880" cy="37440"/>
                </a:xfrm>
                <a:prstGeom prst="rect">
                  <a:avLst/>
                </a:prstGeom>
              </p:spPr>
            </p:pic>
          </mc:Fallback>
        </mc:AlternateContent>
      </p:grpSp>
      <p:grpSp>
        <p:nvGrpSpPr>
          <p:cNvPr id="248" name="Group 247">
            <a:extLst>
              <a:ext uri="{FF2B5EF4-FFF2-40B4-BE49-F238E27FC236}">
                <a16:creationId xmlns:a16="http://schemas.microsoft.com/office/drawing/2014/main" id="{E711A7CA-C371-F2E1-0C24-6A1FDD39FDD3}"/>
              </a:ext>
            </a:extLst>
          </p:cNvPr>
          <p:cNvGrpSpPr/>
          <p:nvPr/>
        </p:nvGrpSpPr>
        <p:grpSpPr>
          <a:xfrm>
            <a:off x="1961406" y="3437782"/>
            <a:ext cx="1317240" cy="873720"/>
            <a:chOff x="437406" y="3437782"/>
            <a:chExt cx="1317240" cy="873720"/>
          </a:xfrm>
        </p:grpSpPr>
        <mc:AlternateContent xmlns:mc="http://schemas.openxmlformats.org/markup-compatibility/2006" xmlns:p14="http://schemas.microsoft.com/office/powerpoint/2010/main">
          <mc:Choice Requires="p14">
            <p:contentPart p14:bwMode="auto" r:id="rId158">
              <p14:nvContentPartPr>
                <p14:cNvPr id="243" name="Ink 242">
                  <a:extLst>
                    <a:ext uri="{FF2B5EF4-FFF2-40B4-BE49-F238E27FC236}">
                      <a16:creationId xmlns:a16="http://schemas.microsoft.com/office/drawing/2014/main" id="{6ECF258B-C460-8312-B264-F4C2D584052D}"/>
                    </a:ext>
                  </a:extLst>
                </p14:cNvPr>
                <p14:cNvContentPartPr/>
                <p14:nvPr/>
              </p14:nvContentPartPr>
              <p14:xfrm>
                <a:off x="437406" y="3457222"/>
                <a:ext cx="1247760" cy="854280"/>
              </p14:xfrm>
            </p:contentPart>
          </mc:Choice>
          <mc:Fallback xmlns="">
            <p:pic>
              <p:nvPicPr>
                <p:cNvPr id="243" name="Ink 242">
                  <a:extLst>
                    <a:ext uri="{FF2B5EF4-FFF2-40B4-BE49-F238E27FC236}">
                      <a16:creationId xmlns:a16="http://schemas.microsoft.com/office/drawing/2014/main" id="{6ECF258B-C460-8312-B264-F4C2D584052D}"/>
                    </a:ext>
                  </a:extLst>
                </p:cNvPr>
                <p:cNvPicPr/>
                <p:nvPr/>
              </p:nvPicPr>
              <p:blipFill>
                <a:blip r:embed="rId159"/>
                <a:stretch>
                  <a:fillRect/>
                </a:stretch>
              </p:blipFill>
              <p:spPr>
                <a:xfrm>
                  <a:off x="428406" y="3448222"/>
                  <a:ext cx="1265400" cy="871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44" name="Ink 243">
                  <a:extLst>
                    <a:ext uri="{FF2B5EF4-FFF2-40B4-BE49-F238E27FC236}">
                      <a16:creationId xmlns:a16="http://schemas.microsoft.com/office/drawing/2014/main" id="{E87FC099-A460-C08C-B386-D903F118D9E1}"/>
                    </a:ext>
                  </a:extLst>
                </p14:cNvPr>
                <p14:cNvContentPartPr/>
                <p14:nvPr/>
              </p14:nvContentPartPr>
              <p14:xfrm>
                <a:off x="1533966" y="3437782"/>
                <a:ext cx="220680" cy="169560"/>
              </p14:xfrm>
            </p:contentPart>
          </mc:Choice>
          <mc:Fallback xmlns="">
            <p:pic>
              <p:nvPicPr>
                <p:cNvPr id="244" name="Ink 243">
                  <a:extLst>
                    <a:ext uri="{FF2B5EF4-FFF2-40B4-BE49-F238E27FC236}">
                      <a16:creationId xmlns:a16="http://schemas.microsoft.com/office/drawing/2014/main" id="{E87FC099-A460-C08C-B386-D903F118D9E1}"/>
                    </a:ext>
                  </a:extLst>
                </p:cNvPr>
                <p:cNvPicPr/>
                <p:nvPr/>
              </p:nvPicPr>
              <p:blipFill>
                <a:blip r:embed="rId161"/>
                <a:stretch>
                  <a:fillRect/>
                </a:stretch>
              </p:blipFill>
              <p:spPr>
                <a:xfrm>
                  <a:off x="1525326" y="3428782"/>
                  <a:ext cx="238320" cy="187200"/>
                </a:xfrm>
                <a:prstGeom prst="rect">
                  <a:avLst/>
                </a:prstGeom>
              </p:spPr>
            </p:pic>
          </mc:Fallback>
        </mc:AlternateContent>
      </p:grpSp>
      <p:grpSp>
        <p:nvGrpSpPr>
          <p:cNvPr id="262" name="Group 261">
            <a:extLst>
              <a:ext uri="{FF2B5EF4-FFF2-40B4-BE49-F238E27FC236}">
                <a16:creationId xmlns:a16="http://schemas.microsoft.com/office/drawing/2014/main" id="{3B689CB5-DA25-360D-4BD9-CC3F95D5736B}"/>
              </a:ext>
            </a:extLst>
          </p:cNvPr>
          <p:cNvGrpSpPr/>
          <p:nvPr/>
        </p:nvGrpSpPr>
        <p:grpSpPr>
          <a:xfrm>
            <a:off x="2505006" y="4475302"/>
            <a:ext cx="470160" cy="243720"/>
            <a:chOff x="981006" y="4475302"/>
            <a:chExt cx="470160" cy="243720"/>
          </a:xfrm>
        </p:grpSpPr>
        <mc:AlternateContent xmlns:mc="http://schemas.openxmlformats.org/markup-compatibility/2006" xmlns:p14="http://schemas.microsoft.com/office/powerpoint/2010/main">
          <mc:Choice Requires="p14">
            <p:contentPart p14:bwMode="auto" r:id="rId162">
              <p14:nvContentPartPr>
                <p14:cNvPr id="257" name="Ink 256">
                  <a:extLst>
                    <a:ext uri="{FF2B5EF4-FFF2-40B4-BE49-F238E27FC236}">
                      <a16:creationId xmlns:a16="http://schemas.microsoft.com/office/drawing/2014/main" id="{86E1B7F4-9E26-25C2-FD38-2533EAC1002B}"/>
                    </a:ext>
                  </a:extLst>
                </p14:cNvPr>
                <p14:cNvContentPartPr/>
                <p14:nvPr/>
              </p14:nvContentPartPr>
              <p14:xfrm>
                <a:off x="981006" y="4475302"/>
                <a:ext cx="167400" cy="6480"/>
              </p14:xfrm>
            </p:contentPart>
          </mc:Choice>
          <mc:Fallback xmlns="">
            <p:pic>
              <p:nvPicPr>
                <p:cNvPr id="257" name="Ink 256">
                  <a:extLst>
                    <a:ext uri="{FF2B5EF4-FFF2-40B4-BE49-F238E27FC236}">
                      <a16:creationId xmlns:a16="http://schemas.microsoft.com/office/drawing/2014/main" id="{86E1B7F4-9E26-25C2-FD38-2533EAC1002B}"/>
                    </a:ext>
                  </a:extLst>
                </p:cNvPr>
                <p:cNvPicPr/>
                <p:nvPr/>
              </p:nvPicPr>
              <p:blipFill>
                <a:blip r:embed="rId163"/>
                <a:stretch>
                  <a:fillRect/>
                </a:stretch>
              </p:blipFill>
              <p:spPr>
                <a:xfrm>
                  <a:off x="963006" y="4457302"/>
                  <a:ext cx="2030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258" name="Ink 257">
                  <a:extLst>
                    <a:ext uri="{FF2B5EF4-FFF2-40B4-BE49-F238E27FC236}">
                      <a16:creationId xmlns:a16="http://schemas.microsoft.com/office/drawing/2014/main" id="{BDBD6E08-1082-342F-5127-6E83E88BEF7E}"/>
                    </a:ext>
                  </a:extLst>
                </p14:cNvPr>
                <p14:cNvContentPartPr/>
                <p14:nvPr/>
              </p14:nvContentPartPr>
              <p14:xfrm>
                <a:off x="1060566" y="4483222"/>
                <a:ext cx="23400" cy="178560"/>
              </p14:xfrm>
            </p:contentPart>
          </mc:Choice>
          <mc:Fallback xmlns="">
            <p:pic>
              <p:nvPicPr>
                <p:cNvPr id="258" name="Ink 257">
                  <a:extLst>
                    <a:ext uri="{FF2B5EF4-FFF2-40B4-BE49-F238E27FC236}">
                      <a16:creationId xmlns:a16="http://schemas.microsoft.com/office/drawing/2014/main" id="{BDBD6E08-1082-342F-5127-6E83E88BEF7E}"/>
                    </a:ext>
                  </a:extLst>
                </p:cNvPr>
                <p:cNvPicPr/>
                <p:nvPr/>
              </p:nvPicPr>
              <p:blipFill>
                <a:blip r:embed="rId165"/>
                <a:stretch>
                  <a:fillRect/>
                </a:stretch>
              </p:blipFill>
              <p:spPr>
                <a:xfrm>
                  <a:off x="1042926" y="4465222"/>
                  <a:ext cx="590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259" name="Ink 258">
                  <a:extLst>
                    <a:ext uri="{FF2B5EF4-FFF2-40B4-BE49-F238E27FC236}">
                      <a16:creationId xmlns:a16="http://schemas.microsoft.com/office/drawing/2014/main" id="{692DBA5B-F1F1-9CF9-C98C-E28BF1B3DDF2}"/>
                    </a:ext>
                  </a:extLst>
                </p14:cNvPr>
                <p14:cNvContentPartPr/>
                <p14:nvPr/>
              </p14:nvContentPartPr>
              <p14:xfrm>
                <a:off x="1168566" y="4602742"/>
                <a:ext cx="119880" cy="116280"/>
              </p14:xfrm>
            </p:contentPart>
          </mc:Choice>
          <mc:Fallback xmlns="">
            <p:pic>
              <p:nvPicPr>
                <p:cNvPr id="259" name="Ink 258">
                  <a:extLst>
                    <a:ext uri="{FF2B5EF4-FFF2-40B4-BE49-F238E27FC236}">
                      <a16:creationId xmlns:a16="http://schemas.microsoft.com/office/drawing/2014/main" id="{692DBA5B-F1F1-9CF9-C98C-E28BF1B3DDF2}"/>
                    </a:ext>
                  </a:extLst>
                </p:cNvPr>
                <p:cNvPicPr/>
                <p:nvPr/>
              </p:nvPicPr>
              <p:blipFill>
                <a:blip r:embed="rId167"/>
                <a:stretch>
                  <a:fillRect/>
                </a:stretch>
              </p:blipFill>
              <p:spPr>
                <a:xfrm>
                  <a:off x="1150566" y="4584742"/>
                  <a:ext cx="1555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260" name="Ink 259">
                  <a:extLst>
                    <a:ext uri="{FF2B5EF4-FFF2-40B4-BE49-F238E27FC236}">
                      <a16:creationId xmlns:a16="http://schemas.microsoft.com/office/drawing/2014/main" id="{BF96D11F-FA97-CC31-EBC3-EC93EF59C96B}"/>
                    </a:ext>
                  </a:extLst>
                </p14:cNvPr>
                <p14:cNvContentPartPr/>
                <p14:nvPr/>
              </p14:nvContentPartPr>
              <p14:xfrm>
                <a:off x="1342806" y="4639822"/>
                <a:ext cx="108360" cy="51120"/>
              </p14:xfrm>
            </p:contentPart>
          </mc:Choice>
          <mc:Fallback xmlns="">
            <p:pic>
              <p:nvPicPr>
                <p:cNvPr id="260" name="Ink 259">
                  <a:extLst>
                    <a:ext uri="{FF2B5EF4-FFF2-40B4-BE49-F238E27FC236}">
                      <a16:creationId xmlns:a16="http://schemas.microsoft.com/office/drawing/2014/main" id="{BF96D11F-FA97-CC31-EBC3-EC93EF59C96B}"/>
                    </a:ext>
                  </a:extLst>
                </p:cNvPr>
                <p:cNvPicPr/>
                <p:nvPr/>
              </p:nvPicPr>
              <p:blipFill>
                <a:blip r:embed="rId169"/>
                <a:stretch>
                  <a:fillRect/>
                </a:stretch>
              </p:blipFill>
              <p:spPr>
                <a:xfrm>
                  <a:off x="1324806" y="4622182"/>
                  <a:ext cx="1440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261" name="Ink 260">
                  <a:extLst>
                    <a:ext uri="{FF2B5EF4-FFF2-40B4-BE49-F238E27FC236}">
                      <a16:creationId xmlns:a16="http://schemas.microsoft.com/office/drawing/2014/main" id="{D58BD8AF-641E-AB4D-3204-76F72039C433}"/>
                    </a:ext>
                  </a:extLst>
                </p14:cNvPr>
                <p14:cNvContentPartPr/>
                <p14:nvPr/>
              </p14:nvContentPartPr>
              <p14:xfrm>
                <a:off x="1321206" y="4627222"/>
                <a:ext cx="107280" cy="86400"/>
              </p14:xfrm>
            </p:contentPart>
          </mc:Choice>
          <mc:Fallback xmlns="">
            <p:pic>
              <p:nvPicPr>
                <p:cNvPr id="261" name="Ink 260">
                  <a:extLst>
                    <a:ext uri="{FF2B5EF4-FFF2-40B4-BE49-F238E27FC236}">
                      <a16:creationId xmlns:a16="http://schemas.microsoft.com/office/drawing/2014/main" id="{D58BD8AF-641E-AB4D-3204-76F72039C433}"/>
                    </a:ext>
                  </a:extLst>
                </p:cNvPr>
                <p:cNvPicPr/>
                <p:nvPr/>
              </p:nvPicPr>
              <p:blipFill>
                <a:blip r:embed="rId171"/>
                <a:stretch>
                  <a:fillRect/>
                </a:stretch>
              </p:blipFill>
              <p:spPr>
                <a:xfrm>
                  <a:off x="1303566" y="4609582"/>
                  <a:ext cx="142920" cy="122040"/>
                </a:xfrm>
                <a:prstGeom prst="rect">
                  <a:avLst/>
                </a:prstGeom>
              </p:spPr>
            </p:pic>
          </mc:Fallback>
        </mc:AlternateContent>
      </p:grpSp>
      <p:grpSp>
        <p:nvGrpSpPr>
          <p:cNvPr id="283" name="Group 282">
            <a:extLst>
              <a:ext uri="{FF2B5EF4-FFF2-40B4-BE49-F238E27FC236}">
                <a16:creationId xmlns:a16="http://schemas.microsoft.com/office/drawing/2014/main" id="{2172C7FD-7A11-1635-389B-3CF3BE36BD68}"/>
              </a:ext>
            </a:extLst>
          </p:cNvPr>
          <p:cNvGrpSpPr/>
          <p:nvPr/>
        </p:nvGrpSpPr>
        <p:grpSpPr>
          <a:xfrm>
            <a:off x="1955646" y="3496102"/>
            <a:ext cx="2076840" cy="833400"/>
            <a:chOff x="431646" y="3496102"/>
            <a:chExt cx="2076840" cy="833400"/>
          </a:xfrm>
        </p:grpSpPr>
        <mc:AlternateContent xmlns:mc="http://schemas.openxmlformats.org/markup-compatibility/2006" xmlns:p14="http://schemas.microsoft.com/office/powerpoint/2010/main">
          <mc:Choice Requires="p14">
            <p:contentPart p14:bwMode="auto" r:id="rId172">
              <p14:nvContentPartPr>
                <p14:cNvPr id="249" name="Ink 248">
                  <a:extLst>
                    <a:ext uri="{FF2B5EF4-FFF2-40B4-BE49-F238E27FC236}">
                      <a16:creationId xmlns:a16="http://schemas.microsoft.com/office/drawing/2014/main" id="{3471BC7C-84D1-E62E-AF0B-F8FBA7BE2A45}"/>
                    </a:ext>
                  </a:extLst>
                </p14:cNvPr>
                <p14:cNvContentPartPr/>
                <p14:nvPr/>
              </p14:nvContentPartPr>
              <p14:xfrm>
                <a:off x="431646" y="4316542"/>
                <a:ext cx="85680" cy="12960"/>
              </p14:xfrm>
            </p:contentPart>
          </mc:Choice>
          <mc:Fallback xmlns="">
            <p:pic>
              <p:nvPicPr>
                <p:cNvPr id="249" name="Ink 248">
                  <a:extLst>
                    <a:ext uri="{FF2B5EF4-FFF2-40B4-BE49-F238E27FC236}">
                      <a16:creationId xmlns:a16="http://schemas.microsoft.com/office/drawing/2014/main" id="{3471BC7C-84D1-E62E-AF0B-F8FBA7BE2A45}"/>
                    </a:ext>
                  </a:extLst>
                </p:cNvPr>
                <p:cNvPicPr/>
                <p:nvPr/>
              </p:nvPicPr>
              <p:blipFill>
                <a:blip r:embed="rId173"/>
                <a:stretch>
                  <a:fillRect/>
                </a:stretch>
              </p:blipFill>
              <p:spPr>
                <a:xfrm>
                  <a:off x="413646" y="4298542"/>
                  <a:ext cx="1213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50" name="Ink 249">
                  <a:extLst>
                    <a:ext uri="{FF2B5EF4-FFF2-40B4-BE49-F238E27FC236}">
                      <a16:creationId xmlns:a16="http://schemas.microsoft.com/office/drawing/2014/main" id="{2EA20555-CE7D-9B52-81F8-BB2FE78B41BD}"/>
                    </a:ext>
                  </a:extLst>
                </p14:cNvPr>
                <p14:cNvContentPartPr/>
                <p14:nvPr/>
              </p14:nvContentPartPr>
              <p14:xfrm>
                <a:off x="648366" y="4315462"/>
                <a:ext cx="87480" cy="7200"/>
              </p14:xfrm>
            </p:contentPart>
          </mc:Choice>
          <mc:Fallback xmlns="">
            <p:pic>
              <p:nvPicPr>
                <p:cNvPr id="250" name="Ink 249">
                  <a:extLst>
                    <a:ext uri="{FF2B5EF4-FFF2-40B4-BE49-F238E27FC236}">
                      <a16:creationId xmlns:a16="http://schemas.microsoft.com/office/drawing/2014/main" id="{2EA20555-CE7D-9B52-81F8-BB2FE78B41BD}"/>
                    </a:ext>
                  </a:extLst>
                </p:cNvPr>
                <p:cNvPicPr/>
                <p:nvPr/>
              </p:nvPicPr>
              <p:blipFill>
                <a:blip r:embed="rId175"/>
                <a:stretch>
                  <a:fillRect/>
                </a:stretch>
              </p:blipFill>
              <p:spPr>
                <a:xfrm>
                  <a:off x="630726" y="4297462"/>
                  <a:ext cx="12312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51" name="Ink 250">
                  <a:extLst>
                    <a:ext uri="{FF2B5EF4-FFF2-40B4-BE49-F238E27FC236}">
                      <a16:creationId xmlns:a16="http://schemas.microsoft.com/office/drawing/2014/main" id="{9227D373-7F62-C9CD-E8F4-6D5B5A21FDE2}"/>
                    </a:ext>
                  </a:extLst>
                </p14:cNvPr>
                <p14:cNvContentPartPr/>
                <p14:nvPr/>
              </p14:nvContentPartPr>
              <p14:xfrm>
                <a:off x="899286" y="4284862"/>
                <a:ext cx="117360" cy="12240"/>
              </p14:xfrm>
            </p:contentPart>
          </mc:Choice>
          <mc:Fallback xmlns="">
            <p:pic>
              <p:nvPicPr>
                <p:cNvPr id="251" name="Ink 250">
                  <a:extLst>
                    <a:ext uri="{FF2B5EF4-FFF2-40B4-BE49-F238E27FC236}">
                      <a16:creationId xmlns:a16="http://schemas.microsoft.com/office/drawing/2014/main" id="{9227D373-7F62-C9CD-E8F4-6D5B5A21FDE2}"/>
                    </a:ext>
                  </a:extLst>
                </p:cNvPr>
                <p:cNvPicPr/>
                <p:nvPr/>
              </p:nvPicPr>
              <p:blipFill>
                <a:blip r:embed="rId177"/>
                <a:stretch>
                  <a:fillRect/>
                </a:stretch>
              </p:blipFill>
              <p:spPr>
                <a:xfrm>
                  <a:off x="881286" y="4267222"/>
                  <a:ext cx="1530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52" name="Ink 251">
                  <a:extLst>
                    <a:ext uri="{FF2B5EF4-FFF2-40B4-BE49-F238E27FC236}">
                      <a16:creationId xmlns:a16="http://schemas.microsoft.com/office/drawing/2014/main" id="{FAC6AC00-F3F5-2FF0-5B7B-5728EB5F667F}"/>
                    </a:ext>
                  </a:extLst>
                </p14:cNvPr>
                <p14:cNvContentPartPr/>
                <p14:nvPr/>
              </p14:nvContentPartPr>
              <p14:xfrm>
                <a:off x="1184766" y="4261822"/>
                <a:ext cx="137160" cy="13320"/>
              </p14:xfrm>
            </p:contentPart>
          </mc:Choice>
          <mc:Fallback xmlns="">
            <p:pic>
              <p:nvPicPr>
                <p:cNvPr id="252" name="Ink 251">
                  <a:extLst>
                    <a:ext uri="{FF2B5EF4-FFF2-40B4-BE49-F238E27FC236}">
                      <a16:creationId xmlns:a16="http://schemas.microsoft.com/office/drawing/2014/main" id="{FAC6AC00-F3F5-2FF0-5B7B-5728EB5F667F}"/>
                    </a:ext>
                  </a:extLst>
                </p:cNvPr>
                <p:cNvPicPr/>
                <p:nvPr/>
              </p:nvPicPr>
              <p:blipFill>
                <a:blip r:embed="rId179"/>
                <a:stretch>
                  <a:fillRect/>
                </a:stretch>
              </p:blipFill>
              <p:spPr>
                <a:xfrm>
                  <a:off x="1167126" y="4244182"/>
                  <a:ext cx="1728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53" name="Ink 252">
                  <a:extLst>
                    <a:ext uri="{FF2B5EF4-FFF2-40B4-BE49-F238E27FC236}">
                      <a16:creationId xmlns:a16="http://schemas.microsoft.com/office/drawing/2014/main" id="{FFCBD926-86C1-1267-A3B3-1C3EE463F8A5}"/>
                    </a:ext>
                  </a:extLst>
                </p14:cNvPr>
                <p14:cNvContentPartPr/>
                <p14:nvPr/>
              </p14:nvContentPartPr>
              <p14:xfrm>
                <a:off x="1465566" y="4239862"/>
                <a:ext cx="101160" cy="6480"/>
              </p14:xfrm>
            </p:contentPart>
          </mc:Choice>
          <mc:Fallback xmlns="">
            <p:pic>
              <p:nvPicPr>
                <p:cNvPr id="253" name="Ink 252">
                  <a:extLst>
                    <a:ext uri="{FF2B5EF4-FFF2-40B4-BE49-F238E27FC236}">
                      <a16:creationId xmlns:a16="http://schemas.microsoft.com/office/drawing/2014/main" id="{FFCBD926-86C1-1267-A3B3-1C3EE463F8A5}"/>
                    </a:ext>
                  </a:extLst>
                </p:cNvPr>
                <p:cNvPicPr/>
                <p:nvPr/>
              </p:nvPicPr>
              <p:blipFill>
                <a:blip r:embed="rId181"/>
                <a:stretch>
                  <a:fillRect/>
                </a:stretch>
              </p:blipFill>
              <p:spPr>
                <a:xfrm>
                  <a:off x="1447566" y="4221862"/>
                  <a:ext cx="1368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54" name="Ink 253">
                  <a:extLst>
                    <a:ext uri="{FF2B5EF4-FFF2-40B4-BE49-F238E27FC236}">
                      <a16:creationId xmlns:a16="http://schemas.microsoft.com/office/drawing/2014/main" id="{5F7D41B7-6119-0E62-3D2E-5DB9CC4D6C77}"/>
                    </a:ext>
                  </a:extLst>
                </p14:cNvPr>
                <p14:cNvContentPartPr/>
                <p14:nvPr/>
              </p14:nvContentPartPr>
              <p14:xfrm>
                <a:off x="1687686" y="4230502"/>
                <a:ext cx="75960" cy="5760"/>
              </p14:xfrm>
            </p:contentPart>
          </mc:Choice>
          <mc:Fallback xmlns="">
            <p:pic>
              <p:nvPicPr>
                <p:cNvPr id="254" name="Ink 253">
                  <a:extLst>
                    <a:ext uri="{FF2B5EF4-FFF2-40B4-BE49-F238E27FC236}">
                      <a16:creationId xmlns:a16="http://schemas.microsoft.com/office/drawing/2014/main" id="{5F7D41B7-6119-0E62-3D2E-5DB9CC4D6C77}"/>
                    </a:ext>
                  </a:extLst>
                </p:cNvPr>
                <p:cNvPicPr/>
                <p:nvPr/>
              </p:nvPicPr>
              <p:blipFill>
                <a:blip r:embed="rId183"/>
                <a:stretch>
                  <a:fillRect/>
                </a:stretch>
              </p:blipFill>
              <p:spPr>
                <a:xfrm>
                  <a:off x="1670046" y="4212502"/>
                  <a:ext cx="111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56" name="Ink 255">
                  <a:extLst>
                    <a:ext uri="{FF2B5EF4-FFF2-40B4-BE49-F238E27FC236}">
                      <a16:creationId xmlns:a16="http://schemas.microsoft.com/office/drawing/2014/main" id="{3B38E737-448A-A4EB-9D00-CDF15DCC0B8B}"/>
                    </a:ext>
                  </a:extLst>
                </p14:cNvPr>
                <p14:cNvContentPartPr/>
                <p14:nvPr/>
              </p14:nvContentPartPr>
              <p14:xfrm>
                <a:off x="1810806" y="4130782"/>
                <a:ext cx="114840" cy="158760"/>
              </p14:xfrm>
            </p:contentPart>
          </mc:Choice>
          <mc:Fallback xmlns="">
            <p:pic>
              <p:nvPicPr>
                <p:cNvPr id="256" name="Ink 255">
                  <a:extLst>
                    <a:ext uri="{FF2B5EF4-FFF2-40B4-BE49-F238E27FC236}">
                      <a16:creationId xmlns:a16="http://schemas.microsoft.com/office/drawing/2014/main" id="{3B38E737-448A-A4EB-9D00-CDF15DCC0B8B}"/>
                    </a:ext>
                  </a:extLst>
                </p:cNvPr>
                <p:cNvPicPr/>
                <p:nvPr/>
              </p:nvPicPr>
              <p:blipFill>
                <a:blip r:embed="rId185"/>
                <a:stretch>
                  <a:fillRect/>
                </a:stretch>
              </p:blipFill>
              <p:spPr>
                <a:xfrm>
                  <a:off x="1793166" y="4113142"/>
                  <a:ext cx="15048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66" name="Ink 265">
                  <a:extLst>
                    <a:ext uri="{FF2B5EF4-FFF2-40B4-BE49-F238E27FC236}">
                      <a16:creationId xmlns:a16="http://schemas.microsoft.com/office/drawing/2014/main" id="{4AC891E5-DF0C-78FE-D583-A6F0FF1B7FC7}"/>
                    </a:ext>
                  </a:extLst>
                </p14:cNvPr>
                <p14:cNvContentPartPr/>
                <p14:nvPr/>
              </p14:nvContentPartPr>
              <p14:xfrm>
                <a:off x="1848606" y="3879142"/>
                <a:ext cx="11880" cy="115560"/>
              </p14:xfrm>
            </p:contentPart>
          </mc:Choice>
          <mc:Fallback xmlns="">
            <p:pic>
              <p:nvPicPr>
                <p:cNvPr id="266" name="Ink 265">
                  <a:extLst>
                    <a:ext uri="{FF2B5EF4-FFF2-40B4-BE49-F238E27FC236}">
                      <a16:creationId xmlns:a16="http://schemas.microsoft.com/office/drawing/2014/main" id="{4AC891E5-DF0C-78FE-D583-A6F0FF1B7FC7}"/>
                    </a:ext>
                  </a:extLst>
                </p:cNvPr>
                <p:cNvPicPr/>
                <p:nvPr/>
              </p:nvPicPr>
              <p:blipFill>
                <a:blip r:embed="rId187"/>
                <a:stretch>
                  <a:fillRect/>
                </a:stretch>
              </p:blipFill>
              <p:spPr>
                <a:xfrm>
                  <a:off x="1830966" y="3861502"/>
                  <a:ext cx="475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67" name="Ink 266">
                  <a:extLst>
                    <a:ext uri="{FF2B5EF4-FFF2-40B4-BE49-F238E27FC236}">
                      <a16:creationId xmlns:a16="http://schemas.microsoft.com/office/drawing/2014/main" id="{A8B23AFE-9680-F0E7-18FC-450E72E96C57}"/>
                    </a:ext>
                  </a:extLst>
                </p14:cNvPr>
                <p14:cNvContentPartPr/>
                <p14:nvPr/>
              </p14:nvContentPartPr>
              <p14:xfrm>
                <a:off x="1865886" y="4053382"/>
                <a:ext cx="27000" cy="159120"/>
              </p14:xfrm>
            </p:contentPart>
          </mc:Choice>
          <mc:Fallback xmlns="">
            <p:pic>
              <p:nvPicPr>
                <p:cNvPr id="267" name="Ink 266">
                  <a:extLst>
                    <a:ext uri="{FF2B5EF4-FFF2-40B4-BE49-F238E27FC236}">
                      <a16:creationId xmlns:a16="http://schemas.microsoft.com/office/drawing/2014/main" id="{A8B23AFE-9680-F0E7-18FC-450E72E96C57}"/>
                    </a:ext>
                  </a:extLst>
                </p:cNvPr>
                <p:cNvPicPr/>
                <p:nvPr/>
              </p:nvPicPr>
              <p:blipFill>
                <a:blip r:embed="rId189"/>
                <a:stretch>
                  <a:fillRect/>
                </a:stretch>
              </p:blipFill>
              <p:spPr>
                <a:xfrm>
                  <a:off x="1848246" y="4035382"/>
                  <a:ext cx="6264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64" name="Ink 263">
                  <a:extLst>
                    <a:ext uri="{FF2B5EF4-FFF2-40B4-BE49-F238E27FC236}">
                      <a16:creationId xmlns:a16="http://schemas.microsoft.com/office/drawing/2014/main" id="{5E97EEB3-E28B-7529-4EE0-580A245CDE00}"/>
                    </a:ext>
                  </a:extLst>
                </p14:cNvPr>
                <p14:cNvContentPartPr/>
                <p14:nvPr/>
              </p14:nvContentPartPr>
              <p14:xfrm>
                <a:off x="1782006" y="3496102"/>
                <a:ext cx="11160" cy="69840"/>
              </p14:xfrm>
            </p:contentPart>
          </mc:Choice>
          <mc:Fallback xmlns="">
            <p:pic>
              <p:nvPicPr>
                <p:cNvPr id="264" name="Ink 263">
                  <a:extLst>
                    <a:ext uri="{FF2B5EF4-FFF2-40B4-BE49-F238E27FC236}">
                      <a16:creationId xmlns:a16="http://schemas.microsoft.com/office/drawing/2014/main" id="{5E97EEB3-E28B-7529-4EE0-580A245CDE00}"/>
                    </a:ext>
                  </a:extLst>
                </p:cNvPr>
                <p:cNvPicPr/>
                <p:nvPr/>
              </p:nvPicPr>
              <p:blipFill>
                <a:blip r:embed="rId191"/>
                <a:stretch>
                  <a:fillRect/>
                </a:stretch>
              </p:blipFill>
              <p:spPr>
                <a:xfrm>
                  <a:off x="1764366" y="3478462"/>
                  <a:ext cx="468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65" name="Ink 264">
                  <a:extLst>
                    <a:ext uri="{FF2B5EF4-FFF2-40B4-BE49-F238E27FC236}">
                      <a16:creationId xmlns:a16="http://schemas.microsoft.com/office/drawing/2014/main" id="{34AA95C3-FB9C-932D-838E-0EB8DAA314E3}"/>
                    </a:ext>
                  </a:extLst>
                </p14:cNvPr>
                <p14:cNvContentPartPr/>
                <p14:nvPr/>
              </p14:nvContentPartPr>
              <p14:xfrm>
                <a:off x="1814046" y="3661702"/>
                <a:ext cx="9360" cy="117360"/>
              </p14:xfrm>
            </p:contentPart>
          </mc:Choice>
          <mc:Fallback xmlns="">
            <p:pic>
              <p:nvPicPr>
                <p:cNvPr id="265" name="Ink 264">
                  <a:extLst>
                    <a:ext uri="{FF2B5EF4-FFF2-40B4-BE49-F238E27FC236}">
                      <a16:creationId xmlns:a16="http://schemas.microsoft.com/office/drawing/2014/main" id="{34AA95C3-FB9C-932D-838E-0EB8DAA314E3}"/>
                    </a:ext>
                  </a:extLst>
                </p:cNvPr>
                <p:cNvPicPr/>
                <p:nvPr/>
              </p:nvPicPr>
              <p:blipFill>
                <a:blip r:embed="rId193"/>
                <a:stretch>
                  <a:fillRect/>
                </a:stretch>
              </p:blipFill>
              <p:spPr>
                <a:xfrm>
                  <a:off x="1796406" y="3643702"/>
                  <a:ext cx="450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68" name="Ink 267">
                  <a:extLst>
                    <a:ext uri="{FF2B5EF4-FFF2-40B4-BE49-F238E27FC236}">
                      <a16:creationId xmlns:a16="http://schemas.microsoft.com/office/drawing/2014/main" id="{F4C4AF40-5200-8C89-44DB-98697EDE932D}"/>
                    </a:ext>
                  </a:extLst>
                </p14:cNvPr>
                <p14:cNvContentPartPr/>
                <p14:nvPr/>
              </p14:nvContentPartPr>
              <p14:xfrm>
                <a:off x="1737006" y="3500782"/>
                <a:ext cx="110880" cy="141480"/>
              </p14:xfrm>
            </p:contentPart>
          </mc:Choice>
          <mc:Fallback xmlns="">
            <p:pic>
              <p:nvPicPr>
                <p:cNvPr id="268" name="Ink 267">
                  <a:extLst>
                    <a:ext uri="{FF2B5EF4-FFF2-40B4-BE49-F238E27FC236}">
                      <a16:creationId xmlns:a16="http://schemas.microsoft.com/office/drawing/2014/main" id="{F4C4AF40-5200-8C89-44DB-98697EDE932D}"/>
                    </a:ext>
                  </a:extLst>
                </p:cNvPr>
                <p:cNvPicPr/>
                <p:nvPr/>
              </p:nvPicPr>
              <p:blipFill>
                <a:blip r:embed="rId195"/>
                <a:stretch>
                  <a:fillRect/>
                </a:stretch>
              </p:blipFill>
              <p:spPr>
                <a:xfrm>
                  <a:off x="1719366" y="3482782"/>
                  <a:ext cx="1465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71" name="Ink 270">
                  <a:extLst>
                    <a:ext uri="{FF2B5EF4-FFF2-40B4-BE49-F238E27FC236}">
                      <a16:creationId xmlns:a16="http://schemas.microsoft.com/office/drawing/2014/main" id="{1DCC34EC-E6FD-7BBC-3943-9D39FBFDC68A}"/>
                    </a:ext>
                  </a:extLst>
                </p14:cNvPr>
                <p14:cNvContentPartPr/>
                <p14:nvPr/>
              </p14:nvContentPartPr>
              <p14:xfrm>
                <a:off x="1996926" y="3729382"/>
                <a:ext cx="153720" cy="27360"/>
              </p14:xfrm>
            </p:contentPart>
          </mc:Choice>
          <mc:Fallback xmlns="">
            <p:pic>
              <p:nvPicPr>
                <p:cNvPr id="271" name="Ink 270">
                  <a:extLst>
                    <a:ext uri="{FF2B5EF4-FFF2-40B4-BE49-F238E27FC236}">
                      <a16:creationId xmlns:a16="http://schemas.microsoft.com/office/drawing/2014/main" id="{1DCC34EC-E6FD-7BBC-3943-9D39FBFDC68A}"/>
                    </a:ext>
                  </a:extLst>
                </p:cNvPr>
                <p:cNvPicPr/>
                <p:nvPr/>
              </p:nvPicPr>
              <p:blipFill>
                <a:blip r:embed="rId197"/>
                <a:stretch>
                  <a:fillRect/>
                </a:stretch>
              </p:blipFill>
              <p:spPr>
                <a:xfrm>
                  <a:off x="1978926" y="3711382"/>
                  <a:ext cx="1893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272" name="Ink 271">
                  <a:extLst>
                    <a:ext uri="{FF2B5EF4-FFF2-40B4-BE49-F238E27FC236}">
                      <a16:creationId xmlns:a16="http://schemas.microsoft.com/office/drawing/2014/main" id="{284DC654-0C77-1D3B-5764-D7C064F6B511}"/>
                    </a:ext>
                  </a:extLst>
                </p14:cNvPr>
                <p14:cNvContentPartPr/>
                <p14:nvPr/>
              </p14:nvContentPartPr>
              <p14:xfrm>
                <a:off x="2063886" y="3753502"/>
                <a:ext cx="24120" cy="113760"/>
              </p14:xfrm>
            </p:contentPart>
          </mc:Choice>
          <mc:Fallback xmlns="">
            <p:pic>
              <p:nvPicPr>
                <p:cNvPr id="272" name="Ink 271">
                  <a:extLst>
                    <a:ext uri="{FF2B5EF4-FFF2-40B4-BE49-F238E27FC236}">
                      <a16:creationId xmlns:a16="http://schemas.microsoft.com/office/drawing/2014/main" id="{284DC654-0C77-1D3B-5764-D7C064F6B511}"/>
                    </a:ext>
                  </a:extLst>
                </p:cNvPr>
                <p:cNvPicPr/>
                <p:nvPr/>
              </p:nvPicPr>
              <p:blipFill>
                <a:blip r:embed="rId199"/>
                <a:stretch>
                  <a:fillRect/>
                </a:stretch>
              </p:blipFill>
              <p:spPr>
                <a:xfrm>
                  <a:off x="2046246" y="3735502"/>
                  <a:ext cx="597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79" name="Ink 278">
                  <a:extLst>
                    <a:ext uri="{FF2B5EF4-FFF2-40B4-BE49-F238E27FC236}">
                      <a16:creationId xmlns:a16="http://schemas.microsoft.com/office/drawing/2014/main" id="{A591D7ED-52AF-F23F-76FD-714227A52E8A}"/>
                    </a:ext>
                  </a:extLst>
                </p14:cNvPr>
                <p14:cNvContentPartPr/>
                <p14:nvPr/>
              </p14:nvContentPartPr>
              <p14:xfrm>
                <a:off x="2161806" y="3842062"/>
                <a:ext cx="129240" cy="136440"/>
              </p14:xfrm>
            </p:contentPart>
          </mc:Choice>
          <mc:Fallback xmlns="">
            <p:pic>
              <p:nvPicPr>
                <p:cNvPr id="279" name="Ink 278">
                  <a:extLst>
                    <a:ext uri="{FF2B5EF4-FFF2-40B4-BE49-F238E27FC236}">
                      <a16:creationId xmlns:a16="http://schemas.microsoft.com/office/drawing/2014/main" id="{A591D7ED-52AF-F23F-76FD-714227A52E8A}"/>
                    </a:ext>
                  </a:extLst>
                </p:cNvPr>
                <p:cNvPicPr/>
                <p:nvPr/>
              </p:nvPicPr>
              <p:blipFill>
                <a:blip r:embed="rId201"/>
                <a:stretch>
                  <a:fillRect/>
                </a:stretch>
              </p:blipFill>
              <p:spPr>
                <a:xfrm>
                  <a:off x="2143806" y="3824422"/>
                  <a:ext cx="1648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280" name="Ink 279">
                  <a:extLst>
                    <a:ext uri="{FF2B5EF4-FFF2-40B4-BE49-F238E27FC236}">
                      <a16:creationId xmlns:a16="http://schemas.microsoft.com/office/drawing/2014/main" id="{47836DA9-8F77-C555-DAAD-4C176F89CA86}"/>
                    </a:ext>
                  </a:extLst>
                </p14:cNvPr>
                <p14:cNvContentPartPr/>
                <p14:nvPr/>
              </p14:nvContentPartPr>
              <p14:xfrm>
                <a:off x="2354766" y="3840982"/>
                <a:ext cx="102960" cy="56520"/>
              </p14:xfrm>
            </p:contentPart>
          </mc:Choice>
          <mc:Fallback xmlns="">
            <p:pic>
              <p:nvPicPr>
                <p:cNvPr id="280" name="Ink 279">
                  <a:extLst>
                    <a:ext uri="{FF2B5EF4-FFF2-40B4-BE49-F238E27FC236}">
                      <a16:creationId xmlns:a16="http://schemas.microsoft.com/office/drawing/2014/main" id="{47836DA9-8F77-C555-DAAD-4C176F89CA86}"/>
                    </a:ext>
                  </a:extLst>
                </p:cNvPr>
                <p:cNvPicPr/>
                <p:nvPr/>
              </p:nvPicPr>
              <p:blipFill>
                <a:blip r:embed="rId203"/>
                <a:stretch>
                  <a:fillRect/>
                </a:stretch>
              </p:blipFill>
              <p:spPr>
                <a:xfrm>
                  <a:off x="2336766" y="3822982"/>
                  <a:ext cx="1386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282" name="Ink 281">
                  <a:extLst>
                    <a:ext uri="{FF2B5EF4-FFF2-40B4-BE49-F238E27FC236}">
                      <a16:creationId xmlns:a16="http://schemas.microsoft.com/office/drawing/2014/main" id="{EE9020C5-2248-4558-812B-6978CCEDDF13}"/>
                    </a:ext>
                  </a:extLst>
                </p14:cNvPr>
                <p14:cNvContentPartPr/>
                <p14:nvPr/>
              </p14:nvContentPartPr>
              <p14:xfrm>
                <a:off x="2432526" y="3825502"/>
                <a:ext cx="75960" cy="211680"/>
              </p14:xfrm>
            </p:contentPart>
          </mc:Choice>
          <mc:Fallback xmlns="">
            <p:pic>
              <p:nvPicPr>
                <p:cNvPr id="282" name="Ink 281">
                  <a:extLst>
                    <a:ext uri="{FF2B5EF4-FFF2-40B4-BE49-F238E27FC236}">
                      <a16:creationId xmlns:a16="http://schemas.microsoft.com/office/drawing/2014/main" id="{EE9020C5-2248-4558-812B-6978CCEDDF13}"/>
                    </a:ext>
                  </a:extLst>
                </p:cNvPr>
                <p:cNvPicPr/>
                <p:nvPr/>
              </p:nvPicPr>
              <p:blipFill>
                <a:blip r:embed="rId205"/>
                <a:stretch>
                  <a:fillRect/>
                </a:stretch>
              </p:blipFill>
              <p:spPr>
                <a:xfrm>
                  <a:off x="2414886" y="3807862"/>
                  <a:ext cx="111600" cy="247320"/>
                </a:xfrm>
                <a:prstGeom prst="rect">
                  <a:avLst/>
                </a:prstGeom>
              </p:spPr>
            </p:pic>
          </mc:Fallback>
        </mc:AlternateContent>
      </p:grpSp>
      <p:grpSp>
        <p:nvGrpSpPr>
          <p:cNvPr id="288" name="Group 287">
            <a:extLst>
              <a:ext uri="{FF2B5EF4-FFF2-40B4-BE49-F238E27FC236}">
                <a16:creationId xmlns:a16="http://schemas.microsoft.com/office/drawing/2014/main" id="{D030CC3C-284B-9D9A-5F4A-F60A1BF2543A}"/>
              </a:ext>
            </a:extLst>
          </p:cNvPr>
          <p:cNvGrpSpPr/>
          <p:nvPr/>
        </p:nvGrpSpPr>
        <p:grpSpPr>
          <a:xfrm>
            <a:off x="2156526" y="3532462"/>
            <a:ext cx="353520" cy="240120"/>
            <a:chOff x="632526" y="3532462"/>
            <a:chExt cx="353520" cy="240120"/>
          </a:xfrm>
        </p:grpSpPr>
        <mc:AlternateContent xmlns:mc="http://schemas.openxmlformats.org/markup-compatibility/2006" xmlns:p14="http://schemas.microsoft.com/office/powerpoint/2010/main">
          <mc:Choice Requires="p14">
            <p:contentPart p14:bwMode="auto" r:id="rId206">
              <p14:nvContentPartPr>
                <p14:cNvPr id="284" name="Ink 283">
                  <a:extLst>
                    <a:ext uri="{FF2B5EF4-FFF2-40B4-BE49-F238E27FC236}">
                      <a16:creationId xmlns:a16="http://schemas.microsoft.com/office/drawing/2014/main" id="{B38B0B97-A028-7B7D-B299-B798221C1B5F}"/>
                    </a:ext>
                  </a:extLst>
                </p14:cNvPr>
                <p14:cNvContentPartPr/>
                <p14:nvPr/>
              </p14:nvContentPartPr>
              <p14:xfrm>
                <a:off x="632526" y="3532462"/>
                <a:ext cx="215640" cy="36000"/>
              </p14:xfrm>
            </p:contentPart>
          </mc:Choice>
          <mc:Fallback xmlns="">
            <p:pic>
              <p:nvPicPr>
                <p:cNvPr id="284" name="Ink 283">
                  <a:extLst>
                    <a:ext uri="{FF2B5EF4-FFF2-40B4-BE49-F238E27FC236}">
                      <a16:creationId xmlns:a16="http://schemas.microsoft.com/office/drawing/2014/main" id="{B38B0B97-A028-7B7D-B299-B798221C1B5F}"/>
                    </a:ext>
                  </a:extLst>
                </p:cNvPr>
                <p:cNvPicPr/>
                <p:nvPr/>
              </p:nvPicPr>
              <p:blipFill>
                <a:blip r:embed="rId207"/>
                <a:stretch>
                  <a:fillRect/>
                </a:stretch>
              </p:blipFill>
              <p:spPr>
                <a:xfrm>
                  <a:off x="623526" y="3523822"/>
                  <a:ext cx="2332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85" name="Ink 284">
                  <a:extLst>
                    <a:ext uri="{FF2B5EF4-FFF2-40B4-BE49-F238E27FC236}">
                      <a16:creationId xmlns:a16="http://schemas.microsoft.com/office/drawing/2014/main" id="{7D54C690-494D-F12B-218B-F56AD09A3350}"/>
                    </a:ext>
                  </a:extLst>
                </p14:cNvPr>
                <p14:cNvContentPartPr/>
                <p14:nvPr/>
              </p14:nvContentPartPr>
              <p14:xfrm>
                <a:off x="725046" y="3590422"/>
                <a:ext cx="19800" cy="132840"/>
              </p14:xfrm>
            </p:contentPart>
          </mc:Choice>
          <mc:Fallback xmlns="">
            <p:pic>
              <p:nvPicPr>
                <p:cNvPr id="285" name="Ink 284">
                  <a:extLst>
                    <a:ext uri="{FF2B5EF4-FFF2-40B4-BE49-F238E27FC236}">
                      <a16:creationId xmlns:a16="http://schemas.microsoft.com/office/drawing/2014/main" id="{7D54C690-494D-F12B-218B-F56AD09A3350}"/>
                    </a:ext>
                  </a:extLst>
                </p:cNvPr>
                <p:cNvPicPr/>
                <p:nvPr/>
              </p:nvPicPr>
              <p:blipFill>
                <a:blip r:embed="rId209"/>
                <a:stretch>
                  <a:fillRect/>
                </a:stretch>
              </p:blipFill>
              <p:spPr>
                <a:xfrm>
                  <a:off x="716406" y="3581422"/>
                  <a:ext cx="374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87" name="Ink 286">
                  <a:extLst>
                    <a:ext uri="{FF2B5EF4-FFF2-40B4-BE49-F238E27FC236}">
                      <a16:creationId xmlns:a16="http://schemas.microsoft.com/office/drawing/2014/main" id="{26EB4ECA-362E-8CE2-FC9A-0C0906A4592C}"/>
                    </a:ext>
                  </a:extLst>
                </p14:cNvPr>
                <p14:cNvContentPartPr/>
                <p14:nvPr/>
              </p14:nvContentPartPr>
              <p14:xfrm>
                <a:off x="836286" y="3640102"/>
                <a:ext cx="149760" cy="132480"/>
              </p14:xfrm>
            </p:contentPart>
          </mc:Choice>
          <mc:Fallback xmlns="">
            <p:pic>
              <p:nvPicPr>
                <p:cNvPr id="287" name="Ink 286">
                  <a:extLst>
                    <a:ext uri="{FF2B5EF4-FFF2-40B4-BE49-F238E27FC236}">
                      <a16:creationId xmlns:a16="http://schemas.microsoft.com/office/drawing/2014/main" id="{26EB4ECA-362E-8CE2-FC9A-0C0906A4592C}"/>
                    </a:ext>
                  </a:extLst>
                </p:cNvPr>
                <p:cNvPicPr/>
                <p:nvPr/>
              </p:nvPicPr>
              <p:blipFill>
                <a:blip r:embed="rId211"/>
                <a:stretch>
                  <a:fillRect/>
                </a:stretch>
              </p:blipFill>
              <p:spPr>
                <a:xfrm>
                  <a:off x="827286" y="3631462"/>
                  <a:ext cx="167400" cy="150120"/>
                </a:xfrm>
                <a:prstGeom prst="rect">
                  <a:avLst/>
                </a:prstGeom>
              </p:spPr>
            </p:pic>
          </mc:Fallback>
        </mc:AlternateContent>
      </p:grpSp>
      <p:grpSp>
        <p:nvGrpSpPr>
          <p:cNvPr id="292" name="Group 291">
            <a:extLst>
              <a:ext uri="{FF2B5EF4-FFF2-40B4-BE49-F238E27FC236}">
                <a16:creationId xmlns:a16="http://schemas.microsoft.com/office/drawing/2014/main" id="{E03EF986-4436-6360-9C30-CD518B39165E}"/>
              </a:ext>
            </a:extLst>
          </p:cNvPr>
          <p:cNvGrpSpPr/>
          <p:nvPr/>
        </p:nvGrpSpPr>
        <p:grpSpPr>
          <a:xfrm>
            <a:off x="2295846" y="3984622"/>
            <a:ext cx="476640" cy="306000"/>
            <a:chOff x="771846" y="3984622"/>
            <a:chExt cx="476640" cy="306000"/>
          </a:xfrm>
        </p:grpSpPr>
        <mc:AlternateContent xmlns:mc="http://schemas.openxmlformats.org/markup-compatibility/2006" xmlns:p14="http://schemas.microsoft.com/office/powerpoint/2010/main">
          <mc:Choice Requires="p14">
            <p:contentPart p14:bwMode="auto" r:id="rId212">
              <p14:nvContentPartPr>
                <p14:cNvPr id="289" name="Ink 288">
                  <a:extLst>
                    <a:ext uri="{FF2B5EF4-FFF2-40B4-BE49-F238E27FC236}">
                      <a16:creationId xmlns:a16="http://schemas.microsoft.com/office/drawing/2014/main" id="{5911A328-1C12-94E6-C348-1E424B87FCFC}"/>
                    </a:ext>
                  </a:extLst>
                </p14:cNvPr>
                <p14:cNvContentPartPr/>
                <p14:nvPr/>
              </p14:nvContentPartPr>
              <p14:xfrm>
                <a:off x="771846" y="4094062"/>
                <a:ext cx="67680" cy="196560"/>
              </p14:xfrm>
            </p:contentPart>
          </mc:Choice>
          <mc:Fallback xmlns="">
            <p:pic>
              <p:nvPicPr>
                <p:cNvPr id="289" name="Ink 288">
                  <a:extLst>
                    <a:ext uri="{FF2B5EF4-FFF2-40B4-BE49-F238E27FC236}">
                      <a16:creationId xmlns:a16="http://schemas.microsoft.com/office/drawing/2014/main" id="{5911A328-1C12-94E6-C348-1E424B87FCFC}"/>
                    </a:ext>
                  </a:extLst>
                </p:cNvPr>
                <p:cNvPicPr/>
                <p:nvPr/>
              </p:nvPicPr>
              <p:blipFill>
                <a:blip r:embed="rId213"/>
                <a:stretch>
                  <a:fillRect/>
                </a:stretch>
              </p:blipFill>
              <p:spPr>
                <a:xfrm>
                  <a:off x="762846" y="4085422"/>
                  <a:ext cx="853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90" name="Ink 289">
                  <a:extLst>
                    <a:ext uri="{FF2B5EF4-FFF2-40B4-BE49-F238E27FC236}">
                      <a16:creationId xmlns:a16="http://schemas.microsoft.com/office/drawing/2014/main" id="{3B2B2163-453C-87D6-9239-BAEC0C0033DA}"/>
                    </a:ext>
                  </a:extLst>
                </p14:cNvPr>
                <p14:cNvContentPartPr/>
                <p14:nvPr/>
              </p14:nvContentPartPr>
              <p14:xfrm>
                <a:off x="950406" y="3984622"/>
                <a:ext cx="140040" cy="172440"/>
              </p14:xfrm>
            </p:contentPart>
          </mc:Choice>
          <mc:Fallback xmlns="">
            <p:pic>
              <p:nvPicPr>
                <p:cNvPr id="290" name="Ink 289">
                  <a:extLst>
                    <a:ext uri="{FF2B5EF4-FFF2-40B4-BE49-F238E27FC236}">
                      <a16:creationId xmlns:a16="http://schemas.microsoft.com/office/drawing/2014/main" id="{3B2B2163-453C-87D6-9239-BAEC0C0033DA}"/>
                    </a:ext>
                  </a:extLst>
                </p:cNvPr>
                <p:cNvPicPr/>
                <p:nvPr/>
              </p:nvPicPr>
              <p:blipFill>
                <a:blip r:embed="rId215"/>
                <a:stretch>
                  <a:fillRect/>
                </a:stretch>
              </p:blipFill>
              <p:spPr>
                <a:xfrm>
                  <a:off x="941406" y="3975622"/>
                  <a:ext cx="1576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291" name="Ink 290">
                  <a:extLst>
                    <a:ext uri="{FF2B5EF4-FFF2-40B4-BE49-F238E27FC236}">
                      <a16:creationId xmlns:a16="http://schemas.microsoft.com/office/drawing/2014/main" id="{DABC4E04-09EA-2902-633C-9D8794209B32}"/>
                    </a:ext>
                  </a:extLst>
                </p14:cNvPr>
                <p14:cNvContentPartPr/>
                <p14:nvPr/>
              </p14:nvContentPartPr>
              <p14:xfrm>
                <a:off x="1149126" y="4036102"/>
                <a:ext cx="99360" cy="82800"/>
              </p14:xfrm>
            </p:contentPart>
          </mc:Choice>
          <mc:Fallback xmlns="">
            <p:pic>
              <p:nvPicPr>
                <p:cNvPr id="291" name="Ink 290">
                  <a:extLst>
                    <a:ext uri="{FF2B5EF4-FFF2-40B4-BE49-F238E27FC236}">
                      <a16:creationId xmlns:a16="http://schemas.microsoft.com/office/drawing/2014/main" id="{DABC4E04-09EA-2902-633C-9D8794209B32}"/>
                    </a:ext>
                  </a:extLst>
                </p:cNvPr>
                <p:cNvPicPr/>
                <p:nvPr/>
              </p:nvPicPr>
              <p:blipFill>
                <a:blip r:embed="rId217"/>
                <a:stretch>
                  <a:fillRect/>
                </a:stretch>
              </p:blipFill>
              <p:spPr>
                <a:xfrm>
                  <a:off x="1140486" y="4027462"/>
                  <a:ext cx="117000" cy="100440"/>
                </a:xfrm>
                <a:prstGeom prst="rect">
                  <a:avLst/>
                </a:prstGeom>
              </p:spPr>
            </p:pic>
          </mc:Fallback>
        </mc:AlternateContent>
      </p:grpSp>
      <p:grpSp>
        <p:nvGrpSpPr>
          <p:cNvPr id="303" name="Group 302">
            <a:extLst>
              <a:ext uri="{FF2B5EF4-FFF2-40B4-BE49-F238E27FC236}">
                <a16:creationId xmlns:a16="http://schemas.microsoft.com/office/drawing/2014/main" id="{3BBE1B0B-5484-E48D-CBE5-323CD4F3F5E2}"/>
              </a:ext>
            </a:extLst>
          </p:cNvPr>
          <p:cNvGrpSpPr/>
          <p:nvPr/>
        </p:nvGrpSpPr>
        <p:grpSpPr>
          <a:xfrm>
            <a:off x="2489166" y="3309982"/>
            <a:ext cx="314640" cy="311760"/>
            <a:chOff x="965166" y="3309982"/>
            <a:chExt cx="314640" cy="311760"/>
          </a:xfrm>
        </p:grpSpPr>
        <mc:AlternateContent xmlns:mc="http://schemas.openxmlformats.org/markup-compatibility/2006" xmlns:p14="http://schemas.microsoft.com/office/powerpoint/2010/main">
          <mc:Choice Requires="p14">
            <p:contentPart p14:bwMode="auto" r:id="rId218">
              <p14:nvContentPartPr>
                <p14:cNvPr id="293" name="Ink 292">
                  <a:extLst>
                    <a:ext uri="{FF2B5EF4-FFF2-40B4-BE49-F238E27FC236}">
                      <a16:creationId xmlns:a16="http://schemas.microsoft.com/office/drawing/2014/main" id="{E7A50547-1D43-E4BA-2BCA-CF951B813B46}"/>
                    </a:ext>
                  </a:extLst>
                </p14:cNvPr>
                <p14:cNvContentPartPr/>
                <p14:nvPr/>
              </p14:nvContentPartPr>
              <p14:xfrm>
                <a:off x="1107006" y="3378382"/>
                <a:ext cx="3600" cy="150480"/>
              </p14:xfrm>
            </p:contentPart>
          </mc:Choice>
          <mc:Fallback xmlns="">
            <p:pic>
              <p:nvPicPr>
                <p:cNvPr id="293" name="Ink 292">
                  <a:extLst>
                    <a:ext uri="{FF2B5EF4-FFF2-40B4-BE49-F238E27FC236}">
                      <a16:creationId xmlns:a16="http://schemas.microsoft.com/office/drawing/2014/main" id="{E7A50547-1D43-E4BA-2BCA-CF951B813B46}"/>
                    </a:ext>
                  </a:extLst>
                </p:cNvPr>
                <p:cNvPicPr/>
                <p:nvPr/>
              </p:nvPicPr>
              <p:blipFill>
                <a:blip r:embed="rId219"/>
                <a:stretch>
                  <a:fillRect/>
                </a:stretch>
              </p:blipFill>
              <p:spPr>
                <a:xfrm>
                  <a:off x="1098006" y="3369742"/>
                  <a:ext cx="212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94" name="Ink 293">
                  <a:extLst>
                    <a:ext uri="{FF2B5EF4-FFF2-40B4-BE49-F238E27FC236}">
                      <a16:creationId xmlns:a16="http://schemas.microsoft.com/office/drawing/2014/main" id="{0F7AFADF-3AB7-A85D-A232-6B34A4F8AF94}"/>
                    </a:ext>
                  </a:extLst>
                </p14:cNvPr>
                <p14:cNvContentPartPr/>
                <p14:nvPr/>
              </p14:nvContentPartPr>
              <p14:xfrm>
                <a:off x="1096926" y="3391702"/>
                <a:ext cx="135360" cy="149760"/>
              </p14:xfrm>
            </p:contentPart>
          </mc:Choice>
          <mc:Fallback xmlns="">
            <p:pic>
              <p:nvPicPr>
                <p:cNvPr id="294" name="Ink 293">
                  <a:extLst>
                    <a:ext uri="{FF2B5EF4-FFF2-40B4-BE49-F238E27FC236}">
                      <a16:creationId xmlns:a16="http://schemas.microsoft.com/office/drawing/2014/main" id="{0F7AFADF-3AB7-A85D-A232-6B34A4F8AF94}"/>
                    </a:ext>
                  </a:extLst>
                </p:cNvPr>
                <p:cNvPicPr/>
                <p:nvPr/>
              </p:nvPicPr>
              <p:blipFill>
                <a:blip r:embed="rId221"/>
                <a:stretch>
                  <a:fillRect/>
                </a:stretch>
              </p:blipFill>
              <p:spPr>
                <a:xfrm>
                  <a:off x="1087926" y="3382702"/>
                  <a:ext cx="1530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96" name="Ink 295">
                  <a:extLst>
                    <a:ext uri="{FF2B5EF4-FFF2-40B4-BE49-F238E27FC236}">
                      <a16:creationId xmlns:a16="http://schemas.microsoft.com/office/drawing/2014/main" id="{9963800A-E911-80E6-2D97-F911F26E95BD}"/>
                    </a:ext>
                  </a:extLst>
                </p14:cNvPr>
                <p14:cNvContentPartPr/>
                <p14:nvPr/>
              </p14:nvContentPartPr>
              <p14:xfrm>
                <a:off x="965166" y="3309982"/>
                <a:ext cx="314640" cy="311760"/>
              </p14:xfrm>
            </p:contentPart>
          </mc:Choice>
          <mc:Fallback xmlns="">
            <p:pic>
              <p:nvPicPr>
                <p:cNvPr id="296" name="Ink 295">
                  <a:extLst>
                    <a:ext uri="{FF2B5EF4-FFF2-40B4-BE49-F238E27FC236}">
                      <a16:creationId xmlns:a16="http://schemas.microsoft.com/office/drawing/2014/main" id="{9963800A-E911-80E6-2D97-F911F26E95BD}"/>
                    </a:ext>
                  </a:extLst>
                </p:cNvPr>
                <p:cNvPicPr/>
                <p:nvPr/>
              </p:nvPicPr>
              <p:blipFill>
                <a:blip r:embed="rId223"/>
                <a:stretch>
                  <a:fillRect/>
                </a:stretch>
              </p:blipFill>
              <p:spPr>
                <a:xfrm>
                  <a:off x="956526" y="3300982"/>
                  <a:ext cx="332280" cy="329400"/>
                </a:xfrm>
                <a:prstGeom prst="rect">
                  <a:avLst/>
                </a:prstGeom>
              </p:spPr>
            </p:pic>
          </mc:Fallback>
        </mc:AlternateContent>
      </p:grpSp>
      <p:grpSp>
        <p:nvGrpSpPr>
          <p:cNvPr id="302" name="Group 301">
            <a:extLst>
              <a:ext uri="{FF2B5EF4-FFF2-40B4-BE49-F238E27FC236}">
                <a16:creationId xmlns:a16="http://schemas.microsoft.com/office/drawing/2014/main" id="{2268DD66-45C0-6DFC-440F-9FBC3741036B}"/>
              </a:ext>
            </a:extLst>
          </p:cNvPr>
          <p:cNvGrpSpPr/>
          <p:nvPr/>
        </p:nvGrpSpPr>
        <p:grpSpPr>
          <a:xfrm>
            <a:off x="4121766" y="3633262"/>
            <a:ext cx="455760" cy="396720"/>
            <a:chOff x="2597766" y="3633262"/>
            <a:chExt cx="455760" cy="396720"/>
          </a:xfrm>
        </p:grpSpPr>
        <mc:AlternateContent xmlns:mc="http://schemas.openxmlformats.org/markup-compatibility/2006" xmlns:p14="http://schemas.microsoft.com/office/powerpoint/2010/main">
          <mc:Choice Requires="p14">
            <p:contentPart p14:bwMode="auto" r:id="rId224">
              <p14:nvContentPartPr>
                <p14:cNvPr id="297" name="Ink 296">
                  <a:extLst>
                    <a:ext uri="{FF2B5EF4-FFF2-40B4-BE49-F238E27FC236}">
                      <a16:creationId xmlns:a16="http://schemas.microsoft.com/office/drawing/2014/main" id="{3FC1371A-A7D8-409D-71BA-8D3C92D67A3D}"/>
                    </a:ext>
                  </a:extLst>
                </p14:cNvPr>
                <p14:cNvContentPartPr/>
                <p14:nvPr/>
              </p14:nvContentPartPr>
              <p14:xfrm>
                <a:off x="2747166" y="3761422"/>
                <a:ext cx="158400" cy="138600"/>
              </p14:xfrm>
            </p:contentPart>
          </mc:Choice>
          <mc:Fallback xmlns="">
            <p:pic>
              <p:nvPicPr>
                <p:cNvPr id="297" name="Ink 296">
                  <a:extLst>
                    <a:ext uri="{FF2B5EF4-FFF2-40B4-BE49-F238E27FC236}">
                      <a16:creationId xmlns:a16="http://schemas.microsoft.com/office/drawing/2014/main" id="{3FC1371A-A7D8-409D-71BA-8D3C92D67A3D}"/>
                    </a:ext>
                  </a:extLst>
                </p:cNvPr>
                <p:cNvPicPr/>
                <p:nvPr/>
              </p:nvPicPr>
              <p:blipFill>
                <a:blip r:embed="rId225"/>
                <a:stretch>
                  <a:fillRect/>
                </a:stretch>
              </p:blipFill>
              <p:spPr>
                <a:xfrm>
                  <a:off x="2738166" y="3752782"/>
                  <a:ext cx="1760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298" name="Ink 297">
                  <a:extLst>
                    <a:ext uri="{FF2B5EF4-FFF2-40B4-BE49-F238E27FC236}">
                      <a16:creationId xmlns:a16="http://schemas.microsoft.com/office/drawing/2014/main" id="{9CD358A3-AC8B-F07D-99B0-EE1959F1E658}"/>
                    </a:ext>
                  </a:extLst>
                </p14:cNvPr>
                <p14:cNvContentPartPr/>
                <p14:nvPr/>
              </p14:nvContentPartPr>
              <p14:xfrm>
                <a:off x="2597766" y="3633262"/>
                <a:ext cx="455760" cy="396720"/>
              </p14:xfrm>
            </p:contentPart>
          </mc:Choice>
          <mc:Fallback xmlns="">
            <p:pic>
              <p:nvPicPr>
                <p:cNvPr id="298" name="Ink 297">
                  <a:extLst>
                    <a:ext uri="{FF2B5EF4-FFF2-40B4-BE49-F238E27FC236}">
                      <a16:creationId xmlns:a16="http://schemas.microsoft.com/office/drawing/2014/main" id="{9CD358A3-AC8B-F07D-99B0-EE1959F1E658}"/>
                    </a:ext>
                  </a:extLst>
                </p:cNvPr>
                <p:cNvPicPr/>
                <p:nvPr/>
              </p:nvPicPr>
              <p:blipFill>
                <a:blip r:embed="rId227"/>
                <a:stretch>
                  <a:fillRect/>
                </a:stretch>
              </p:blipFill>
              <p:spPr>
                <a:xfrm>
                  <a:off x="2588766" y="3624622"/>
                  <a:ext cx="473400" cy="414360"/>
                </a:xfrm>
                <a:prstGeom prst="rect">
                  <a:avLst/>
                </a:prstGeom>
              </p:spPr>
            </p:pic>
          </mc:Fallback>
        </mc:AlternateContent>
      </p:grpSp>
      <p:grpSp>
        <p:nvGrpSpPr>
          <p:cNvPr id="301" name="Group 300">
            <a:extLst>
              <a:ext uri="{FF2B5EF4-FFF2-40B4-BE49-F238E27FC236}">
                <a16:creationId xmlns:a16="http://schemas.microsoft.com/office/drawing/2014/main" id="{1110AD55-3696-CFC2-89A0-515DF30474DA}"/>
              </a:ext>
            </a:extLst>
          </p:cNvPr>
          <p:cNvGrpSpPr/>
          <p:nvPr/>
        </p:nvGrpSpPr>
        <p:grpSpPr>
          <a:xfrm>
            <a:off x="2965086" y="4303582"/>
            <a:ext cx="337680" cy="334800"/>
            <a:chOff x="1441086" y="4303582"/>
            <a:chExt cx="337680" cy="334800"/>
          </a:xfrm>
        </p:grpSpPr>
        <mc:AlternateContent xmlns:mc="http://schemas.openxmlformats.org/markup-compatibility/2006" xmlns:p14="http://schemas.microsoft.com/office/powerpoint/2010/main">
          <mc:Choice Requires="p14">
            <p:contentPart p14:bwMode="auto" r:id="rId228">
              <p14:nvContentPartPr>
                <p14:cNvPr id="299" name="Ink 298">
                  <a:extLst>
                    <a:ext uri="{FF2B5EF4-FFF2-40B4-BE49-F238E27FC236}">
                      <a16:creationId xmlns:a16="http://schemas.microsoft.com/office/drawing/2014/main" id="{68DAE024-EE39-D922-47F3-4705E8829646}"/>
                    </a:ext>
                  </a:extLst>
                </p14:cNvPr>
                <p14:cNvContentPartPr/>
                <p14:nvPr/>
              </p14:nvContentPartPr>
              <p14:xfrm>
                <a:off x="1563486" y="4371982"/>
                <a:ext cx="120600" cy="190800"/>
              </p14:xfrm>
            </p:contentPart>
          </mc:Choice>
          <mc:Fallback xmlns="">
            <p:pic>
              <p:nvPicPr>
                <p:cNvPr id="299" name="Ink 298">
                  <a:extLst>
                    <a:ext uri="{FF2B5EF4-FFF2-40B4-BE49-F238E27FC236}">
                      <a16:creationId xmlns:a16="http://schemas.microsoft.com/office/drawing/2014/main" id="{68DAE024-EE39-D922-47F3-4705E8829646}"/>
                    </a:ext>
                  </a:extLst>
                </p:cNvPr>
                <p:cNvPicPr/>
                <p:nvPr/>
              </p:nvPicPr>
              <p:blipFill>
                <a:blip r:embed="rId229"/>
                <a:stretch>
                  <a:fillRect/>
                </a:stretch>
              </p:blipFill>
              <p:spPr>
                <a:xfrm>
                  <a:off x="1554486" y="4363342"/>
                  <a:ext cx="1382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300" name="Ink 299">
                  <a:extLst>
                    <a:ext uri="{FF2B5EF4-FFF2-40B4-BE49-F238E27FC236}">
                      <a16:creationId xmlns:a16="http://schemas.microsoft.com/office/drawing/2014/main" id="{FBB2A8EA-F628-6081-4198-F577AB38C570}"/>
                    </a:ext>
                  </a:extLst>
                </p14:cNvPr>
                <p14:cNvContentPartPr/>
                <p14:nvPr/>
              </p14:nvContentPartPr>
              <p14:xfrm>
                <a:off x="1441086" y="4303582"/>
                <a:ext cx="337680" cy="334800"/>
              </p14:xfrm>
            </p:contentPart>
          </mc:Choice>
          <mc:Fallback xmlns="">
            <p:pic>
              <p:nvPicPr>
                <p:cNvPr id="300" name="Ink 299">
                  <a:extLst>
                    <a:ext uri="{FF2B5EF4-FFF2-40B4-BE49-F238E27FC236}">
                      <a16:creationId xmlns:a16="http://schemas.microsoft.com/office/drawing/2014/main" id="{FBB2A8EA-F628-6081-4198-F577AB38C570}"/>
                    </a:ext>
                  </a:extLst>
                </p:cNvPr>
                <p:cNvPicPr/>
                <p:nvPr/>
              </p:nvPicPr>
              <p:blipFill>
                <a:blip r:embed="rId231"/>
                <a:stretch>
                  <a:fillRect/>
                </a:stretch>
              </p:blipFill>
              <p:spPr>
                <a:xfrm>
                  <a:off x="1432446" y="4294582"/>
                  <a:ext cx="355320" cy="352440"/>
                </a:xfrm>
                <a:prstGeom prst="rect">
                  <a:avLst/>
                </a:prstGeom>
              </p:spPr>
            </p:pic>
          </mc:Fallback>
        </mc:AlternateContent>
      </p:grpSp>
      <p:grpSp>
        <p:nvGrpSpPr>
          <p:cNvPr id="311" name="Group 310">
            <a:extLst>
              <a:ext uri="{FF2B5EF4-FFF2-40B4-BE49-F238E27FC236}">
                <a16:creationId xmlns:a16="http://schemas.microsoft.com/office/drawing/2014/main" id="{BDEF9EDB-08A9-9472-C1D1-617B78410973}"/>
              </a:ext>
            </a:extLst>
          </p:cNvPr>
          <p:cNvGrpSpPr/>
          <p:nvPr/>
        </p:nvGrpSpPr>
        <p:grpSpPr>
          <a:xfrm>
            <a:off x="2017206" y="4918822"/>
            <a:ext cx="638640" cy="258480"/>
            <a:chOff x="493206" y="4918822"/>
            <a:chExt cx="638640" cy="258480"/>
          </a:xfrm>
        </p:grpSpPr>
        <mc:AlternateContent xmlns:mc="http://schemas.openxmlformats.org/markup-compatibility/2006" xmlns:p14="http://schemas.microsoft.com/office/powerpoint/2010/main">
          <mc:Choice Requires="p14">
            <p:contentPart p14:bwMode="auto" r:id="rId232">
              <p14:nvContentPartPr>
                <p14:cNvPr id="304" name="Ink 303">
                  <a:extLst>
                    <a:ext uri="{FF2B5EF4-FFF2-40B4-BE49-F238E27FC236}">
                      <a16:creationId xmlns:a16="http://schemas.microsoft.com/office/drawing/2014/main" id="{5168DC2B-7F04-F4D6-CE63-B508915B67B3}"/>
                    </a:ext>
                  </a:extLst>
                </p14:cNvPr>
                <p14:cNvContentPartPr/>
                <p14:nvPr/>
              </p14:nvContentPartPr>
              <p14:xfrm>
                <a:off x="493206" y="4967062"/>
                <a:ext cx="135000" cy="171720"/>
              </p14:xfrm>
            </p:contentPart>
          </mc:Choice>
          <mc:Fallback xmlns="">
            <p:pic>
              <p:nvPicPr>
                <p:cNvPr id="304" name="Ink 303">
                  <a:extLst>
                    <a:ext uri="{FF2B5EF4-FFF2-40B4-BE49-F238E27FC236}">
                      <a16:creationId xmlns:a16="http://schemas.microsoft.com/office/drawing/2014/main" id="{5168DC2B-7F04-F4D6-CE63-B508915B67B3}"/>
                    </a:ext>
                  </a:extLst>
                </p:cNvPr>
                <p:cNvPicPr/>
                <p:nvPr/>
              </p:nvPicPr>
              <p:blipFill>
                <a:blip r:embed="rId233"/>
                <a:stretch>
                  <a:fillRect/>
                </a:stretch>
              </p:blipFill>
              <p:spPr>
                <a:xfrm>
                  <a:off x="484206" y="4958062"/>
                  <a:ext cx="1526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05" name="Ink 304">
                  <a:extLst>
                    <a:ext uri="{FF2B5EF4-FFF2-40B4-BE49-F238E27FC236}">
                      <a16:creationId xmlns:a16="http://schemas.microsoft.com/office/drawing/2014/main" id="{64353EE2-6784-921B-7398-6E6B10195DB2}"/>
                    </a:ext>
                  </a:extLst>
                </p14:cNvPr>
                <p14:cNvContentPartPr/>
                <p14:nvPr/>
              </p14:nvContentPartPr>
              <p14:xfrm>
                <a:off x="691926" y="5082982"/>
                <a:ext cx="2880" cy="29160"/>
              </p14:xfrm>
            </p:contentPart>
          </mc:Choice>
          <mc:Fallback xmlns="">
            <p:pic>
              <p:nvPicPr>
                <p:cNvPr id="305" name="Ink 304">
                  <a:extLst>
                    <a:ext uri="{FF2B5EF4-FFF2-40B4-BE49-F238E27FC236}">
                      <a16:creationId xmlns:a16="http://schemas.microsoft.com/office/drawing/2014/main" id="{64353EE2-6784-921B-7398-6E6B10195DB2}"/>
                    </a:ext>
                  </a:extLst>
                </p:cNvPr>
                <p:cNvPicPr/>
                <p:nvPr/>
              </p:nvPicPr>
              <p:blipFill>
                <a:blip r:embed="rId235"/>
                <a:stretch>
                  <a:fillRect/>
                </a:stretch>
              </p:blipFill>
              <p:spPr>
                <a:xfrm>
                  <a:off x="683286" y="5073982"/>
                  <a:ext cx="205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306" name="Ink 305">
                  <a:extLst>
                    <a:ext uri="{FF2B5EF4-FFF2-40B4-BE49-F238E27FC236}">
                      <a16:creationId xmlns:a16="http://schemas.microsoft.com/office/drawing/2014/main" id="{07A3BD36-9067-6422-838C-98BCA836373F}"/>
                    </a:ext>
                  </a:extLst>
                </p14:cNvPr>
                <p14:cNvContentPartPr/>
                <p14:nvPr/>
              </p14:nvContentPartPr>
              <p14:xfrm>
                <a:off x="679326" y="4989742"/>
                <a:ext cx="11880" cy="30600"/>
              </p14:xfrm>
            </p:contentPart>
          </mc:Choice>
          <mc:Fallback xmlns="">
            <p:pic>
              <p:nvPicPr>
                <p:cNvPr id="306" name="Ink 305">
                  <a:extLst>
                    <a:ext uri="{FF2B5EF4-FFF2-40B4-BE49-F238E27FC236}">
                      <a16:creationId xmlns:a16="http://schemas.microsoft.com/office/drawing/2014/main" id="{07A3BD36-9067-6422-838C-98BCA836373F}"/>
                    </a:ext>
                  </a:extLst>
                </p:cNvPr>
                <p:cNvPicPr/>
                <p:nvPr/>
              </p:nvPicPr>
              <p:blipFill>
                <a:blip r:embed="rId237"/>
                <a:stretch>
                  <a:fillRect/>
                </a:stretch>
              </p:blipFill>
              <p:spPr>
                <a:xfrm>
                  <a:off x="670686" y="4980742"/>
                  <a:ext cx="295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307" name="Ink 306">
                  <a:extLst>
                    <a:ext uri="{FF2B5EF4-FFF2-40B4-BE49-F238E27FC236}">
                      <a16:creationId xmlns:a16="http://schemas.microsoft.com/office/drawing/2014/main" id="{AF6E71F9-304D-38A3-67CF-91F1209A46B1}"/>
                    </a:ext>
                  </a:extLst>
                </p14:cNvPr>
                <p14:cNvContentPartPr/>
                <p14:nvPr/>
              </p14:nvContentPartPr>
              <p14:xfrm>
                <a:off x="745566" y="5016382"/>
                <a:ext cx="126000" cy="111960"/>
              </p14:xfrm>
            </p:contentPart>
          </mc:Choice>
          <mc:Fallback xmlns="">
            <p:pic>
              <p:nvPicPr>
                <p:cNvPr id="307" name="Ink 306">
                  <a:extLst>
                    <a:ext uri="{FF2B5EF4-FFF2-40B4-BE49-F238E27FC236}">
                      <a16:creationId xmlns:a16="http://schemas.microsoft.com/office/drawing/2014/main" id="{AF6E71F9-304D-38A3-67CF-91F1209A46B1}"/>
                    </a:ext>
                  </a:extLst>
                </p:cNvPr>
                <p:cNvPicPr/>
                <p:nvPr/>
              </p:nvPicPr>
              <p:blipFill>
                <a:blip r:embed="rId239"/>
                <a:stretch>
                  <a:fillRect/>
                </a:stretch>
              </p:blipFill>
              <p:spPr>
                <a:xfrm>
                  <a:off x="736566" y="5007742"/>
                  <a:ext cx="1436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308" name="Ink 307">
                  <a:extLst>
                    <a:ext uri="{FF2B5EF4-FFF2-40B4-BE49-F238E27FC236}">
                      <a16:creationId xmlns:a16="http://schemas.microsoft.com/office/drawing/2014/main" id="{D2430F6B-63DC-21DD-9DCE-AF7BD4335061}"/>
                    </a:ext>
                  </a:extLst>
                </p14:cNvPr>
                <p14:cNvContentPartPr/>
                <p14:nvPr/>
              </p14:nvContentPartPr>
              <p14:xfrm>
                <a:off x="904326" y="4918822"/>
                <a:ext cx="110160" cy="218520"/>
              </p14:xfrm>
            </p:contentPart>
          </mc:Choice>
          <mc:Fallback xmlns="">
            <p:pic>
              <p:nvPicPr>
                <p:cNvPr id="308" name="Ink 307">
                  <a:extLst>
                    <a:ext uri="{FF2B5EF4-FFF2-40B4-BE49-F238E27FC236}">
                      <a16:creationId xmlns:a16="http://schemas.microsoft.com/office/drawing/2014/main" id="{D2430F6B-63DC-21DD-9DCE-AF7BD4335061}"/>
                    </a:ext>
                  </a:extLst>
                </p:cNvPr>
                <p:cNvPicPr/>
                <p:nvPr/>
              </p:nvPicPr>
              <p:blipFill>
                <a:blip r:embed="rId241"/>
                <a:stretch>
                  <a:fillRect/>
                </a:stretch>
              </p:blipFill>
              <p:spPr>
                <a:xfrm>
                  <a:off x="895686" y="4910182"/>
                  <a:ext cx="1278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310" name="Ink 309">
                  <a:extLst>
                    <a:ext uri="{FF2B5EF4-FFF2-40B4-BE49-F238E27FC236}">
                      <a16:creationId xmlns:a16="http://schemas.microsoft.com/office/drawing/2014/main" id="{51FC350A-66DE-2FFB-576E-44360B2C42E2}"/>
                    </a:ext>
                  </a:extLst>
                </p14:cNvPr>
                <p14:cNvContentPartPr/>
                <p14:nvPr/>
              </p14:nvContentPartPr>
              <p14:xfrm>
                <a:off x="1060566" y="5095582"/>
                <a:ext cx="71280" cy="81720"/>
              </p14:xfrm>
            </p:contentPart>
          </mc:Choice>
          <mc:Fallback xmlns="">
            <p:pic>
              <p:nvPicPr>
                <p:cNvPr id="310" name="Ink 309">
                  <a:extLst>
                    <a:ext uri="{FF2B5EF4-FFF2-40B4-BE49-F238E27FC236}">
                      <a16:creationId xmlns:a16="http://schemas.microsoft.com/office/drawing/2014/main" id="{51FC350A-66DE-2FFB-576E-44360B2C42E2}"/>
                    </a:ext>
                  </a:extLst>
                </p:cNvPr>
                <p:cNvPicPr/>
                <p:nvPr/>
              </p:nvPicPr>
              <p:blipFill>
                <a:blip r:embed="rId243"/>
                <a:stretch>
                  <a:fillRect/>
                </a:stretch>
              </p:blipFill>
              <p:spPr>
                <a:xfrm>
                  <a:off x="1051926" y="5086582"/>
                  <a:ext cx="88920" cy="99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4">
            <p14:nvContentPartPr>
              <p14:cNvPr id="312" name="Ink 311">
                <a:extLst>
                  <a:ext uri="{FF2B5EF4-FFF2-40B4-BE49-F238E27FC236}">
                    <a16:creationId xmlns:a16="http://schemas.microsoft.com/office/drawing/2014/main" id="{69BEA6B1-635B-CCB3-31D6-8D45F3EEEA6E}"/>
                  </a:ext>
                </a:extLst>
              </p14:cNvPr>
              <p14:cNvContentPartPr/>
              <p14:nvPr/>
            </p14:nvContentPartPr>
            <p14:xfrm>
              <a:off x="4444326" y="1503142"/>
              <a:ext cx="11520" cy="87480"/>
            </p14:xfrm>
          </p:contentPart>
        </mc:Choice>
        <mc:Fallback xmlns="">
          <p:pic>
            <p:nvPicPr>
              <p:cNvPr id="312" name="Ink 311">
                <a:extLst>
                  <a:ext uri="{FF2B5EF4-FFF2-40B4-BE49-F238E27FC236}">
                    <a16:creationId xmlns:a16="http://schemas.microsoft.com/office/drawing/2014/main" id="{69BEA6B1-635B-CCB3-31D6-8D45F3EEEA6E}"/>
                  </a:ext>
                </a:extLst>
              </p:cNvPr>
              <p:cNvPicPr/>
              <p:nvPr/>
            </p:nvPicPr>
            <p:blipFill>
              <a:blip r:embed="rId245"/>
              <a:stretch>
                <a:fillRect/>
              </a:stretch>
            </p:blipFill>
            <p:spPr>
              <a:xfrm>
                <a:off x="4435686" y="1494502"/>
                <a:ext cx="29160" cy="105120"/>
              </a:xfrm>
              <a:prstGeom prst="rect">
                <a:avLst/>
              </a:prstGeom>
            </p:spPr>
          </p:pic>
        </mc:Fallback>
      </mc:AlternateContent>
      <p:grpSp>
        <p:nvGrpSpPr>
          <p:cNvPr id="330" name="Group 329">
            <a:extLst>
              <a:ext uri="{FF2B5EF4-FFF2-40B4-BE49-F238E27FC236}">
                <a16:creationId xmlns:a16="http://schemas.microsoft.com/office/drawing/2014/main" id="{A333FE0E-E20D-214F-73FD-539F38CA28E3}"/>
              </a:ext>
            </a:extLst>
          </p:cNvPr>
          <p:cNvGrpSpPr/>
          <p:nvPr/>
        </p:nvGrpSpPr>
        <p:grpSpPr>
          <a:xfrm>
            <a:off x="2799486" y="4878862"/>
            <a:ext cx="687600" cy="266400"/>
            <a:chOff x="1275486" y="4878862"/>
            <a:chExt cx="687600" cy="266400"/>
          </a:xfrm>
        </p:grpSpPr>
        <mc:AlternateContent xmlns:mc="http://schemas.openxmlformats.org/markup-compatibility/2006" xmlns:p14="http://schemas.microsoft.com/office/powerpoint/2010/main">
          <mc:Choice Requires="p14">
            <p:contentPart p14:bwMode="auto" r:id="rId246">
              <p14:nvContentPartPr>
                <p14:cNvPr id="318" name="Ink 317">
                  <a:extLst>
                    <a:ext uri="{FF2B5EF4-FFF2-40B4-BE49-F238E27FC236}">
                      <a16:creationId xmlns:a16="http://schemas.microsoft.com/office/drawing/2014/main" id="{E90C8443-AFC1-7979-DC39-B84AE66DFA49}"/>
                    </a:ext>
                  </a:extLst>
                </p14:cNvPr>
                <p14:cNvContentPartPr/>
                <p14:nvPr/>
              </p14:nvContentPartPr>
              <p14:xfrm>
                <a:off x="1275486" y="4982902"/>
                <a:ext cx="82800" cy="11160"/>
              </p14:xfrm>
            </p:contentPart>
          </mc:Choice>
          <mc:Fallback xmlns="">
            <p:pic>
              <p:nvPicPr>
                <p:cNvPr id="318" name="Ink 317">
                  <a:extLst>
                    <a:ext uri="{FF2B5EF4-FFF2-40B4-BE49-F238E27FC236}">
                      <a16:creationId xmlns:a16="http://schemas.microsoft.com/office/drawing/2014/main" id="{E90C8443-AFC1-7979-DC39-B84AE66DFA49}"/>
                    </a:ext>
                  </a:extLst>
                </p:cNvPr>
                <p:cNvPicPr/>
                <p:nvPr/>
              </p:nvPicPr>
              <p:blipFill>
                <a:blip r:embed="rId247"/>
                <a:stretch>
                  <a:fillRect/>
                </a:stretch>
              </p:blipFill>
              <p:spPr>
                <a:xfrm>
                  <a:off x="1266846" y="4974262"/>
                  <a:ext cx="1004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319" name="Ink 318">
                  <a:extLst>
                    <a:ext uri="{FF2B5EF4-FFF2-40B4-BE49-F238E27FC236}">
                      <a16:creationId xmlns:a16="http://schemas.microsoft.com/office/drawing/2014/main" id="{B42A1763-5727-4418-C778-249566B336F4}"/>
                    </a:ext>
                  </a:extLst>
                </p14:cNvPr>
                <p14:cNvContentPartPr/>
                <p14:nvPr/>
              </p14:nvContentPartPr>
              <p14:xfrm>
                <a:off x="1276206" y="5050942"/>
                <a:ext cx="86400" cy="7200"/>
              </p14:xfrm>
            </p:contentPart>
          </mc:Choice>
          <mc:Fallback xmlns="">
            <p:pic>
              <p:nvPicPr>
                <p:cNvPr id="319" name="Ink 318">
                  <a:extLst>
                    <a:ext uri="{FF2B5EF4-FFF2-40B4-BE49-F238E27FC236}">
                      <a16:creationId xmlns:a16="http://schemas.microsoft.com/office/drawing/2014/main" id="{B42A1763-5727-4418-C778-249566B336F4}"/>
                    </a:ext>
                  </a:extLst>
                </p:cNvPr>
                <p:cNvPicPr/>
                <p:nvPr/>
              </p:nvPicPr>
              <p:blipFill>
                <a:blip r:embed="rId249"/>
                <a:stretch>
                  <a:fillRect/>
                </a:stretch>
              </p:blipFill>
              <p:spPr>
                <a:xfrm>
                  <a:off x="1267206" y="5042302"/>
                  <a:ext cx="1040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320" name="Ink 319">
                  <a:extLst>
                    <a:ext uri="{FF2B5EF4-FFF2-40B4-BE49-F238E27FC236}">
                      <a16:creationId xmlns:a16="http://schemas.microsoft.com/office/drawing/2014/main" id="{125D5D00-A992-1302-8A0D-B4028E7BD8B0}"/>
                    </a:ext>
                  </a:extLst>
                </p14:cNvPr>
                <p14:cNvContentPartPr/>
                <p14:nvPr/>
              </p14:nvContentPartPr>
              <p14:xfrm>
                <a:off x="1478166" y="4878862"/>
                <a:ext cx="121320" cy="19080"/>
              </p14:xfrm>
            </p:contentPart>
          </mc:Choice>
          <mc:Fallback xmlns="">
            <p:pic>
              <p:nvPicPr>
                <p:cNvPr id="320" name="Ink 319">
                  <a:extLst>
                    <a:ext uri="{FF2B5EF4-FFF2-40B4-BE49-F238E27FC236}">
                      <a16:creationId xmlns:a16="http://schemas.microsoft.com/office/drawing/2014/main" id="{125D5D00-A992-1302-8A0D-B4028E7BD8B0}"/>
                    </a:ext>
                  </a:extLst>
                </p:cNvPr>
                <p:cNvPicPr/>
                <p:nvPr/>
              </p:nvPicPr>
              <p:blipFill>
                <a:blip r:embed="rId251"/>
                <a:stretch>
                  <a:fillRect/>
                </a:stretch>
              </p:blipFill>
              <p:spPr>
                <a:xfrm>
                  <a:off x="1469166" y="4870222"/>
                  <a:ext cx="1389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321" name="Ink 320">
                  <a:extLst>
                    <a:ext uri="{FF2B5EF4-FFF2-40B4-BE49-F238E27FC236}">
                      <a16:creationId xmlns:a16="http://schemas.microsoft.com/office/drawing/2014/main" id="{EC4D02E9-2969-9574-ED5D-ADC829C87BDE}"/>
                    </a:ext>
                  </a:extLst>
                </p14:cNvPr>
                <p14:cNvContentPartPr/>
                <p14:nvPr/>
              </p14:nvContentPartPr>
              <p14:xfrm>
                <a:off x="1528206" y="4892542"/>
                <a:ext cx="9000" cy="123480"/>
              </p14:xfrm>
            </p:contentPart>
          </mc:Choice>
          <mc:Fallback xmlns="">
            <p:pic>
              <p:nvPicPr>
                <p:cNvPr id="321" name="Ink 320">
                  <a:extLst>
                    <a:ext uri="{FF2B5EF4-FFF2-40B4-BE49-F238E27FC236}">
                      <a16:creationId xmlns:a16="http://schemas.microsoft.com/office/drawing/2014/main" id="{EC4D02E9-2969-9574-ED5D-ADC829C87BDE}"/>
                    </a:ext>
                  </a:extLst>
                </p:cNvPr>
                <p:cNvPicPr/>
                <p:nvPr/>
              </p:nvPicPr>
              <p:blipFill>
                <a:blip r:embed="rId253"/>
                <a:stretch>
                  <a:fillRect/>
                </a:stretch>
              </p:blipFill>
              <p:spPr>
                <a:xfrm>
                  <a:off x="1519566" y="4883902"/>
                  <a:ext cx="266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322" name="Ink 321">
                  <a:extLst>
                    <a:ext uri="{FF2B5EF4-FFF2-40B4-BE49-F238E27FC236}">
                      <a16:creationId xmlns:a16="http://schemas.microsoft.com/office/drawing/2014/main" id="{E596CE4C-7273-81D6-08DC-8A096F760DAF}"/>
                    </a:ext>
                  </a:extLst>
                </p14:cNvPr>
                <p14:cNvContentPartPr/>
                <p14:nvPr/>
              </p14:nvContentPartPr>
              <p14:xfrm>
                <a:off x="1587606" y="4928182"/>
                <a:ext cx="116640" cy="119880"/>
              </p14:xfrm>
            </p:contentPart>
          </mc:Choice>
          <mc:Fallback xmlns="">
            <p:pic>
              <p:nvPicPr>
                <p:cNvPr id="322" name="Ink 321">
                  <a:extLst>
                    <a:ext uri="{FF2B5EF4-FFF2-40B4-BE49-F238E27FC236}">
                      <a16:creationId xmlns:a16="http://schemas.microsoft.com/office/drawing/2014/main" id="{E596CE4C-7273-81D6-08DC-8A096F760DAF}"/>
                    </a:ext>
                  </a:extLst>
                </p:cNvPr>
                <p:cNvPicPr/>
                <p:nvPr/>
              </p:nvPicPr>
              <p:blipFill>
                <a:blip r:embed="rId255"/>
                <a:stretch>
                  <a:fillRect/>
                </a:stretch>
              </p:blipFill>
              <p:spPr>
                <a:xfrm>
                  <a:off x="1578606" y="4919182"/>
                  <a:ext cx="1342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323" name="Ink 322">
                  <a:extLst>
                    <a:ext uri="{FF2B5EF4-FFF2-40B4-BE49-F238E27FC236}">
                      <a16:creationId xmlns:a16="http://schemas.microsoft.com/office/drawing/2014/main" id="{4C1C4CC1-E471-EDF3-0156-6D03A7E52810}"/>
                    </a:ext>
                  </a:extLst>
                </p14:cNvPr>
                <p14:cNvContentPartPr/>
                <p14:nvPr/>
              </p14:nvContentPartPr>
              <p14:xfrm>
                <a:off x="1749606" y="4928902"/>
                <a:ext cx="54360" cy="72360"/>
              </p14:xfrm>
            </p:contentPart>
          </mc:Choice>
          <mc:Fallback xmlns="">
            <p:pic>
              <p:nvPicPr>
                <p:cNvPr id="323" name="Ink 322">
                  <a:extLst>
                    <a:ext uri="{FF2B5EF4-FFF2-40B4-BE49-F238E27FC236}">
                      <a16:creationId xmlns:a16="http://schemas.microsoft.com/office/drawing/2014/main" id="{4C1C4CC1-E471-EDF3-0156-6D03A7E52810}"/>
                    </a:ext>
                  </a:extLst>
                </p:cNvPr>
                <p:cNvPicPr/>
                <p:nvPr/>
              </p:nvPicPr>
              <p:blipFill>
                <a:blip r:embed="rId257"/>
                <a:stretch>
                  <a:fillRect/>
                </a:stretch>
              </p:blipFill>
              <p:spPr>
                <a:xfrm>
                  <a:off x="1740606" y="4919902"/>
                  <a:ext cx="720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324" name="Ink 323">
                  <a:extLst>
                    <a:ext uri="{FF2B5EF4-FFF2-40B4-BE49-F238E27FC236}">
                      <a16:creationId xmlns:a16="http://schemas.microsoft.com/office/drawing/2014/main" id="{30D16403-4739-C360-48E1-3B7642AB5655}"/>
                    </a:ext>
                  </a:extLst>
                </p14:cNvPr>
                <p14:cNvContentPartPr/>
                <p14:nvPr/>
              </p14:nvContentPartPr>
              <p14:xfrm>
                <a:off x="1797126" y="4920982"/>
                <a:ext cx="39960" cy="163440"/>
              </p14:xfrm>
            </p:contentPart>
          </mc:Choice>
          <mc:Fallback xmlns="">
            <p:pic>
              <p:nvPicPr>
                <p:cNvPr id="324" name="Ink 323">
                  <a:extLst>
                    <a:ext uri="{FF2B5EF4-FFF2-40B4-BE49-F238E27FC236}">
                      <a16:creationId xmlns:a16="http://schemas.microsoft.com/office/drawing/2014/main" id="{30D16403-4739-C360-48E1-3B7642AB5655}"/>
                    </a:ext>
                  </a:extLst>
                </p:cNvPr>
                <p:cNvPicPr/>
                <p:nvPr/>
              </p:nvPicPr>
              <p:blipFill>
                <a:blip r:embed="rId259"/>
                <a:stretch>
                  <a:fillRect/>
                </a:stretch>
              </p:blipFill>
              <p:spPr>
                <a:xfrm>
                  <a:off x="1788486" y="4911982"/>
                  <a:ext cx="576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325" name="Ink 324">
                  <a:extLst>
                    <a:ext uri="{FF2B5EF4-FFF2-40B4-BE49-F238E27FC236}">
                      <a16:creationId xmlns:a16="http://schemas.microsoft.com/office/drawing/2014/main" id="{8529C473-9F81-F612-9102-32A11604A5EE}"/>
                    </a:ext>
                  </a:extLst>
                </p14:cNvPr>
                <p14:cNvContentPartPr/>
                <p14:nvPr/>
              </p14:nvContentPartPr>
              <p14:xfrm>
                <a:off x="1448646" y="5118262"/>
                <a:ext cx="514440" cy="27000"/>
              </p14:xfrm>
            </p:contentPart>
          </mc:Choice>
          <mc:Fallback xmlns="">
            <p:pic>
              <p:nvPicPr>
                <p:cNvPr id="325" name="Ink 324">
                  <a:extLst>
                    <a:ext uri="{FF2B5EF4-FFF2-40B4-BE49-F238E27FC236}">
                      <a16:creationId xmlns:a16="http://schemas.microsoft.com/office/drawing/2014/main" id="{8529C473-9F81-F612-9102-32A11604A5EE}"/>
                    </a:ext>
                  </a:extLst>
                </p:cNvPr>
                <p:cNvPicPr/>
                <p:nvPr/>
              </p:nvPicPr>
              <p:blipFill>
                <a:blip r:embed="rId261"/>
                <a:stretch>
                  <a:fillRect/>
                </a:stretch>
              </p:blipFill>
              <p:spPr>
                <a:xfrm>
                  <a:off x="1439646" y="5109262"/>
                  <a:ext cx="532080" cy="44640"/>
                </a:xfrm>
                <a:prstGeom prst="rect">
                  <a:avLst/>
                </a:prstGeom>
              </p:spPr>
            </p:pic>
          </mc:Fallback>
        </mc:AlternateContent>
      </p:grpSp>
      <p:grpSp>
        <p:nvGrpSpPr>
          <p:cNvPr id="329" name="Group 328">
            <a:extLst>
              <a:ext uri="{FF2B5EF4-FFF2-40B4-BE49-F238E27FC236}">
                <a16:creationId xmlns:a16="http://schemas.microsoft.com/office/drawing/2014/main" id="{8610A978-D533-0004-8717-C6EEB4B2F0A9}"/>
              </a:ext>
            </a:extLst>
          </p:cNvPr>
          <p:cNvGrpSpPr/>
          <p:nvPr/>
        </p:nvGrpSpPr>
        <p:grpSpPr>
          <a:xfrm>
            <a:off x="3131046" y="5275222"/>
            <a:ext cx="210960" cy="174240"/>
            <a:chOff x="1607046" y="5275222"/>
            <a:chExt cx="210960" cy="174240"/>
          </a:xfrm>
        </p:grpSpPr>
        <mc:AlternateContent xmlns:mc="http://schemas.openxmlformats.org/markup-compatibility/2006" xmlns:p14="http://schemas.microsoft.com/office/powerpoint/2010/main">
          <mc:Choice Requires="p14">
            <p:contentPart p14:bwMode="auto" r:id="rId262">
              <p14:nvContentPartPr>
                <p14:cNvPr id="326" name="Ink 325">
                  <a:extLst>
                    <a:ext uri="{FF2B5EF4-FFF2-40B4-BE49-F238E27FC236}">
                      <a16:creationId xmlns:a16="http://schemas.microsoft.com/office/drawing/2014/main" id="{FD1BD690-F5A3-FAF1-F14F-8152375FD6C2}"/>
                    </a:ext>
                  </a:extLst>
                </p14:cNvPr>
                <p14:cNvContentPartPr/>
                <p14:nvPr/>
              </p14:nvContentPartPr>
              <p14:xfrm>
                <a:off x="1607046" y="5288902"/>
                <a:ext cx="103320" cy="3960"/>
              </p14:xfrm>
            </p:contentPart>
          </mc:Choice>
          <mc:Fallback xmlns="">
            <p:pic>
              <p:nvPicPr>
                <p:cNvPr id="326" name="Ink 325">
                  <a:extLst>
                    <a:ext uri="{FF2B5EF4-FFF2-40B4-BE49-F238E27FC236}">
                      <a16:creationId xmlns:a16="http://schemas.microsoft.com/office/drawing/2014/main" id="{FD1BD690-F5A3-FAF1-F14F-8152375FD6C2}"/>
                    </a:ext>
                  </a:extLst>
                </p:cNvPr>
                <p:cNvPicPr/>
                <p:nvPr/>
              </p:nvPicPr>
              <p:blipFill>
                <a:blip r:embed="rId263"/>
                <a:stretch>
                  <a:fillRect/>
                </a:stretch>
              </p:blipFill>
              <p:spPr>
                <a:xfrm>
                  <a:off x="1598406" y="5280262"/>
                  <a:ext cx="1209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327" name="Ink 326">
                  <a:extLst>
                    <a:ext uri="{FF2B5EF4-FFF2-40B4-BE49-F238E27FC236}">
                      <a16:creationId xmlns:a16="http://schemas.microsoft.com/office/drawing/2014/main" id="{C97B312C-FEE3-B9A6-4A19-14FE95F30BA6}"/>
                    </a:ext>
                  </a:extLst>
                </p14:cNvPr>
                <p14:cNvContentPartPr/>
                <p14:nvPr/>
              </p14:nvContentPartPr>
              <p14:xfrm>
                <a:off x="1653846" y="5275222"/>
                <a:ext cx="21960" cy="126360"/>
              </p14:xfrm>
            </p:contentPart>
          </mc:Choice>
          <mc:Fallback xmlns="">
            <p:pic>
              <p:nvPicPr>
                <p:cNvPr id="327" name="Ink 326">
                  <a:extLst>
                    <a:ext uri="{FF2B5EF4-FFF2-40B4-BE49-F238E27FC236}">
                      <a16:creationId xmlns:a16="http://schemas.microsoft.com/office/drawing/2014/main" id="{C97B312C-FEE3-B9A6-4A19-14FE95F30BA6}"/>
                    </a:ext>
                  </a:extLst>
                </p:cNvPr>
                <p:cNvPicPr/>
                <p:nvPr/>
              </p:nvPicPr>
              <p:blipFill>
                <a:blip r:embed="rId265"/>
                <a:stretch>
                  <a:fillRect/>
                </a:stretch>
              </p:blipFill>
              <p:spPr>
                <a:xfrm>
                  <a:off x="1645206" y="5266222"/>
                  <a:ext cx="396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328" name="Ink 327">
                  <a:extLst>
                    <a:ext uri="{FF2B5EF4-FFF2-40B4-BE49-F238E27FC236}">
                      <a16:creationId xmlns:a16="http://schemas.microsoft.com/office/drawing/2014/main" id="{121E0843-AFDA-7913-44C1-D443D84A99C4}"/>
                    </a:ext>
                  </a:extLst>
                </p14:cNvPr>
                <p14:cNvContentPartPr/>
                <p14:nvPr/>
              </p14:nvContentPartPr>
              <p14:xfrm>
                <a:off x="1737366" y="5350102"/>
                <a:ext cx="80640" cy="99360"/>
              </p14:xfrm>
            </p:contentPart>
          </mc:Choice>
          <mc:Fallback xmlns="">
            <p:pic>
              <p:nvPicPr>
                <p:cNvPr id="328" name="Ink 327">
                  <a:extLst>
                    <a:ext uri="{FF2B5EF4-FFF2-40B4-BE49-F238E27FC236}">
                      <a16:creationId xmlns:a16="http://schemas.microsoft.com/office/drawing/2014/main" id="{121E0843-AFDA-7913-44C1-D443D84A99C4}"/>
                    </a:ext>
                  </a:extLst>
                </p:cNvPr>
                <p:cNvPicPr/>
                <p:nvPr/>
              </p:nvPicPr>
              <p:blipFill>
                <a:blip r:embed="rId267"/>
                <a:stretch>
                  <a:fillRect/>
                </a:stretch>
              </p:blipFill>
              <p:spPr>
                <a:xfrm>
                  <a:off x="1728726" y="5341102"/>
                  <a:ext cx="98280" cy="117000"/>
                </a:xfrm>
                <a:prstGeom prst="rect">
                  <a:avLst/>
                </a:prstGeom>
              </p:spPr>
            </p:pic>
          </mc:Fallback>
        </mc:AlternateContent>
      </p:grpSp>
      <p:grpSp>
        <p:nvGrpSpPr>
          <p:cNvPr id="351" name="Group 350">
            <a:extLst>
              <a:ext uri="{FF2B5EF4-FFF2-40B4-BE49-F238E27FC236}">
                <a16:creationId xmlns:a16="http://schemas.microsoft.com/office/drawing/2014/main" id="{17FC9326-5A2D-0392-E657-8DCF127CDDD6}"/>
              </a:ext>
            </a:extLst>
          </p:cNvPr>
          <p:cNvGrpSpPr/>
          <p:nvPr/>
        </p:nvGrpSpPr>
        <p:grpSpPr>
          <a:xfrm>
            <a:off x="2070126" y="5751142"/>
            <a:ext cx="1923120" cy="513720"/>
            <a:chOff x="546126" y="5751142"/>
            <a:chExt cx="1923120" cy="513720"/>
          </a:xfrm>
        </p:grpSpPr>
        <mc:AlternateContent xmlns:mc="http://schemas.openxmlformats.org/markup-compatibility/2006" xmlns:p14="http://schemas.microsoft.com/office/powerpoint/2010/main">
          <mc:Choice Requires="p14">
            <p:contentPart p14:bwMode="auto" r:id="rId268">
              <p14:nvContentPartPr>
                <p14:cNvPr id="331" name="Ink 330">
                  <a:extLst>
                    <a:ext uri="{FF2B5EF4-FFF2-40B4-BE49-F238E27FC236}">
                      <a16:creationId xmlns:a16="http://schemas.microsoft.com/office/drawing/2014/main" id="{2BB17E65-C325-FB6F-85F0-8A77C49A8050}"/>
                    </a:ext>
                  </a:extLst>
                </p14:cNvPr>
                <p14:cNvContentPartPr/>
                <p14:nvPr/>
              </p14:nvContentPartPr>
              <p14:xfrm>
                <a:off x="723606" y="5862022"/>
                <a:ext cx="118440" cy="12240"/>
              </p14:xfrm>
            </p:contentPart>
          </mc:Choice>
          <mc:Fallback xmlns="">
            <p:pic>
              <p:nvPicPr>
                <p:cNvPr id="331" name="Ink 330">
                  <a:extLst>
                    <a:ext uri="{FF2B5EF4-FFF2-40B4-BE49-F238E27FC236}">
                      <a16:creationId xmlns:a16="http://schemas.microsoft.com/office/drawing/2014/main" id="{2BB17E65-C325-FB6F-85F0-8A77C49A8050}"/>
                    </a:ext>
                  </a:extLst>
                </p:cNvPr>
                <p:cNvPicPr/>
                <p:nvPr/>
              </p:nvPicPr>
              <p:blipFill>
                <a:blip r:embed="rId269"/>
                <a:stretch>
                  <a:fillRect/>
                </a:stretch>
              </p:blipFill>
              <p:spPr>
                <a:xfrm>
                  <a:off x="714606" y="5853382"/>
                  <a:ext cx="1360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332" name="Ink 331">
                  <a:extLst>
                    <a:ext uri="{FF2B5EF4-FFF2-40B4-BE49-F238E27FC236}">
                      <a16:creationId xmlns:a16="http://schemas.microsoft.com/office/drawing/2014/main" id="{57611E09-7250-003B-E24F-729CEFFA08CA}"/>
                    </a:ext>
                  </a:extLst>
                </p14:cNvPr>
                <p14:cNvContentPartPr/>
                <p14:nvPr/>
              </p14:nvContentPartPr>
              <p14:xfrm>
                <a:off x="779046" y="5883622"/>
                <a:ext cx="22680" cy="135720"/>
              </p14:xfrm>
            </p:contentPart>
          </mc:Choice>
          <mc:Fallback xmlns="">
            <p:pic>
              <p:nvPicPr>
                <p:cNvPr id="332" name="Ink 331">
                  <a:extLst>
                    <a:ext uri="{FF2B5EF4-FFF2-40B4-BE49-F238E27FC236}">
                      <a16:creationId xmlns:a16="http://schemas.microsoft.com/office/drawing/2014/main" id="{57611E09-7250-003B-E24F-729CEFFA08CA}"/>
                    </a:ext>
                  </a:extLst>
                </p:cNvPr>
                <p:cNvPicPr/>
                <p:nvPr/>
              </p:nvPicPr>
              <p:blipFill>
                <a:blip r:embed="rId271"/>
                <a:stretch>
                  <a:fillRect/>
                </a:stretch>
              </p:blipFill>
              <p:spPr>
                <a:xfrm>
                  <a:off x="770046" y="5874982"/>
                  <a:ext cx="403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333" name="Ink 332">
                  <a:extLst>
                    <a:ext uri="{FF2B5EF4-FFF2-40B4-BE49-F238E27FC236}">
                      <a16:creationId xmlns:a16="http://schemas.microsoft.com/office/drawing/2014/main" id="{CB9B4BDB-CEDF-363A-2D62-D021BB5331AE}"/>
                    </a:ext>
                  </a:extLst>
                </p14:cNvPr>
                <p14:cNvContentPartPr/>
                <p14:nvPr/>
              </p14:nvContentPartPr>
              <p14:xfrm>
                <a:off x="875166" y="5976142"/>
                <a:ext cx="127440" cy="120960"/>
              </p14:xfrm>
            </p:contentPart>
          </mc:Choice>
          <mc:Fallback xmlns="">
            <p:pic>
              <p:nvPicPr>
                <p:cNvPr id="333" name="Ink 332">
                  <a:extLst>
                    <a:ext uri="{FF2B5EF4-FFF2-40B4-BE49-F238E27FC236}">
                      <a16:creationId xmlns:a16="http://schemas.microsoft.com/office/drawing/2014/main" id="{CB9B4BDB-CEDF-363A-2D62-D021BB5331AE}"/>
                    </a:ext>
                  </a:extLst>
                </p:cNvPr>
                <p:cNvPicPr/>
                <p:nvPr/>
              </p:nvPicPr>
              <p:blipFill>
                <a:blip r:embed="rId273"/>
                <a:stretch>
                  <a:fillRect/>
                </a:stretch>
              </p:blipFill>
              <p:spPr>
                <a:xfrm>
                  <a:off x="866166" y="5967502"/>
                  <a:ext cx="1450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334" name="Ink 333">
                  <a:extLst>
                    <a:ext uri="{FF2B5EF4-FFF2-40B4-BE49-F238E27FC236}">
                      <a16:creationId xmlns:a16="http://schemas.microsoft.com/office/drawing/2014/main" id="{1A608014-58E0-4D5B-847E-480C1D9AE519}"/>
                    </a:ext>
                  </a:extLst>
                </p14:cNvPr>
                <p14:cNvContentPartPr/>
                <p14:nvPr/>
              </p14:nvContentPartPr>
              <p14:xfrm>
                <a:off x="1038966" y="5997742"/>
                <a:ext cx="67320" cy="58320"/>
              </p14:xfrm>
            </p:contentPart>
          </mc:Choice>
          <mc:Fallback xmlns="">
            <p:pic>
              <p:nvPicPr>
                <p:cNvPr id="334" name="Ink 333">
                  <a:extLst>
                    <a:ext uri="{FF2B5EF4-FFF2-40B4-BE49-F238E27FC236}">
                      <a16:creationId xmlns:a16="http://schemas.microsoft.com/office/drawing/2014/main" id="{1A608014-58E0-4D5B-847E-480C1D9AE519}"/>
                    </a:ext>
                  </a:extLst>
                </p:cNvPr>
                <p:cNvPicPr/>
                <p:nvPr/>
              </p:nvPicPr>
              <p:blipFill>
                <a:blip r:embed="rId275"/>
                <a:stretch>
                  <a:fillRect/>
                </a:stretch>
              </p:blipFill>
              <p:spPr>
                <a:xfrm>
                  <a:off x="1030326" y="5988742"/>
                  <a:ext cx="849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335" name="Ink 334">
                  <a:extLst>
                    <a:ext uri="{FF2B5EF4-FFF2-40B4-BE49-F238E27FC236}">
                      <a16:creationId xmlns:a16="http://schemas.microsoft.com/office/drawing/2014/main" id="{18EBBB50-9060-F17F-BB32-8DA853E2149D}"/>
                    </a:ext>
                  </a:extLst>
                </p14:cNvPr>
                <p14:cNvContentPartPr/>
                <p14:nvPr/>
              </p14:nvContentPartPr>
              <p14:xfrm>
                <a:off x="1096926" y="5989102"/>
                <a:ext cx="69120" cy="204840"/>
              </p14:xfrm>
            </p:contentPart>
          </mc:Choice>
          <mc:Fallback xmlns="">
            <p:pic>
              <p:nvPicPr>
                <p:cNvPr id="335" name="Ink 334">
                  <a:extLst>
                    <a:ext uri="{FF2B5EF4-FFF2-40B4-BE49-F238E27FC236}">
                      <a16:creationId xmlns:a16="http://schemas.microsoft.com/office/drawing/2014/main" id="{18EBBB50-9060-F17F-BB32-8DA853E2149D}"/>
                    </a:ext>
                  </a:extLst>
                </p:cNvPr>
                <p:cNvPicPr/>
                <p:nvPr/>
              </p:nvPicPr>
              <p:blipFill>
                <a:blip r:embed="rId277"/>
                <a:stretch>
                  <a:fillRect/>
                </a:stretch>
              </p:blipFill>
              <p:spPr>
                <a:xfrm>
                  <a:off x="1087926" y="5980462"/>
                  <a:ext cx="867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336" name="Ink 335">
                  <a:extLst>
                    <a:ext uri="{FF2B5EF4-FFF2-40B4-BE49-F238E27FC236}">
                      <a16:creationId xmlns:a16="http://schemas.microsoft.com/office/drawing/2014/main" id="{5C59CDF9-42DB-03F7-80C9-7C1A2EB04720}"/>
                    </a:ext>
                  </a:extLst>
                </p14:cNvPr>
                <p14:cNvContentPartPr/>
                <p14:nvPr/>
              </p14:nvContentPartPr>
              <p14:xfrm>
                <a:off x="1299246" y="5993062"/>
                <a:ext cx="82080" cy="6120"/>
              </p14:xfrm>
            </p:contentPart>
          </mc:Choice>
          <mc:Fallback xmlns="">
            <p:pic>
              <p:nvPicPr>
                <p:cNvPr id="336" name="Ink 335">
                  <a:extLst>
                    <a:ext uri="{FF2B5EF4-FFF2-40B4-BE49-F238E27FC236}">
                      <a16:creationId xmlns:a16="http://schemas.microsoft.com/office/drawing/2014/main" id="{5C59CDF9-42DB-03F7-80C9-7C1A2EB04720}"/>
                    </a:ext>
                  </a:extLst>
                </p:cNvPr>
                <p:cNvPicPr/>
                <p:nvPr/>
              </p:nvPicPr>
              <p:blipFill>
                <a:blip r:embed="rId279"/>
                <a:stretch>
                  <a:fillRect/>
                </a:stretch>
              </p:blipFill>
              <p:spPr>
                <a:xfrm>
                  <a:off x="1290606" y="5984062"/>
                  <a:ext cx="997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337" name="Ink 336">
                  <a:extLst>
                    <a:ext uri="{FF2B5EF4-FFF2-40B4-BE49-F238E27FC236}">
                      <a16:creationId xmlns:a16="http://schemas.microsoft.com/office/drawing/2014/main" id="{CB76D0C3-D983-137C-71A9-00DC6833DDE9}"/>
                    </a:ext>
                  </a:extLst>
                </p14:cNvPr>
                <p14:cNvContentPartPr/>
                <p14:nvPr/>
              </p14:nvContentPartPr>
              <p14:xfrm>
                <a:off x="1302486" y="6041302"/>
                <a:ext cx="68040" cy="15480"/>
              </p14:xfrm>
            </p:contentPart>
          </mc:Choice>
          <mc:Fallback xmlns="">
            <p:pic>
              <p:nvPicPr>
                <p:cNvPr id="337" name="Ink 336">
                  <a:extLst>
                    <a:ext uri="{FF2B5EF4-FFF2-40B4-BE49-F238E27FC236}">
                      <a16:creationId xmlns:a16="http://schemas.microsoft.com/office/drawing/2014/main" id="{CB76D0C3-D983-137C-71A9-00DC6833DDE9}"/>
                    </a:ext>
                  </a:extLst>
                </p:cNvPr>
                <p:cNvPicPr/>
                <p:nvPr/>
              </p:nvPicPr>
              <p:blipFill>
                <a:blip r:embed="rId281"/>
                <a:stretch>
                  <a:fillRect/>
                </a:stretch>
              </p:blipFill>
              <p:spPr>
                <a:xfrm>
                  <a:off x="1293486" y="6032302"/>
                  <a:ext cx="856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338" name="Ink 337">
                  <a:extLst>
                    <a:ext uri="{FF2B5EF4-FFF2-40B4-BE49-F238E27FC236}">
                      <a16:creationId xmlns:a16="http://schemas.microsoft.com/office/drawing/2014/main" id="{59CBD234-056A-45F9-2467-FE2CCDDD639B}"/>
                    </a:ext>
                  </a:extLst>
                </p14:cNvPr>
                <p14:cNvContentPartPr/>
                <p14:nvPr/>
              </p14:nvContentPartPr>
              <p14:xfrm>
                <a:off x="1491486" y="5928982"/>
                <a:ext cx="117360" cy="20160"/>
              </p14:xfrm>
            </p:contentPart>
          </mc:Choice>
          <mc:Fallback xmlns="">
            <p:pic>
              <p:nvPicPr>
                <p:cNvPr id="338" name="Ink 337">
                  <a:extLst>
                    <a:ext uri="{FF2B5EF4-FFF2-40B4-BE49-F238E27FC236}">
                      <a16:creationId xmlns:a16="http://schemas.microsoft.com/office/drawing/2014/main" id="{59CBD234-056A-45F9-2467-FE2CCDDD639B}"/>
                    </a:ext>
                  </a:extLst>
                </p:cNvPr>
                <p:cNvPicPr/>
                <p:nvPr/>
              </p:nvPicPr>
              <p:blipFill>
                <a:blip r:embed="rId283"/>
                <a:stretch>
                  <a:fillRect/>
                </a:stretch>
              </p:blipFill>
              <p:spPr>
                <a:xfrm>
                  <a:off x="1482846" y="5920342"/>
                  <a:ext cx="1350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339" name="Ink 338">
                  <a:extLst>
                    <a:ext uri="{FF2B5EF4-FFF2-40B4-BE49-F238E27FC236}">
                      <a16:creationId xmlns:a16="http://schemas.microsoft.com/office/drawing/2014/main" id="{19736D2D-AC3E-522C-F8E3-BD8363EBB1FC}"/>
                    </a:ext>
                  </a:extLst>
                </p14:cNvPr>
                <p14:cNvContentPartPr/>
                <p14:nvPr/>
              </p14:nvContentPartPr>
              <p14:xfrm>
                <a:off x="1554126" y="5949502"/>
                <a:ext cx="4680" cy="126360"/>
              </p14:xfrm>
            </p:contentPart>
          </mc:Choice>
          <mc:Fallback xmlns="">
            <p:pic>
              <p:nvPicPr>
                <p:cNvPr id="339" name="Ink 338">
                  <a:extLst>
                    <a:ext uri="{FF2B5EF4-FFF2-40B4-BE49-F238E27FC236}">
                      <a16:creationId xmlns:a16="http://schemas.microsoft.com/office/drawing/2014/main" id="{19736D2D-AC3E-522C-F8E3-BD8363EBB1FC}"/>
                    </a:ext>
                  </a:extLst>
                </p:cNvPr>
                <p:cNvPicPr/>
                <p:nvPr/>
              </p:nvPicPr>
              <p:blipFill>
                <a:blip r:embed="rId285"/>
                <a:stretch>
                  <a:fillRect/>
                </a:stretch>
              </p:blipFill>
              <p:spPr>
                <a:xfrm>
                  <a:off x="1545126" y="5940862"/>
                  <a:ext cx="22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340" name="Ink 339">
                  <a:extLst>
                    <a:ext uri="{FF2B5EF4-FFF2-40B4-BE49-F238E27FC236}">
                      <a16:creationId xmlns:a16="http://schemas.microsoft.com/office/drawing/2014/main" id="{202EFA65-357C-FBC4-8F13-3B5B09A5B197}"/>
                    </a:ext>
                  </a:extLst>
                </p14:cNvPr>
                <p14:cNvContentPartPr/>
                <p14:nvPr/>
              </p14:nvContentPartPr>
              <p14:xfrm>
                <a:off x="1587246" y="6032302"/>
                <a:ext cx="108720" cy="119520"/>
              </p14:xfrm>
            </p:contentPart>
          </mc:Choice>
          <mc:Fallback xmlns="">
            <p:pic>
              <p:nvPicPr>
                <p:cNvPr id="340" name="Ink 339">
                  <a:extLst>
                    <a:ext uri="{FF2B5EF4-FFF2-40B4-BE49-F238E27FC236}">
                      <a16:creationId xmlns:a16="http://schemas.microsoft.com/office/drawing/2014/main" id="{202EFA65-357C-FBC4-8F13-3B5B09A5B197}"/>
                    </a:ext>
                  </a:extLst>
                </p:cNvPr>
                <p:cNvPicPr/>
                <p:nvPr/>
              </p:nvPicPr>
              <p:blipFill>
                <a:blip r:embed="rId287"/>
                <a:stretch>
                  <a:fillRect/>
                </a:stretch>
              </p:blipFill>
              <p:spPr>
                <a:xfrm>
                  <a:off x="1578606" y="6023662"/>
                  <a:ext cx="1263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341" name="Ink 340">
                  <a:extLst>
                    <a:ext uri="{FF2B5EF4-FFF2-40B4-BE49-F238E27FC236}">
                      <a16:creationId xmlns:a16="http://schemas.microsoft.com/office/drawing/2014/main" id="{CF5BDB2E-ABC7-EA41-DC21-4F6995A24B89}"/>
                    </a:ext>
                  </a:extLst>
                </p14:cNvPr>
                <p14:cNvContentPartPr/>
                <p14:nvPr/>
              </p14:nvContentPartPr>
              <p14:xfrm>
                <a:off x="1712886" y="5916742"/>
                <a:ext cx="100800" cy="160920"/>
              </p14:xfrm>
            </p:contentPart>
          </mc:Choice>
          <mc:Fallback xmlns="">
            <p:pic>
              <p:nvPicPr>
                <p:cNvPr id="341" name="Ink 340">
                  <a:extLst>
                    <a:ext uri="{FF2B5EF4-FFF2-40B4-BE49-F238E27FC236}">
                      <a16:creationId xmlns:a16="http://schemas.microsoft.com/office/drawing/2014/main" id="{CF5BDB2E-ABC7-EA41-DC21-4F6995A24B89}"/>
                    </a:ext>
                  </a:extLst>
                </p:cNvPr>
                <p:cNvPicPr/>
                <p:nvPr/>
              </p:nvPicPr>
              <p:blipFill>
                <a:blip r:embed="rId289"/>
                <a:stretch>
                  <a:fillRect/>
                </a:stretch>
              </p:blipFill>
              <p:spPr>
                <a:xfrm>
                  <a:off x="1704246" y="5908102"/>
                  <a:ext cx="1184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342" name="Ink 341">
                  <a:extLst>
                    <a:ext uri="{FF2B5EF4-FFF2-40B4-BE49-F238E27FC236}">
                      <a16:creationId xmlns:a16="http://schemas.microsoft.com/office/drawing/2014/main" id="{3DEB9DC0-28FF-F60F-6FC5-6873B09398CF}"/>
                    </a:ext>
                  </a:extLst>
                </p14:cNvPr>
                <p14:cNvContentPartPr/>
                <p14:nvPr/>
              </p14:nvContentPartPr>
              <p14:xfrm>
                <a:off x="1896486" y="6008182"/>
                <a:ext cx="21960" cy="65520"/>
              </p14:xfrm>
            </p:contentPart>
          </mc:Choice>
          <mc:Fallback xmlns="">
            <p:pic>
              <p:nvPicPr>
                <p:cNvPr id="342" name="Ink 341">
                  <a:extLst>
                    <a:ext uri="{FF2B5EF4-FFF2-40B4-BE49-F238E27FC236}">
                      <a16:creationId xmlns:a16="http://schemas.microsoft.com/office/drawing/2014/main" id="{3DEB9DC0-28FF-F60F-6FC5-6873B09398CF}"/>
                    </a:ext>
                  </a:extLst>
                </p:cNvPr>
                <p:cNvPicPr/>
                <p:nvPr/>
              </p:nvPicPr>
              <p:blipFill>
                <a:blip r:embed="rId291"/>
                <a:stretch>
                  <a:fillRect/>
                </a:stretch>
              </p:blipFill>
              <p:spPr>
                <a:xfrm>
                  <a:off x="1887486" y="5999542"/>
                  <a:ext cx="396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343" name="Ink 342">
                  <a:extLst>
                    <a:ext uri="{FF2B5EF4-FFF2-40B4-BE49-F238E27FC236}">
                      <a16:creationId xmlns:a16="http://schemas.microsoft.com/office/drawing/2014/main" id="{F60364FE-400B-B680-1181-74749B074F87}"/>
                    </a:ext>
                  </a:extLst>
                </p14:cNvPr>
                <p14:cNvContentPartPr/>
                <p14:nvPr/>
              </p14:nvContentPartPr>
              <p14:xfrm>
                <a:off x="1860846" y="5917102"/>
                <a:ext cx="360" cy="360"/>
              </p14:xfrm>
            </p:contentPart>
          </mc:Choice>
          <mc:Fallback xmlns="">
            <p:pic>
              <p:nvPicPr>
                <p:cNvPr id="343" name="Ink 342">
                  <a:extLst>
                    <a:ext uri="{FF2B5EF4-FFF2-40B4-BE49-F238E27FC236}">
                      <a16:creationId xmlns:a16="http://schemas.microsoft.com/office/drawing/2014/main" id="{F60364FE-400B-B680-1181-74749B074F87}"/>
                    </a:ext>
                  </a:extLst>
                </p:cNvPr>
                <p:cNvPicPr/>
                <p:nvPr/>
              </p:nvPicPr>
              <p:blipFill>
                <a:blip r:embed="rId293"/>
                <a:stretch>
                  <a:fillRect/>
                </a:stretch>
              </p:blipFill>
              <p:spPr>
                <a:xfrm>
                  <a:off x="1851846" y="59081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344" name="Ink 343">
                  <a:extLst>
                    <a:ext uri="{FF2B5EF4-FFF2-40B4-BE49-F238E27FC236}">
                      <a16:creationId xmlns:a16="http://schemas.microsoft.com/office/drawing/2014/main" id="{4D841702-F405-C3FB-EEE1-678AEC54D41F}"/>
                    </a:ext>
                  </a:extLst>
                </p14:cNvPr>
                <p14:cNvContentPartPr/>
                <p14:nvPr/>
              </p14:nvContentPartPr>
              <p14:xfrm>
                <a:off x="1971006" y="5968942"/>
                <a:ext cx="86400" cy="109440"/>
              </p14:xfrm>
            </p:contentPart>
          </mc:Choice>
          <mc:Fallback xmlns="">
            <p:pic>
              <p:nvPicPr>
                <p:cNvPr id="344" name="Ink 343">
                  <a:extLst>
                    <a:ext uri="{FF2B5EF4-FFF2-40B4-BE49-F238E27FC236}">
                      <a16:creationId xmlns:a16="http://schemas.microsoft.com/office/drawing/2014/main" id="{4D841702-F405-C3FB-EEE1-678AEC54D41F}"/>
                    </a:ext>
                  </a:extLst>
                </p:cNvPr>
                <p:cNvPicPr/>
                <p:nvPr/>
              </p:nvPicPr>
              <p:blipFill>
                <a:blip r:embed="rId295"/>
                <a:stretch>
                  <a:fillRect/>
                </a:stretch>
              </p:blipFill>
              <p:spPr>
                <a:xfrm>
                  <a:off x="1962006" y="5960302"/>
                  <a:ext cx="1040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345" name="Ink 344">
                  <a:extLst>
                    <a:ext uri="{FF2B5EF4-FFF2-40B4-BE49-F238E27FC236}">
                      <a16:creationId xmlns:a16="http://schemas.microsoft.com/office/drawing/2014/main" id="{142C6E51-A16A-6205-5B82-A660B53A428A}"/>
                    </a:ext>
                  </a:extLst>
                </p14:cNvPr>
                <p14:cNvContentPartPr/>
                <p14:nvPr/>
              </p14:nvContentPartPr>
              <p14:xfrm>
                <a:off x="2109966" y="5829982"/>
                <a:ext cx="131040" cy="227160"/>
              </p14:xfrm>
            </p:contentPart>
          </mc:Choice>
          <mc:Fallback xmlns="">
            <p:pic>
              <p:nvPicPr>
                <p:cNvPr id="345" name="Ink 344">
                  <a:extLst>
                    <a:ext uri="{FF2B5EF4-FFF2-40B4-BE49-F238E27FC236}">
                      <a16:creationId xmlns:a16="http://schemas.microsoft.com/office/drawing/2014/main" id="{142C6E51-A16A-6205-5B82-A660B53A428A}"/>
                    </a:ext>
                  </a:extLst>
                </p:cNvPr>
                <p:cNvPicPr/>
                <p:nvPr/>
              </p:nvPicPr>
              <p:blipFill>
                <a:blip r:embed="rId297"/>
                <a:stretch>
                  <a:fillRect/>
                </a:stretch>
              </p:blipFill>
              <p:spPr>
                <a:xfrm>
                  <a:off x="2100966" y="5821342"/>
                  <a:ext cx="1486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346" name="Ink 345">
                  <a:extLst>
                    <a:ext uri="{FF2B5EF4-FFF2-40B4-BE49-F238E27FC236}">
                      <a16:creationId xmlns:a16="http://schemas.microsoft.com/office/drawing/2014/main" id="{30F0DC53-E7C0-E135-656D-4DA8585C8660}"/>
                    </a:ext>
                  </a:extLst>
                </p14:cNvPr>
                <p14:cNvContentPartPr/>
                <p14:nvPr/>
              </p14:nvContentPartPr>
              <p14:xfrm>
                <a:off x="2304006" y="5989102"/>
                <a:ext cx="74880" cy="88920"/>
              </p14:xfrm>
            </p:contentPart>
          </mc:Choice>
          <mc:Fallback xmlns="">
            <p:pic>
              <p:nvPicPr>
                <p:cNvPr id="346" name="Ink 345">
                  <a:extLst>
                    <a:ext uri="{FF2B5EF4-FFF2-40B4-BE49-F238E27FC236}">
                      <a16:creationId xmlns:a16="http://schemas.microsoft.com/office/drawing/2014/main" id="{30F0DC53-E7C0-E135-656D-4DA8585C8660}"/>
                    </a:ext>
                  </a:extLst>
                </p:cNvPr>
                <p:cNvPicPr/>
                <p:nvPr/>
              </p:nvPicPr>
              <p:blipFill>
                <a:blip r:embed="rId299"/>
                <a:stretch>
                  <a:fillRect/>
                </a:stretch>
              </p:blipFill>
              <p:spPr>
                <a:xfrm>
                  <a:off x="2295366" y="5980102"/>
                  <a:ext cx="9252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347" name="Ink 346">
                  <a:extLst>
                    <a:ext uri="{FF2B5EF4-FFF2-40B4-BE49-F238E27FC236}">
                      <a16:creationId xmlns:a16="http://schemas.microsoft.com/office/drawing/2014/main" id="{396BC4AC-F7D8-1E14-5FF2-0EF4808C1E19}"/>
                    </a:ext>
                  </a:extLst>
                </p14:cNvPr>
                <p14:cNvContentPartPr/>
                <p14:nvPr/>
              </p14:nvContentPartPr>
              <p14:xfrm>
                <a:off x="1861206" y="5908822"/>
                <a:ext cx="33480" cy="11160"/>
              </p14:xfrm>
            </p:contentPart>
          </mc:Choice>
          <mc:Fallback xmlns="">
            <p:pic>
              <p:nvPicPr>
                <p:cNvPr id="347" name="Ink 346">
                  <a:extLst>
                    <a:ext uri="{FF2B5EF4-FFF2-40B4-BE49-F238E27FC236}">
                      <a16:creationId xmlns:a16="http://schemas.microsoft.com/office/drawing/2014/main" id="{396BC4AC-F7D8-1E14-5FF2-0EF4808C1E19}"/>
                    </a:ext>
                  </a:extLst>
                </p:cNvPr>
                <p:cNvPicPr/>
                <p:nvPr/>
              </p:nvPicPr>
              <p:blipFill>
                <a:blip r:embed="rId301"/>
                <a:stretch>
                  <a:fillRect/>
                </a:stretch>
              </p:blipFill>
              <p:spPr>
                <a:xfrm>
                  <a:off x="1852566" y="5899822"/>
                  <a:ext cx="511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348" name="Ink 347">
                  <a:extLst>
                    <a:ext uri="{FF2B5EF4-FFF2-40B4-BE49-F238E27FC236}">
                      <a16:creationId xmlns:a16="http://schemas.microsoft.com/office/drawing/2014/main" id="{58AF7762-A7D1-710D-0F64-29293ACE05FC}"/>
                    </a:ext>
                  </a:extLst>
                </p14:cNvPr>
                <p14:cNvContentPartPr/>
                <p14:nvPr/>
              </p14:nvContentPartPr>
              <p14:xfrm>
                <a:off x="588246" y="5765542"/>
                <a:ext cx="1855440" cy="499320"/>
              </p14:xfrm>
            </p:contentPart>
          </mc:Choice>
          <mc:Fallback xmlns="">
            <p:pic>
              <p:nvPicPr>
                <p:cNvPr id="348" name="Ink 347">
                  <a:extLst>
                    <a:ext uri="{FF2B5EF4-FFF2-40B4-BE49-F238E27FC236}">
                      <a16:creationId xmlns:a16="http://schemas.microsoft.com/office/drawing/2014/main" id="{58AF7762-A7D1-710D-0F64-29293ACE05FC}"/>
                    </a:ext>
                  </a:extLst>
                </p:cNvPr>
                <p:cNvPicPr/>
                <p:nvPr/>
              </p:nvPicPr>
              <p:blipFill>
                <a:blip r:embed="rId303"/>
                <a:stretch>
                  <a:fillRect/>
                </a:stretch>
              </p:blipFill>
              <p:spPr>
                <a:xfrm>
                  <a:off x="579246" y="5756542"/>
                  <a:ext cx="1873080" cy="5169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349" name="Ink 348">
                  <a:extLst>
                    <a:ext uri="{FF2B5EF4-FFF2-40B4-BE49-F238E27FC236}">
                      <a16:creationId xmlns:a16="http://schemas.microsoft.com/office/drawing/2014/main" id="{890F9F43-1A7D-0423-CA1A-69F09BE2CD6F}"/>
                    </a:ext>
                  </a:extLst>
                </p14:cNvPr>
                <p14:cNvContentPartPr/>
                <p14:nvPr/>
              </p14:nvContentPartPr>
              <p14:xfrm>
                <a:off x="2450526" y="5781742"/>
                <a:ext cx="18720" cy="468000"/>
              </p14:xfrm>
            </p:contentPart>
          </mc:Choice>
          <mc:Fallback xmlns="">
            <p:pic>
              <p:nvPicPr>
                <p:cNvPr id="349" name="Ink 348">
                  <a:extLst>
                    <a:ext uri="{FF2B5EF4-FFF2-40B4-BE49-F238E27FC236}">
                      <a16:creationId xmlns:a16="http://schemas.microsoft.com/office/drawing/2014/main" id="{890F9F43-1A7D-0423-CA1A-69F09BE2CD6F}"/>
                    </a:ext>
                  </a:extLst>
                </p:cNvPr>
                <p:cNvPicPr/>
                <p:nvPr/>
              </p:nvPicPr>
              <p:blipFill>
                <a:blip r:embed="rId305"/>
                <a:stretch>
                  <a:fillRect/>
                </a:stretch>
              </p:blipFill>
              <p:spPr>
                <a:xfrm>
                  <a:off x="2441886" y="5773102"/>
                  <a:ext cx="3636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350" name="Ink 349">
                  <a:extLst>
                    <a:ext uri="{FF2B5EF4-FFF2-40B4-BE49-F238E27FC236}">
                      <a16:creationId xmlns:a16="http://schemas.microsoft.com/office/drawing/2014/main" id="{CD038358-A778-D92E-9FF2-907FA6463214}"/>
                    </a:ext>
                  </a:extLst>
                </p14:cNvPr>
                <p14:cNvContentPartPr/>
                <p14:nvPr/>
              </p14:nvContentPartPr>
              <p14:xfrm>
                <a:off x="546126" y="5751142"/>
                <a:ext cx="1892160" cy="12240"/>
              </p14:xfrm>
            </p:contentPart>
          </mc:Choice>
          <mc:Fallback xmlns="">
            <p:pic>
              <p:nvPicPr>
                <p:cNvPr id="350" name="Ink 349">
                  <a:extLst>
                    <a:ext uri="{FF2B5EF4-FFF2-40B4-BE49-F238E27FC236}">
                      <a16:creationId xmlns:a16="http://schemas.microsoft.com/office/drawing/2014/main" id="{CD038358-A778-D92E-9FF2-907FA6463214}"/>
                    </a:ext>
                  </a:extLst>
                </p:cNvPr>
                <p:cNvPicPr/>
                <p:nvPr/>
              </p:nvPicPr>
              <p:blipFill>
                <a:blip r:embed="rId307"/>
                <a:stretch>
                  <a:fillRect/>
                </a:stretch>
              </p:blipFill>
              <p:spPr>
                <a:xfrm>
                  <a:off x="537486" y="5742142"/>
                  <a:ext cx="1909800" cy="29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8">
            <p14:nvContentPartPr>
              <p14:cNvPr id="352" name="Ink 351">
                <a:extLst>
                  <a:ext uri="{FF2B5EF4-FFF2-40B4-BE49-F238E27FC236}">
                    <a16:creationId xmlns:a16="http://schemas.microsoft.com/office/drawing/2014/main" id="{21689129-6A1C-9FF2-C1D9-C5EEE6E68279}"/>
                  </a:ext>
                </a:extLst>
              </p14:cNvPr>
              <p14:cNvContentPartPr/>
              <p14:nvPr/>
            </p14:nvContentPartPr>
            <p14:xfrm>
              <a:off x="4168566" y="4851142"/>
              <a:ext cx="16560" cy="37440"/>
            </p14:xfrm>
          </p:contentPart>
        </mc:Choice>
        <mc:Fallback xmlns="">
          <p:pic>
            <p:nvPicPr>
              <p:cNvPr id="352" name="Ink 351">
                <a:extLst>
                  <a:ext uri="{FF2B5EF4-FFF2-40B4-BE49-F238E27FC236}">
                    <a16:creationId xmlns:a16="http://schemas.microsoft.com/office/drawing/2014/main" id="{21689129-6A1C-9FF2-C1D9-C5EEE6E68279}"/>
                  </a:ext>
                </a:extLst>
              </p:cNvPr>
              <p:cNvPicPr/>
              <p:nvPr/>
            </p:nvPicPr>
            <p:blipFill>
              <a:blip r:embed="rId309"/>
              <a:stretch>
                <a:fillRect/>
              </a:stretch>
            </p:blipFill>
            <p:spPr>
              <a:xfrm>
                <a:off x="4159566" y="4842502"/>
                <a:ext cx="342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353" name="Ink 352">
                <a:extLst>
                  <a:ext uri="{FF2B5EF4-FFF2-40B4-BE49-F238E27FC236}">
                    <a16:creationId xmlns:a16="http://schemas.microsoft.com/office/drawing/2014/main" id="{E3ADB555-5AD2-A8C1-3F31-70735DF41517}"/>
                  </a:ext>
                </a:extLst>
              </p14:cNvPr>
              <p14:cNvContentPartPr/>
              <p14:nvPr/>
            </p14:nvContentPartPr>
            <p14:xfrm>
              <a:off x="4191606" y="5021422"/>
              <a:ext cx="10800" cy="77040"/>
            </p14:xfrm>
          </p:contentPart>
        </mc:Choice>
        <mc:Fallback xmlns="">
          <p:pic>
            <p:nvPicPr>
              <p:cNvPr id="353" name="Ink 352">
                <a:extLst>
                  <a:ext uri="{FF2B5EF4-FFF2-40B4-BE49-F238E27FC236}">
                    <a16:creationId xmlns:a16="http://schemas.microsoft.com/office/drawing/2014/main" id="{E3ADB555-5AD2-A8C1-3F31-70735DF41517}"/>
                  </a:ext>
                </a:extLst>
              </p:cNvPr>
              <p:cNvPicPr/>
              <p:nvPr/>
            </p:nvPicPr>
            <p:blipFill>
              <a:blip r:embed="rId311"/>
              <a:stretch>
                <a:fillRect/>
              </a:stretch>
            </p:blipFill>
            <p:spPr>
              <a:xfrm>
                <a:off x="4182966" y="5012782"/>
                <a:ext cx="284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354" name="Ink 353">
                <a:extLst>
                  <a:ext uri="{FF2B5EF4-FFF2-40B4-BE49-F238E27FC236}">
                    <a16:creationId xmlns:a16="http://schemas.microsoft.com/office/drawing/2014/main" id="{7B58E87D-6555-082A-AC88-426CBA1812E4}"/>
                  </a:ext>
                </a:extLst>
              </p14:cNvPr>
              <p14:cNvContentPartPr/>
              <p14:nvPr/>
            </p14:nvContentPartPr>
            <p14:xfrm>
              <a:off x="4209966" y="5246062"/>
              <a:ext cx="2520" cy="101520"/>
            </p14:xfrm>
          </p:contentPart>
        </mc:Choice>
        <mc:Fallback xmlns="">
          <p:pic>
            <p:nvPicPr>
              <p:cNvPr id="354" name="Ink 353">
                <a:extLst>
                  <a:ext uri="{FF2B5EF4-FFF2-40B4-BE49-F238E27FC236}">
                    <a16:creationId xmlns:a16="http://schemas.microsoft.com/office/drawing/2014/main" id="{7B58E87D-6555-082A-AC88-426CBA1812E4}"/>
                  </a:ext>
                </a:extLst>
              </p:cNvPr>
              <p:cNvPicPr/>
              <p:nvPr/>
            </p:nvPicPr>
            <p:blipFill>
              <a:blip r:embed="rId313"/>
              <a:stretch>
                <a:fillRect/>
              </a:stretch>
            </p:blipFill>
            <p:spPr>
              <a:xfrm>
                <a:off x="4200966" y="5237062"/>
                <a:ext cx="2016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358" name="Ink 357">
                <a:extLst>
                  <a:ext uri="{FF2B5EF4-FFF2-40B4-BE49-F238E27FC236}">
                    <a16:creationId xmlns:a16="http://schemas.microsoft.com/office/drawing/2014/main" id="{5A6BD60D-1FF9-2CEC-2734-36179BB02393}"/>
                  </a:ext>
                </a:extLst>
              </p14:cNvPr>
              <p14:cNvContentPartPr/>
              <p14:nvPr/>
            </p14:nvContentPartPr>
            <p14:xfrm>
              <a:off x="4420926" y="4830982"/>
              <a:ext cx="143280" cy="177480"/>
            </p14:xfrm>
          </p:contentPart>
        </mc:Choice>
        <mc:Fallback xmlns="">
          <p:pic>
            <p:nvPicPr>
              <p:cNvPr id="358" name="Ink 357">
                <a:extLst>
                  <a:ext uri="{FF2B5EF4-FFF2-40B4-BE49-F238E27FC236}">
                    <a16:creationId xmlns:a16="http://schemas.microsoft.com/office/drawing/2014/main" id="{5A6BD60D-1FF9-2CEC-2734-36179BB02393}"/>
                  </a:ext>
                </a:extLst>
              </p:cNvPr>
              <p:cNvPicPr/>
              <p:nvPr/>
            </p:nvPicPr>
            <p:blipFill>
              <a:blip r:embed="rId315"/>
              <a:stretch>
                <a:fillRect/>
              </a:stretch>
            </p:blipFill>
            <p:spPr>
              <a:xfrm>
                <a:off x="4411926" y="4822342"/>
                <a:ext cx="16092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359" name="Ink 358">
                <a:extLst>
                  <a:ext uri="{FF2B5EF4-FFF2-40B4-BE49-F238E27FC236}">
                    <a16:creationId xmlns:a16="http://schemas.microsoft.com/office/drawing/2014/main" id="{0193D43D-9730-9644-CCB3-D2A1AF8D5DCF}"/>
                  </a:ext>
                </a:extLst>
              </p14:cNvPr>
              <p14:cNvContentPartPr/>
              <p14:nvPr/>
            </p14:nvContentPartPr>
            <p14:xfrm>
              <a:off x="4586886" y="4904062"/>
              <a:ext cx="77760" cy="108360"/>
            </p14:xfrm>
          </p:contentPart>
        </mc:Choice>
        <mc:Fallback xmlns="">
          <p:pic>
            <p:nvPicPr>
              <p:cNvPr id="359" name="Ink 358">
                <a:extLst>
                  <a:ext uri="{FF2B5EF4-FFF2-40B4-BE49-F238E27FC236}">
                    <a16:creationId xmlns:a16="http://schemas.microsoft.com/office/drawing/2014/main" id="{0193D43D-9730-9644-CCB3-D2A1AF8D5DCF}"/>
                  </a:ext>
                </a:extLst>
              </p:cNvPr>
              <p:cNvPicPr/>
              <p:nvPr/>
            </p:nvPicPr>
            <p:blipFill>
              <a:blip r:embed="rId317"/>
              <a:stretch>
                <a:fillRect/>
              </a:stretch>
            </p:blipFill>
            <p:spPr>
              <a:xfrm>
                <a:off x="4578246" y="4895062"/>
                <a:ext cx="95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360" name="Ink 359">
                <a:extLst>
                  <a:ext uri="{FF2B5EF4-FFF2-40B4-BE49-F238E27FC236}">
                    <a16:creationId xmlns:a16="http://schemas.microsoft.com/office/drawing/2014/main" id="{BC98BEE2-F4A9-59BC-768A-0C71B843B89A}"/>
                  </a:ext>
                </a:extLst>
              </p14:cNvPr>
              <p14:cNvContentPartPr/>
              <p14:nvPr/>
            </p14:nvContentPartPr>
            <p14:xfrm>
              <a:off x="4718646" y="4897222"/>
              <a:ext cx="107280" cy="119160"/>
            </p14:xfrm>
          </p:contentPart>
        </mc:Choice>
        <mc:Fallback xmlns="">
          <p:pic>
            <p:nvPicPr>
              <p:cNvPr id="360" name="Ink 359">
                <a:extLst>
                  <a:ext uri="{FF2B5EF4-FFF2-40B4-BE49-F238E27FC236}">
                    <a16:creationId xmlns:a16="http://schemas.microsoft.com/office/drawing/2014/main" id="{BC98BEE2-F4A9-59BC-768A-0C71B843B89A}"/>
                  </a:ext>
                </a:extLst>
              </p:cNvPr>
              <p:cNvPicPr/>
              <p:nvPr/>
            </p:nvPicPr>
            <p:blipFill>
              <a:blip r:embed="rId319"/>
              <a:stretch>
                <a:fillRect/>
              </a:stretch>
            </p:blipFill>
            <p:spPr>
              <a:xfrm>
                <a:off x="4709646" y="4888222"/>
                <a:ext cx="1249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361" name="Ink 360">
                <a:extLst>
                  <a:ext uri="{FF2B5EF4-FFF2-40B4-BE49-F238E27FC236}">
                    <a16:creationId xmlns:a16="http://schemas.microsoft.com/office/drawing/2014/main" id="{1873CA48-4CE1-B184-3C28-FCC3383EFE05}"/>
                  </a:ext>
                </a:extLst>
              </p14:cNvPr>
              <p14:cNvContentPartPr/>
              <p14:nvPr/>
            </p14:nvContentPartPr>
            <p14:xfrm>
              <a:off x="4888566" y="4778782"/>
              <a:ext cx="116280" cy="189720"/>
            </p14:xfrm>
          </p:contentPart>
        </mc:Choice>
        <mc:Fallback xmlns="">
          <p:pic>
            <p:nvPicPr>
              <p:cNvPr id="361" name="Ink 360">
                <a:extLst>
                  <a:ext uri="{FF2B5EF4-FFF2-40B4-BE49-F238E27FC236}">
                    <a16:creationId xmlns:a16="http://schemas.microsoft.com/office/drawing/2014/main" id="{1873CA48-4CE1-B184-3C28-FCC3383EFE05}"/>
                  </a:ext>
                </a:extLst>
              </p:cNvPr>
              <p:cNvPicPr/>
              <p:nvPr/>
            </p:nvPicPr>
            <p:blipFill>
              <a:blip r:embed="rId321"/>
              <a:stretch>
                <a:fillRect/>
              </a:stretch>
            </p:blipFill>
            <p:spPr>
              <a:xfrm>
                <a:off x="4879566" y="4769782"/>
                <a:ext cx="1339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362" name="Ink 361">
                <a:extLst>
                  <a:ext uri="{FF2B5EF4-FFF2-40B4-BE49-F238E27FC236}">
                    <a16:creationId xmlns:a16="http://schemas.microsoft.com/office/drawing/2014/main" id="{ED4622D2-CD62-4815-0D18-9D519B33735A}"/>
                  </a:ext>
                </a:extLst>
              </p14:cNvPr>
              <p14:cNvContentPartPr/>
              <p14:nvPr/>
            </p14:nvContentPartPr>
            <p14:xfrm>
              <a:off x="5031126" y="4923142"/>
              <a:ext cx="72720" cy="126720"/>
            </p14:xfrm>
          </p:contentPart>
        </mc:Choice>
        <mc:Fallback xmlns="">
          <p:pic>
            <p:nvPicPr>
              <p:cNvPr id="362" name="Ink 361">
                <a:extLst>
                  <a:ext uri="{FF2B5EF4-FFF2-40B4-BE49-F238E27FC236}">
                    <a16:creationId xmlns:a16="http://schemas.microsoft.com/office/drawing/2014/main" id="{ED4622D2-CD62-4815-0D18-9D519B33735A}"/>
                  </a:ext>
                </a:extLst>
              </p:cNvPr>
              <p:cNvPicPr/>
              <p:nvPr/>
            </p:nvPicPr>
            <p:blipFill>
              <a:blip r:embed="rId323"/>
              <a:stretch>
                <a:fillRect/>
              </a:stretch>
            </p:blipFill>
            <p:spPr>
              <a:xfrm>
                <a:off x="5022486" y="4914502"/>
                <a:ext cx="903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363" name="Ink 362">
                <a:extLst>
                  <a:ext uri="{FF2B5EF4-FFF2-40B4-BE49-F238E27FC236}">
                    <a16:creationId xmlns:a16="http://schemas.microsoft.com/office/drawing/2014/main" id="{7A18C1EC-BF0E-F9D3-978A-5E34266B978F}"/>
                  </a:ext>
                </a:extLst>
              </p14:cNvPr>
              <p14:cNvContentPartPr/>
              <p14:nvPr/>
            </p14:nvContentPartPr>
            <p14:xfrm>
              <a:off x="5170446" y="4823782"/>
              <a:ext cx="120960" cy="21600"/>
            </p14:xfrm>
          </p:contentPart>
        </mc:Choice>
        <mc:Fallback xmlns="">
          <p:pic>
            <p:nvPicPr>
              <p:cNvPr id="363" name="Ink 362">
                <a:extLst>
                  <a:ext uri="{FF2B5EF4-FFF2-40B4-BE49-F238E27FC236}">
                    <a16:creationId xmlns:a16="http://schemas.microsoft.com/office/drawing/2014/main" id="{7A18C1EC-BF0E-F9D3-978A-5E34266B978F}"/>
                  </a:ext>
                </a:extLst>
              </p:cNvPr>
              <p:cNvPicPr/>
              <p:nvPr/>
            </p:nvPicPr>
            <p:blipFill>
              <a:blip r:embed="rId325"/>
              <a:stretch>
                <a:fillRect/>
              </a:stretch>
            </p:blipFill>
            <p:spPr>
              <a:xfrm>
                <a:off x="5161806" y="4814782"/>
                <a:ext cx="1386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364" name="Ink 363">
                <a:extLst>
                  <a:ext uri="{FF2B5EF4-FFF2-40B4-BE49-F238E27FC236}">
                    <a16:creationId xmlns:a16="http://schemas.microsoft.com/office/drawing/2014/main" id="{FC1FDB42-25FA-F314-4A03-2E99914E8567}"/>
                  </a:ext>
                </a:extLst>
              </p14:cNvPr>
              <p14:cNvContentPartPr/>
              <p14:nvPr/>
            </p14:nvContentPartPr>
            <p14:xfrm>
              <a:off x="5178006" y="4887862"/>
              <a:ext cx="97560" cy="6840"/>
            </p14:xfrm>
          </p:contentPart>
        </mc:Choice>
        <mc:Fallback xmlns="">
          <p:pic>
            <p:nvPicPr>
              <p:cNvPr id="364" name="Ink 363">
                <a:extLst>
                  <a:ext uri="{FF2B5EF4-FFF2-40B4-BE49-F238E27FC236}">
                    <a16:creationId xmlns:a16="http://schemas.microsoft.com/office/drawing/2014/main" id="{FC1FDB42-25FA-F314-4A03-2E99914E8567}"/>
                  </a:ext>
                </a:extLst>
              </p:cNvPr>
              <p:cNvPicPr/>
              <p:nvPr/>
            </p:nvPicPr>
            <p:blipFill>
              <a:blip r:embed="rId327"/>
              <a:stretch>
                <a:fillRect/>
              </a:stretch>
            </p:blipFill>
            <p:spPr>
              <a:xfrm>
                <a:off x="5169366" y="4878862"/>
                <a:ext cx="1152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366" name="Ink 365">
                <a:extLst>
                  <a:ext uri="{FF2B5EF4-FFF2-40B4-BE49-F238E27FC236}">
                    <a16:creationId xmlns:a16="http://schemas.microsoft.com/office/drawing/2014/main" id="{DF2C8B0E-D47C-3FC9-B5C8-8E208606511D}"/>
                  </a:ext>
                </a:extLst>
              </p14:cNvPr>
              <p14:cNvContentPartPr/>
              <p14:nvPr/>
            </p14:nvContentPartPr>
            <p14:xfrm>
              <a:off x="5418486" y="4698502"/>
              <a:ext cx="149400" cy="23040"/>
            </p14:xfrm>
          </p:contentPart>
        </mc:Choice>
        <mc:Fallback xmlns="">
          <p:pic>
            <p:nvPicPr>
              <p:cNvPr id="366" name="Ink 365">
                <a:extLst>
                  <a:ext uri="{FF2B5EF4-FFF2-40B4-BE49-F238E27FC236}">
                    <a16:creationId xmlns:a16="http://schemas.microsoft.com/office/drawing/2014/main" id="{DF2C8B0E-D47C-3FC9-B5C8-8E208606511D}"/>
                  </a:ext>
                </a:extLst>
              </p:cNvPr>
              <p:cNvPicPr/>
              <p:nvPr/>
            </p:nvPicPr>
            <p:blipFill>
              <a:blip r:embed="rId329"/>
              <a:stretch>
                <a:fillRect/>
              </a:stretch>
            </p:blipFill>
            <p:spPr>
              <a:xfrm>
                <a:off x="5409846" y="4689862"/>
                <a:ext cx="1670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367" name="Ink 366">
                <a:extLst>
                  <a:ext uri="{FF2B5EF4-FFF2-40B4-BE49-F238E27FC236}">
                    <a16:creationId xmlns:a16="http://schemas.microsoft.com/office/drawing/2014/main" id="{31E7FAFB-8805-1DB3-92A0-7D402B1BCCE8}"/>
                  </a:ext>
                </a:extLst>
              </p14:cNvPr>
              <p14:cNvContentPartPr/>
              <p14:nvPr/>
            </p14:nvContentPartPr>
            <p14:xfrm>
              <a:off x="5480406" y="4702102"/>
              <a:ext cx="17640" cy="202680"/>
            </p14:xfrm>
          </p:contentPart>
        </mc:Choice>
        <mc:Fallback xmlns="">
          <p:pic>
            <p:nvPicPr>
              <p:cNvPr id="367" name="Ink 366">
                <a:extLst>
                  <a:ext uri="{FF2B5EF4-FFF2-40B4-BE49-F238E27FC236}">
                    <a16:creationId xmlns:a16="http://schemas.microsoft.com/office/drawing/2014/main" id="{31E7FAFB-8805-1DB3-92A0-7D402B1BCCE8}"/>
                  </a:ext>
                </a:extLst>
              </p:cNvPr>
              <p:cNvPicPr/>
              <p:nvPr/>
            </p:nvPicPr>
            <p:blipFill>
              <a:blip r:embed="rId331"/>
              <a:stretch>
                <a:fillRect/>
              </a:stretch>
            </p:blipFill>
            <p:spPr>
              <a:xfrm>
                <a:off x="5471406" y="4693462"/>
                <a:ext cx="352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368" name="Ink 367">
                <a:extLst>
                  <a:ext uri="{FF2B5EF4-FFF2-40B4-BE49-F238E27FC236}">
                    <a16:creationId xmlns:a16="http://schemas.microsoft.com/office/drawing/2014/main" id="{0F2D00A1-48B8-4B1C-A1D3-1D0986954B44}"/>
                  </a:ext>
                </a:extLst>
              </p14:cNvPr>
              <p14:cNvContentPartPr/>
              <p14:nvPr/>
            </p14:nvContentPartPr>
            <p14:xfrm>
              <a:off x="5547006" y="4814422"/>
              <a:ext cx="118800" cy="108360"/>
            </p14:xfrm>
          </p:contentPart>
        </mc:Choice>
        <mc:Fallback xmlns="">
          <p:pic>
            <p:nvPicPr>
              <p:cNvPr id="368" name="Ink 367">
                <a:extLst>
                  <a:ext uri="{FF2B5EF4-FFF2-40B4-BE49-F238E27FC236}">
                    <a16:creationId xmlns:a16="http://schemas.microsoft.com/office/drawing/2014/main" id="{0F2D00A1-48B8-4B1C-A1D3-1D0986954B44}"/>
                  </a:ext>
                </a:extLst>
              </p:cNvPr>
              <p:cNvPicPr/>
              <p:nvPr/>
            </p:nvPicPr>
            <p:blipFill>
              <a:blip r:embed="rId333"/>
              <a:stretch>
                <a:fillRect/>
              </a:stretch>
            </p:blipFill>
            <p:spPr>
              <a:xfrm>
                <a:off x="5538366" y="4805782"/>
                <a:ext cx="136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369" name="Ink 368">
                <a:extLst>
                  <a:ext uri="{FF2B5EF4-FFF2-40B4-BE49-F238E27FC236}">
                    <a16:creationId xmlns:a16="http://schemas.microsoft.com/office/drawing/2014/main" id="{EF8B4CBE-D9E5-3617-CB82-11690B293520}"/>
                  </a:ext>
                </a:extLst>
              </p14:cNvPr>
              <p14:cNvContentPartPr/>
              <p14:nvPr/>
            </p14:nvContentPartPr>
            <p14:xfrm>
              <a:off x="5720886" y="4811902"/>
              <a:ext cx="75240" cy="78840"/>
            </p14:xfrm>
          </p:contentPart>
        </mc:Choice>
        <mc:Fallback xmlns="">
          <p:pic>
            <p:nvPicPr>
              <p:cNvPr id="369" name="Ink 368">
                <a:extLst>
                  <a:ext uri="{FF2B5EF4-FFF2-40B4-BE49-F238E27FC236}">
                    <a16:creationId xmlns:a16="http://schemas.microsoft.com/office/drawing/2014/main" id="{EF8B4CBE-D9E5-3617-CB82-11690B293520}"/>
                  </a:ext>
                </a:extLst>
              </p:cNvPr>
              <p:cNvPicPr/>
              <p:nvPr/>
            </p:nvPicPr>
            <p:blipFill>
              <a:blip r:embed="rId335"/>
              <a:stretch>
                <a:fillRect/>
              </a:stretch>
            </p:blipFill>
            <p:spPr>
              <a:xfrm>
                <a:off x="5711886" y="4802902"/>
                <a:ext cx="928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370" name="Ink 369">
                <a:extLst>
                  <a:ext uri="{FF2B5EF4-FFF2-40B4-BE49-F238E27FC236}">
                    <a16:creationId xmlns:a16="http://schemas.microsoft.com/office/drawing/2014/main" id="{87698EC9-34FF-502B-BF51-0E4DDB72AE8E}"/>
                  </a:ext>
                </a:extLst>
              </p14:cNvPr>
              <p14:cNvContentPartPr/>
              <p14:nvPr/>
            </p14:nvContentPartPr>
            <p14:xfrm>
              <a:off x="5721966" y="4816942"/>
              <a:ext cx="84240" cy="97920"/>
            </p14:xfrm>
          </p:contentPart>
        </mc:Choice>
        <mc:Fallback xmlns="">
          <p:pic>
            <p:nvPicPr>
              <p:cNvPr id="370" name="Ink 369">
                <a:extLst>
                  <a:ext uri="{FF2B5EF4-FFF2-40B4-BE49-F238E27FC236}">
                    <a16:creationId xmlns:a16="http://schemas.microsoft.com/office/drawing/2014/main" id="{87698EC9-34FF-502B-BF51-0E4DDB72AE8E}"/>
                  </a:ext>
                </a:extLst>
              </p:cNvPr>
              <p:cNvPicPr/>
              <p:nvPr/>
            </p:nvPicPr>
            <p:blipFill>
              <a:blip r:embed="rId337"/>
              <a:stretch>
                <a:fillRect/>
              </a:stretch>
            </p:blipFill>
            <p:spPr>
              <a:xfrm>
                <a:off x="5713326" y="4808302"/>
                <a:ext cx="1018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371" name="Ink 370">
                <a:extLst>
                  <a:ext uri="{FF2B5EF4-FFF2-40B4-BE49-F238E27FC236}">
                    <a16:creationId xmlns:a16="http://schemas.microsoft.com/office/drawing/2014/main" id="{EE147296-363C-E0A9-A3ED-E5752F0AC607}"/>
                  </a:ext>
                </a:extLst>
              </p14:cNvPr>
              <p14:cNvContentPartPr/>
              <p14:nvPr/>
            </p14:nvContentPartPr>
            <p14:xfrm>
              <a:off x="5398326" y="4990462"/>
              <a:ext cx="498240" cy="16200"/>
            </p14:xfrm>
          </p:contentPart>
        </mc:Choice>
        <mc:Fallback xmlns="">
          <p:pic>
            <p:nvPicPr>
              <p:cNvPr id="371" name="Ink 370">
                <a:extLst>
                  <a:ext uri="{FF2B5EF4-FFF2-40B4-BE49-F238E27FC236}">
                    <a16:creationId xmlns:a16="http://schemas.microsoft.com/office/drawing/2014/main" id="{EE147296-363C-E0A9-A3ED-E5752F0AC607}"/>
                  </a:ext>
                </a:extLst>
              </p:cNvPr>
              <p:cNvPicPr/>
              <p:nvPr/>
            </p:nvPicPr>
            <p:blipFill>
              <a:blip r:embed="rId339"/>
              <a:stretch>
                <a:fillRect/>
              </a:stretch>
            </p:blipFill>
            <p:spPr>
              <a:xfrm>
                <a:off x="5389686" y="4981462"/>
                <a:ext cx="515880" cy="33840"/>
              </a:xfrm>
              <a:prstGeom prst="rect">
                <a:avLst/>
              </a:prstGeom>
            </p:spPr>
          </p:pic>
        </mc:Fallback>
      </mc:AlternateContent>
      <p:grpSp>
        <p:nvGrpSpPr>
          <p:cNvPr id="377" name="Group 376">
            <a:extLst>
              <a:ext uri="{FF2B5EF4-FFF2-40B4-BE49-F238E27FC236}">
                <a16:creationId xmlns:a16="http://schemas.microsoft.com/office/drawing/2014/main" id="{A6C360FB-4078-1842-67C9-F23489EC3127}"/>
              </a:ext>
            </a:extLst>
          </p:cNvPr>
          <p:cNvGrpSpPr/>
          <p:nvPr/>
        </p:nvGrpSpPr>
        <p:grpSpPr>
          <a:xfrm>
            <a:off x="5573286" y="5088022"/>
            <a:ext cx="190800" cy="220680"/>
            <a:chOff x="4049286" y="5088022"/>
            <a:chExt cx="190800" cy="220680"/>
          </a:xfrm>
        </p:grpSpPr>
        <mc:AlternateContent xmlns:mc="http://schemas.openxmlformats.org/markup-compatibility/2006" xmlns:p14="http://schemas.microsoft.com/office/powerpoint/2010/main">
          <mc:Choice Requires="p14">
            <p:contentPart p14:bwMode="auto" r:id="rId340">
              <p14:nvContentPartPr>
                <p14:cNvPr id="372" name="Ink 371">
                  <a:extLst>
                    <a:ext uri="{FF2B5EF4-FFF2-40B4-BE49-F238E27FC236}">
                      <a16:creationId xmlns:a16="http://schemas.microsoft.com/office/drawing/2014/main" id="{EBA1315A-2233-5542-6B01-CC46B00144F6}"/>
                    </a:ext>
                  </a:extLst>
                </p14:cNvPr>
                <p14:cNvContentPartPr/>
                <p14:nvPr/>
              </p14:nvContentPartPr>
              <p14:xfrm>
                <a:off x="4049286" y="5088022"/>
                <a:ext cx="127080" cy="21240"/>
              </p14:xfrm>
            </p:contentPart>
          </mc:Choice>
          <mc:Fallback xmlns="">
            <p:pic>
              <p:nvPicPr>
                <p:cNvPr id="372" name="Ink 371">
                  <a:extLst>
                    <a:ext uri="{FF2B5EF4-FFF2-40B4-BE49-F238E27FC236}">
                      <a16:creationId xmlns:a16="http://schemas.microsoft.com/office/drawing/2014/main" id="{EBA1315A-2233-5542-6B01-CC46B00144F6}"/>
                    </a:ext>
                  </a:extLst>
                </p:cNvPr>
                <p:cNvPicPr/>
                <p:nvPr/>
              </p:nvPicPr>
              <p:blipFill>
                <a:blip r:embed="rId341"/>
                <a:stretch>
                  <a:fillRect/>
                </a:stretch>
              </p:blipFill>
              <p:spPr>
                <a:xfrm>
                  <a:off x="4040286" y="5079382"/>
                  <a:ext cx="1447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373" name="Ink 372">
                  <a:extLst>
                    <a:ext uri="{FF2B5EF4-FFF2-40B4-BE49-F238E27FC236}">
                      <a16:creationId xmlns:a16="http://schemas.microsoft.com/office/drawing/2014/main" id="{BD5BCD68-A957-3A5A-A8E3-D8E52F246381}"/>
                    </a:ext>
                  </a:extLst>
                </p14:cNvPr>
                <p14:cNvContentPartPr/>
                <p14:nvPr/>
              </p14:nvContentPartPr>
              <p14:xfrm>
                <a:off x="4076286" y="5090902"/>
                <a:ext cx="30600" cy="125280"/>
              </p14:xfrm>
            </p:contentPart>
          </mc:Choice>
          <mc:Fallback xmlns="">
            <p:pic>
              <p:nvPicPr>
                <p:cNvPr id="373" name="Ink 372">
                  <a:extLst>
                    <a:ext uri="{FF2B5EF4-FFF2-40B4-BE49-F238E27FC236}">
                      <a16:creationId xmlns:a16="http://schemas.microsoft.com/office/drawing/2014/main" id="{BD5BCD68-A957-3A5A-A8E3-D8E52F246381}"/>
                    </a:ext>
                  </a:extLst>
                </p:cNvPr>
                <p:cNvPicPr/>
                <p:nvPr/>
              </p:nvPicPr>
              <p:blipFill>
                <a:blip r:embed="rId343"/>
                <a:stretch>
                  <a:fillRect/>
                </a:stretch>
              </p:blipFill>
              <p:spPr>
                <a:xfrm>
                  <a:off x="4067646" y="5081902"/>
                  <a:ext cx="482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376" name="Ink 375">
                  <a:extLst>
                    <a:ext uri="{FF2B5EF4-FFF2-40B4-BE49-F238E27FC236}">
                      <a16:creationId xmlns:a16="http://schemas.microsoft.com/office/drawing/2014/main" id="{578535C4-F60B-CEFA-99B1-6E542EEC5643}"/>
                    </a:ext>
                  </a:extLst>
                </p14:cNvPr>
                <p14:cNvContentPartPr/>
                <p14:nvPr/>
              </p14:nvContentPartPr>
              <p14:xfrm>
                <a:off x="4159086" y="5167222"/>
                <a:ext cx="81000" cy="141480"/>
              </p14:xfrm>
            </p:contentPart>
          </mc:Choice>
          <mc:Fallback xmlns="">
            <p:pic>
              <p:nvPicPr>
                <p:cNvPr id="376" name="Ink 375">
                  <a:extLst>
                    <a:ext uri="{FF2B5EF4-FFF2-40B4-BE49-F238E27FC236}">
                      <a16:creationId xmlns:a16="http://schemas.microsoft.com/office/drawing/2014/main" id="{578535C4-F60B-CEFA-99B1-6E542EEC5643}"/>
                    </a:ext>
                  </a:extLst>
                </p:cNvPr>
                <p:cNvPicPr/>
                <p:nvPr/>
              </p:nvPicPr>
              <p:blipFill>
                <a:blip r:embed="rId345"/>
                <a:stretch>
                  <a:fillRect/>
                </a:stretch>
              </p:blipFill>
              <p:spPr>
                <a:xfrm>
                  <a:off x="4150086" y="5158222"/>
                  <a:ext cx="98640" cy="159120"/>
                </a:xfrm>
                <a:prstGeom prst="rect">
                  <a:avLst/>
                </a:prstGeom>
              </p:spPr>
            </p:pic>
          </mc:Fallback>
        </mc:AlternateContent>
      </p:grpSp>
      <p:grpSp>
        <p:nvGrpSpPr>
          <p:cNvPr id="397" name="Group 396">
            <a:extLst>
              <a:ext uri="{FF2B5EF4-FFF2-40B4-BE49-F238E27FC236}">
                <a16:creationId xmlns:a16="http://schemas.microsoft.com/office/drawing/2014/main" id="{3EC2F015-9144-A23C-C737-5FBF57BDF431}"/>
              </a:ext>
            </a:extLst>
          </p:cNvPr>
          <p:cNvGrpSpPr/>
          <p:nvPr/>
        </p:nvGrpSpPr>
        <p:grpSpPr>
          <a:xfrm>
            <a:off x="4160772" y="5501122"/>
            <a:ext cx="1992240" cy="749880"/>
            <a:chOff x="2657166" y="5520742"/>
            <a:chExt cx="1992240" cy="749880"/>
          </a:xfrm>
        </p:grpSpPr>
        <mc:AlternateContent xmlns:mc="http://schemas.openxmlformats.org/markup-compatibility/2006" xmlns:p14="http://schemas.microsoft.com/office/powerpoint/2010/main">
          <mc:Choice Requires="p14">
            <p:contentPart p14:bwMode="auto" r:id="rId346">
              <p14:nvContentPartPr>
                <p14:cNvPr id="355" name="Ink 354">
                  <a:extLst>
                    <a:ext uri="{FF2B5EF4-FFF2-40B4-BE49-F238E27FC236}">
                      <a16:creationId xmlns:a16="http://schemas.microsoft.com/office/drawing/2014/main" id="{239AFE7A-7E48-A674-B207-47B027A9562F}"/>
                    </a:ext>
                  </a:extLst>
                </p14:cNvPr>
                <p14:cNvContentPartPr/>
                <p14:nvPr/>
              </p14:nvContentPartPr>
              <p14:xfrm>
                <a:off x="2679126" y="5520742"/>
                <a:ext cx="8640" cy="136800"/>
              </p14:xfrm>
            </p:contentPart>
          </mc:Choice>
          <mc:Fallback xmlns="">
            <p:pic>
              <p:nvPicPr>
                <p:cNvPr id="355" name="Ink 354">
                  <a:extLst>
                    <a:ext uri="{FF2B5EF4-FFF2-40B4-BE49-F238E27FC236}">
                      <a16:creationId xmlns:a16="http://schemas.microsoft.com/office/drawing/2014/main" id="{239AFE7A-7E48-A674-B207-47B027A9562F}"/>
                    </a:ext>
                  </a:extLst>
                </p:cNvPr>
                <p:cNvPicPr/>
                <p:nvPr/>
              </p:nvPicPr>
              <p:blipFill>
                <a:blip r:embed="rId347"/>
                <a:stretch>
                  <a:fillRect/>
                </a:stretch>
              </p:blipFill>
              <p:spPr>
                <a:xfrm>
                  <a:off x="2670486" y="5511742"/>
                  <a:ext cx="262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356" name="Ink 355">
                  <a:extLst>
                    <a:ext uri="{FF2B5EF4-FFF2-40B4-BE49-F238E27FC236}">
                      <a16:creationId xmlns:a16="http://schemas.microsoft.com/office/drawing/2014/main" id="{AD0B9FED-F462-8B31-FD08-EA21A20DF8C4}"/>
                    </a:ext>
                  </a:extLst>
                </p14:cNvPr>
                <p14:cNvContentPartPr/>
                <p14:nvPr/>
              </p14:nvContentPartPr>
              <p14:xfrm>
                <a:off x="2665086" y="5828902"/>
                <a:ext cx="10800" cy="165960"/>
              </p14:xfrm>
            </p:contentPart>
          </mc:Choice>
          <mc:Fallback xmlns="">
            <p:pic>
              <p:nvPicPr>
                <p:cNvPr id="356" name="Ink 355">
                  <a:extLst>
                    <a:ext uri="{FF2B5EF4-FFF2-40B4-BE49-F238E27FC236}">
                      <a16:creationId xmlns:a16="http://schemas.microsoft.com/office/drawing/2014/main" id="{AD0B9FED-F462-8B31-FD08-EA21A20DF8C4}"/>
                    </a:ext>
                  </a:extLst>
                </p:cNvPr>
                <p:cNvPicPr/>
                <p:nvPr/>
              </p:nvPicPr>
              <p:blipFill>
                <a:blip r:embed="rId349"/>
                <a:stretch>
                  <a:fillRect/>
                </a:stretch>
              </p:blipFill>
              <p:spPr>
                <a:xfrm>
                  <a:off x="2656086" y="5820262"/>
                  <a:ext cx="284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357" name="Ink 356">
                  <a:extLst>
                    <a:ext uri="{FF2B5EF4-FFF2-40B4-BE49-F238E27FC236}">
                      <a16:creationId xmlns:a16="http://schemas.microsoft.com/office/drawing/2014/main" id="{1EEAEC20-0B78-7311-9608-3B3D15181B5C}"/>
                    </a:ext>
                  </a:extLst>
                </p14:cNvPr>
                <p14:cNvContentPartPr/>
                <p14:nvPr/>
              </p14:nvContentPartPr>
              <p14:xfrm>
                <a:off x="2657166" y="6168022"/>
                <a:ext cx="13320" cy="102600"/>
              </p14:xfrm>
            </p:contentPart>
          </mc:Choice>
          <mc:Fallback xmlns="">
            <p:pic>
              <p:nvPicPr>
                <p:cNvPr id="357" name="Ink 356">
                  <a:extLst>
                    <a:ext uri="{FF2B5EF4-FFF2-40B4-BE49-F238E27FC236}">
                      <a16:creationId xmlns:a16="http://schemas.microsoft.com/office/drawing/2014/main" id="{1EEAEC20-0B78-7311-9608-3B3D15181B5C}"/>
                    </a:ext>
                  </a:extLst>
                </p:cNvPr>
                <p:cNvPicPr/>
                <p:nvPr/>
              </p:nvPicPr>
              <p:blipFill>
                <a:blip r:embed="rId351"/>
                <a:stretch>
                  <a:fillRect/>
                </a:stretch>
              </p:blipFill>
              <p:spPr>
                <a:xfrm>
                  <a:off x="2648166" y="6159382"/>
                  <a:ext cx="309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378" name="Ink 377">
                  <a:extLst>
                    <a:ext uri="{FF2B5EF4-FFF2-40B4-BE49-F238E27FC236}">
                      <a16:creationId xmlns:a16="http://schemas.microsoft.com/office/drawing/2014/main" id="{79AFB8C5-E949-3F10-9AB5-7832C6FFCA5E}"/>
                    </a:ext>
                  </a:extLst>
                </p14:cNvPr>
                <p14:cNvContentPartPr/>
                <p14:nvPr/>
              </p14:nvContentPartPr>
              <p14:xfrm>
                <a:off x="2813766" y="5787142"/>
                <a:ext cx="128880" cy="15120"/>
              </p14:xfrm>
            </p:contentPart>
          </mc:Choice>
          <mc:Fallback xmlns="">
            <p:pic>
              <p:nvPicPr>
                <p:cNvPr id="378" name="Ink 377">
                  <a:extLst>
                    <a:ext uri="{FF2B5EF4-FFF2-40B4-BE49-F238E27FC236}">
                      <a16:creationId xmlns:a16="http://schemas.microsoft.com/office/drawing/2014/main" id="{79AFB8C5-E949-3F10-9AB5-7832C6FFCA5E}"/>
                    </a:ext>
                  </a:extLst>
                </p:cNvPr>
                <p:cNvPicPr/>
                <p:nvPr/>
              </p:nvPicPr>
              <p:blipFill>
                <a:blip r:embed="rId353"/>
                <a:stretch>
                  <a:fillRect/>
                </a:stretch>
              </p:blipFill>
              <p:spPr>
                <a:xfrm>
                  <a:off x="2804766" y="5778142"/>
                  <a:ext cx="1465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379" name="Ink 378">
                  <a:extLst>
                    <a:ext uri="{FF2B5EF4-FFF2-40B4-BE49-F238E27FC236}">
                      <a16:creationId xmlns:a16="http://schemas.microsoft.com/office/drawing/2014/main" id="{0137D912-5EC2-2DFF-0A4C-D64DCD15A1B5}"/>
                    </a:ext>
                  </a:extLst>
                </p14:cNvPr>
                <p14:cNvContentPartPr/>
                <p14:nvPr/>
              </p14:nvContentPartPr>
              <p14:xfrm>
                <a:off x="2858406" y="5803342"/>
                <a:ext cx="15480" cy="172440"/>
              </p14:xfrm>
            </p:contentPart>
          </mc:Choice>
          <mc:Fallback xmlns="">
            <p:pic>
              <p:nvPicPr>
                <p:cNvPr id="379" name="Ink 378">
                  <a:extLst>
                    <a:ext uri="{FF2B5EF4-FFF2-40B4-BE49-F238E27FC236}">
                      <a16:creationId xmlns:a16="http://schemas.microsoft.com/office/drawing/2014/main" id="{0137D912-5EC2-2DFF-0A4C-D64DCD15A1B5}"/>
                    </a:ext>
                  </a:extLst>
                </p:cNvPr>
                <p:cNvPicPr/>
                <p:nvPr/>
              </p:nvPicPr>
              <p:blipFill>
                <a:blip r:embed="rId355"/>
                <a:stretch>
                  <a:fillRect/>
                </a:stretch>
              </p:blipFill>
              <p:spPr>
                <a:xfrm>
                  <a:off x="2849766" y="5794342"/>
                  <a:ext cx="331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380" name="Ink 379">
                  <a:extLst>
                    <a:ext uri="{FF2B5EF4-FFF2-40B4-BE49-F238E27FC236}">
                      <a16:creationId xmlns:a16="http://schemas.microsoft.com/office/drawing/2014/main" id="{F1B2E3D7-8715-AD2E-ADBB-9F95EBFF8CD1}"/>
                    </a:ext>
                  </a:extLst>
                </p14:cNvPr>
                <p14:cNvContentPartPr/>
                <p14:nvPr/>
              </p14:nvContentPartPr>
              <p14:xfrm>
                <a:off x="2932926" y="5917102"/>
                <a:ext cx="156960" cy="122760"/>
              </p14:xfrm>
            </p:contentPart>
          </mc:Choice>
          <mc:Fallback xmlns="">
            <p:pic>
              <p:nvPicPr>
                <p:cNvPr id="380" name="Ink 379">
                  <a:extLst>
                    <a:ext uri="{FF2B5EF4-FFF2-40B4-BE49-F238E27FC236}">
                      <a16:creationId xmlns:a16="http://schemas.microsoft.com/office/drawing/2014/main" id="{F1B2E3D7-8715-AD2E-ADBB-9F95EBFF8CD1}"/>
                    </a:ext>
                  </a:extLst>
                </p:cNvPr>
                <p:cNvPicPr/>
                <p:nvPr/>
              </p:nvPicPr>
              <p:blipFill>
                <a:blip r:embed="rId357"/>
                <a:stretch>
                  <a:fillRect/>
                </a:stretch>
              </p:blipFill>
              <p:spPr>
                <a:xfrm>
                  <a:off x="2924286" y="5908102"/>
                  <a:ext cx="1746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381" name="Ink 380">
                  <a:extLst>
                    <a:ext uri="{FF2B5EF4-FFF2-40B4-BE49-F238E27FC236}">
                      <a16:creationId xmlns:a16="http://schemas.microsoft.com/office/drawing/2014/main" id="{32031E6B-13D3-C5DB-0AA5-90BA9553A6F1}"/>
                    </a:ext>
                  </a:extLst>
                </p14:cNvPr>
                <p14:cNvContentPartPr/>
                <p14:nvPr/>
              </p14:nvContentPartPr>
              <p14:xfrm>
                <a:off x="3119406" y="5959942"/>
                <a:ext cx="101520" cy="55080"/>
              </p14:xfrm>
            </p:contentPart>
          </mc:Choice>
          <mc:Fallback xmlns="">
            <p:pic>
              <p:nvPicPr>
                <p:cNvPr id="381" name="Ink 380">
                  <a:extLst>
                    <a:ext uri="{FF2B5EF4-FFF2-40B4-BE49-F238E27FC236}">
                      <a16:creationId xmlns:a16="http://schemas.microsoft.com/office/drawing/2014/main" id="{32031E6B-13D3-C5DB-0AA5-90BA9553A6F1}"/>
                    </a:ext>
                  </a:extLst>
                </p:cNvPr>
                <p:cNvPicPr/>
                <p:nvPr/>
              </p:nvPicPr>
              <p:blipFill>
                <a:blip r:embed="rId359"/>
                <a:stretch>
                  <a:fillRect/>
                </a:stretch>
              </p:blipFill>
              <p:spPr>
                <a:xfrm>
                  <a:off x="3110766" y="5950942"/>
                  <a:ext cx="11916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382" name="Ink 381">
                  <a:extLst>
                    <a:ext uri="{FF2B5EF4-FFF2-40B4-BE49-F238E27FC236}">
                      <a16:creationId xmlns:a16="http://schemas.microsoft.com/office/drawing/2014/main" id="{2E7F47B7-4913-B668-B23C-5B3F0FC5C54E}"/>
                    </a:ext>
                  </a:extLst>
                </p14:cNvPr>
                <p14:cNvContentPartPr/>
                <p14:nvPr/>
              </p14:nvContentPartPr>
              <p14:xfrm>
                <a:off x="3083766" y="5939062"/>
                <a:ext cx="112680" cy="135720"/>
              </p14:xfrm>
            </p:contentPart>
          </mc:Choice>
          <mc:Fallback xmlns="">
            <p:pic>
              <p:nvPicPr>
                <p:cNvPr id="382" name="Ink 381">
                  <a:extLst>
                    <a:ext uri="{FF2B5EF4-FFF2-40B4-BE49-F238E27FC236}">
                      <a16:creationId xmlns:a16="http://schemas.microsoft.com/office/drawing/2014/main" id="{2E7F47B7-4913-B668-B23C-5B3F0FC5C54E}"/>
                    </a:ext>
                  </a:extLst>
                </p:cNvPr>
                <p:cNvPicPr/>
                <p:nvPr/>
              </p:nvPicPr>
              <p:blipFill>
                <a:blip r:embed="rId361"/>
                <a:stretch>
                  <a:fillRect/>
                </a:stretch>
              </p:blipFill>
              <p:spPr>
                <a:xfrm>
                  <a:off x="3075126" y="5930062"/>
                  <a:ext cx="1303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383" name="Ink 382">
                  <a:extLst>
                    <a:ext uri="{FF2B5EF4-FFF2-40B4-BE49-F238E27FC236}">
                      <a16:creationId xmlns:a16="http://schemas.microsoft.com/office/drawing/2014/main" id="{B7984117-276F-7EEA-B8A0-8FFDC34B5C32}"/>
                    </a:ext>
                  </a:extLst>
                </p14:cNvPr>
                <p14:cNvContentPartPr/>
                <p14:nvPr/>
              </p14:nvContentPartPr>
              <p14:xfrm>
                <a:off x="3332886" y="5914582"/>
                <a:ext cx="104760" cy="10800"/>
              </p14:xfrm>
            </p:contentPart>
          </mc:Choice>
          <mc:Fallback xmlns="">
            <p:pic>
              <p:nvPicPr>
                <p:cNvPr id="383" name="Ink 382">
                  <a:extLst>
                    <a:ext uri="{FF2B5EF4-FFF2-40B4-BE49-F238E27FC236}">
                      <a16:creationId xmlns:a16="http://schemas.microsoft.com/office/drawing/2014/main" id="{B7984117-276F-7EEA-B8A0-8FFDC34B5C32}"/>
                    </a:ext>
                  </a:extLst>
                </p:cNvPr>
                <p:cNvPicPr/>
                <p:nvPr/>
              </p:nvPicPr>
              <p:blipFill>
                <a:blip r:embed="rId363"/>
                <a:stretch>
                  <a:fillRect/>
                </a:stretch>
              </p:blipFill>
              <p:spPr>
                <a:xfrm>
                  <a:off x="3323886" y="5905942"/>
                  <a:ext cx="1224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384" name="Ink 383">
                  <a:extLst>
                    <a:ext uri="{FF2B5EF4-FFF2-40B4-BE49-F238E27FC236}">
                      <a16:creationId xmlns:a16="http://schemas.microsoft.com/office/drawing/2014/main" id="{8637349E-821E-A263-AF02-0C175F5AA1D6}"/>
                    </a:ext>
                  </a:extLst>
                </p14:cNvPr>
                <p14:cNvContentPartPr/>
                <p14:nvPr/>
              </p14:nvContentPartPr>
              <p14:xfrm>
                <a:off x="3321726" y="5994502"/>
                <a:ext cx="122400" cy="7560"/>
              </p14:xfrm>
            </p:contentPart>
          </mc:Choice>
          <mc:Fallback xmlns="">
            <p:pic>
              <p:nvPicPr>
                <p:cNvPr id="384" name="Ink 383">
                  <a:extLst>
                    <a:ext uri="{FF2B5EF4-FFF2-40B4-BE49-F238E27FC236}">
                      <a16:creationId xmlns:a16="http://schemas.microsoft.com/office/drawing/2014/main" id="{8637349E-821E-A263-AF02-0C175F5AA1D6}"/>
                    </a:ext>
                  </a:extLst>
                </p:cNvPr>
                <p:cNvPicPr/>
                <p:nvPr/>
              </p:nvPicPr>
              <p:blipFill>
                <a:blip r:embed="rId365"/>
                <a:stretch>
                  <a:fillRect/>
                </a:stretch>
              </p:blipFill>
              <p:spPr>
                <a:xfrm>
                  <a:off x="3312726" y="5985862"/>
                  <a:ext cx="1400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385" name="Ink 384">
                  <a:extLst>
                    <a:ext uri="{FF2B5EF4-FFF2-40B4-BE49-F238E27FC236}">
                      <a16:creationId xmlns:a16="http://schemas.microsoft.com/office/drawing/2014/main" id="{D5B04798-CCAE-A548-8604-D21A17F2AFB7}"/>
                    </a:ext>
                  </a:extLst>
                </p14:cNvPr>
                <p14:cNvContentPartPr/>
                <p14:nvPr/>
              </p14:nvContentPartPr>
              <p14:xfrm>
                <a:off x="3567966" y="5808742"/>
                <a:ext cx="154080" cy="12600"/>
              </p14:xfrm>
            </p:contentPart>
          </mc:Choice>
          <mc:Fallback xmlns="">
            <p:pic>
              <p:nvPicPr>
                <p:cNvPr id="385" name="Ink 384">
                  <a:extLst>
                    <a:ext uri="{FF2B5EF4-FFF2-40B4-BE49-F238E27FC236}">
                      <a16:creationId xmlns:a16="http://schemas.microsoft.com/office/drawing/2014/main" id="{D5B04798-CCAE-A548-8604-D21A17F2AFB7}"/>
                    </a:ext>
                  </a:extLst>
                </p:cNvPr>
                <p:cNvPicPr/>
                <p:nvPr/>
              </p:nvPicPr>
              <p:blipFill>
                <a:blip r:embed="rId367"/>
                <a:stretch>
                  <a:fillRect/>
                </a:stretch>
              </p:blipFill>
              <p:spPr>
                <a:xfrm>
                  <a:off x="3559326" y="5799742"/>
                  <a:ext cx="1717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386" name="Ink 385">
                  <a:extLst>
                    <a:ext uri="{FF2B5EF4-FFF2-40B4-BE49-F238E27FC236}">
                      <a16:creationId xmlns:a16="http://schemas.microsoft.com/office/drawing/2014/main" id="{603F937B-741B-7845-CD05-5411BDCB359F}"/>
                    </a:ext>
                  </a:extLst>
                </p14:cNvPr>
                <p14:cNvContentPartPr/>
                <p14:nvPr/>
              </p14:nvContentPartPr>
              <p14:xfrm>
                <a:off x="3616566" y="5820622"/>
                <a:ext cx="16560" cy="187560"/>
              </p14:xfrm>
            </p:contentPart>
          </mc:Choice>
          <mc:Fallback xmlns="">
            <p:pic>
              <p:nvPicPr>
                <p:cNvPr id="386" name="Ink 385">
                  <a:extLst>
                    <a:ext uri="{FF2B5EF4-FFF2-40B4-BE49-F238E27FC236}">
                      <a16:creationId xmlns:a16="http://schemas.microsoft.com/office/drawing/2014/main" id="{603F937B-741B-7845-CD05-5411BDCB359F}"/>
                    </a:ext>
                  </a:extLst>
                </p:cNvPr>
                <p:cNvPicPr/>
                <p:nvPr/>
              </p:nvPicPr>
              <p:blipFill>
                <a:blip r:embed="rId369"/>
                <a:stretch>
                  <a:fillRect/>
                </a:stretch>
              </p:blipFill>
              <p:spPr>
                <a:xfrm>
                  <a:off x="3607926" y="5811622"/>
                  <a:ext cx="342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388" name="Ink 387">
                  <a:extLst>
                    <a:ext uri="{FF2B5EF4-FFF2-40B4-BE49-F238E27FC236}">
                      <a16:creationId xmlns:a16="http://schemas.microsoft.com/office/drawing/2014/main" id="{34DEB1F4-D9F8-4D58-EE95-A17F1CD5ECAC}"/>
                    </a:ext>
                  </a:extLst>
                </p14:cNvPr>
                <p14:cNvContentPartPr/>
                <p14:nvPr/>
              </p14:nvContentPartPr>
              <p14:xfrm>
                <a:off x="3672726" y="5936902"/>
                <a:ext cx="108360" cy="96480"/>
              </p14:xfrm>
            </p:contentPart>
          </mc:Choice>
          <mc:Fallback xmlns="">
            <p:pic>
              <p:nvPicPr>
                <p:cNvPr id="388" name="Ink 387">
                  <a:extLst>
                    <a:ext uri="{FF2B5EF4-FFF2-40B4-BE49-F238E27FC236}">
                      <a16:creationId xmlns:a16="http://schemas.microsoft.com/office/drawing/2014/main" id="{34DEB1F4-D9F8-4D58-EE95-A17F1CD5ECAC}"/>
                    </a:ext>
                  </a:extLst>
                </p:cNvPr>
                <p:cNvPicPr/>
                <p:nvPr/>
              </p:nvPicPr>
              <p:blipFill>
                <a:blip r:embed="rId371"/>
                <a:stretch>
                  <a:fillRect/>
                </a:stretch>
              </p:blipFill>
              <p:spPr>
                <a:xfrm>
                  <a:off x="3663726" y="5928262"/>
                  <a:ext cx="1260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389" name="Ink 388">
                  <a:extLst>
                    <a:ext uri="{FF2B5EF4-FFF2-40B4-BE49-F238E27FC236}">
                      <a16:creationId xmlns:a16="http://schemas.microsoft.com/office/drawing/2014/main" id="{64D7F890-F641-53CD-C7FA-41816F11F3C4}"/>
                    </a:ext>
                  </a:extLst>
                </p14:cNvPr>
                <p14:cNvContentPartPr/>
                <p14:nvPr/>
              </p14:nvContentPartPr>
              <p14:xfrm>
                <a:off x="3856686" y="5801902"/>
                <a:ext cx="95040" cy="165240"/>
              </p14:xfrm>
            </p:contentPart>
          </mc:Choice>
          <mc:Fallback xmlns="">
            <p:pic>
              <p:nvPicPr>
                <p:cNvPr id="389" name="Ink 388">
                  <a:extLst>
                    <a:ext uri="{FF2B5EF4-FFF2-40B4-BE49-F238E27FC236}">
                      <a16:creationId xmlns:a16="http://schemas.microsoft.com/office/drawing/2014/main" id="{64D7F890-F641-53CD-C7FA-41816F11F3C4}"/>
                    </a:ext>
                  </a:extLst>
                </p:cNvPr>
                <p:cNvPicPr/>
                <p:nvPr/>
              </p:nvPicPr>
              <p:blipFill>
                <a:blip r:embed="rId373"/>
                <a:stretch>
                  <a:fillRect/>
                </a:stretch>
              </p:blipFill>
              <p:spPr>
                <a:xfrm>
                  <a:off x="3847686" y="5793262"/>
                  <a:ext cx="1126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390" name="Ink 389">
                  <a:extLst>
                    <a:ext uri="{FF2B5EF4-FFF2-40B4-BE49-F238E27FC236}">
                      <a16:creationId xmlns:a16="http://schemas.microsoft.com/office/drawing/2014/main" id="{13E76E30-4CD7-62B1-E0FC-A3BD93280371}"/>
                    </a:ext>
                  </a:extLst>
                </p14:cNvPr>
                <p14:cNvContentPartPr/>
                <p14:nvPr/>
              </p14:nvContentPartPr>
              <p14:xfrm>
                <a:off x="3998166" y="5845102"/>
                <a:ext cx="109080" cy="123840"/>
              </p14:xfrm>
            </p:contentPart>
          </mc:Choice>
          <mc:Fallback xmlns="">
            <p:pic>
              <p:nvPicPr>
                <p:cNvPr id="390" name="Ink 389">
                  <a:extLst>
                    <a:ext uri="{FF2B5EF4-FFF2-40B4-BE49-F238E27FC236}">
                      <a16:creationId xmlns:a16="http://schemas.microsoft.com/office/drawing/2014/main" id="{13E76E30-4CD7-62B1-E0FC-A3BD93280371}"/>
                    </a:ext>
                  </a:extLst>
                </p:cNvPr>
                <p:cNvPicPr/>
                <p:nvPr/>
              </p:nvPicPr>
              <p:blipFill>
                <a:blip r:embed="rId375"/>
                <a:stretch>
                  <a:fillRect/>
                </a:stretch>
              </p:blipFill>
              <p:spPr>
                <a:xfrm>
                  <a:off x="3989166" y="5836102"/>
                  <a:ext cx="1267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391" name="Ink 390">
                  <a:extLst>
                    <a:ext uri="{FF2B5EF4-FFF2-40B4-BE49-F238E27FC236}">
                      <a16:creationId xmlns:a16="http://schemas.microsoft.com/office/drawing/2014/main" id="{7C6DD147-9D81-3C20-C98B-471C0C8AB6C5}"/>
                    </a:ext>
                  </a:extLst>
                </p14:cNvPr>
                <p14:cNvContentPartPr/>
                <p14:nvPr/>
              </p14:nvContentPartPr>
              <p14:xfrm>
                <a:off x="4143966" y="5823142"/>
                <a:ext cx="86400" cy="147960"/>
              </p14:xfrm>
            </p:contentPart>
          </mc:Choice>
          <mc:Fallback xmlns="">
            <p:pic>
              <p:nvPicPr>
                <p:cNvPr id="391" name="Ink 390">
                  <a:extLst>
                    <a:ext uri="{FF2B5EF4-FFF2-40B4-BE49-F238E27FC236}">
                      <a16:creationId xmlns:a16="http://schemas.microsoft.com/office/drawing/2014/main" id="{7C6DD147-9D81-3C20-C98B-471C0C8AB6C5}"/>
                    </a:ext>
                  </a:extLst>
                </p:cNvPr>
                <p:cNvPicPr/>
                <p:nvPr/>
              </p:nvPicPr>
              <p:blipFill>
                <a:blip r:embed="rId377"/>
                <a:stretch>
                  <a:fillRect/>
                </a:stretch>
              </p:blipFill>
              <p:spPr>
                <a:xfrm>
                  <a:off x="4134966" y="5814142"/>
                  <a:ext cx="1040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392" name="Ink 391">
                  <a:extLst>
                    <a:ext uri="{FF2B5EF4-FFF2-40B4-BE49-F238E27FC236}">
                      <a16:creationId xmlns:a16="http://schemas.microsoft.com/office/drawing/2014/main" id="{DB7BA775-0EDD-490F-EE7D-644DA28E50B3}"/>
                    </a:ext>
                  </a:extLst>
                </p14:cNvPr>
                <p14:cNvContentPartPr/>
                <p14:nvPr/>
              </p14:nvContentPartPr>
              <p14:xfrm>
                <a:off x="4272846" y="5758342"/>
                <a:ext cx="159840" cy="176760"/>
              </p14:xfrm>
            </p:contentPart>
          </mc:Choice>
          <mc:Fallback xmlns="">
            <p:pic>
              <p:nvPicPr>
                <p:cNvPr id="392" name="Ink 391">
                  <a:extLst>
                    <a:ext uri="{FF2B5EF4-FFF2-40B4-BE49-F238E27FC236}">
                      <a16:creationId xmlns:a16="http://schemas.microsoft.com/office/drawing/2014/main" id="{DB7BA775-0EDD-490F-EE7D-644DA28E50B3}"/>
                    </a:ext>
                  </a:extLst>
                </p:cNvPr>
                <p:cNvPicPr/>
                <p:nvPr/>
              </p:nvPicPr>
              <p:blipFill>
                <a:blip r:embed="rId379"/>
                <a:stretch>
                  <a:fillRect/>
                </a:stretch>
              </p:blipFill>
              <p:spPr>
                <a:xfrm>
                  <a:off x="4263846" y="5749702"/>
                  <a:ext cx="17748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393" name="Ink 392">
                  <a:extLst>
                    <a:ext uri="{FF2B5EF4-FFF2-40B4-BE49-F238E27FC236}">
                      <a16:creationId xmlns:a16="http://schemas.microsoft.com/office/drawing/2014/main" id="{D32EFDE2-53C3-5B20-7F44-4F314622E706}"/>
                    </a:ext>
                  </a:extLst>
                </p14:cNvPr>
                <p14:cNvContentPartPr/>
                <p14:nvPr/>
              </p14:nvContentPartPr>
              <p14:xfrm>
                <a:off x="4468326" y="5870662"/>
                <a:ext cx="123840" cy="124920"/>
              </p14:xfrm>
            </p:contentPart>
          </mc:Choice>
          <mc:Fallback xmlns="">
            <p:pic>
              <p:nvPicPr>
                <p:cNvPr id="393" name="Ink 392">
                  <a:extLst>
                    <a:ext uri="{FF2B5EF4-FFF2-40B4-BE49-F238E27FC236}">
                      <a16:creationId xmlns:a16="http://schemas.microsoft.com/office/drawing/2014/main" id="{D32EFDE2-53C3-5B20-7F44-4F314622E706}"/>
                    </a:ext>
                  </a:extLst>
                </p:cNvPr>
                <p:cNvPicPr/>
                <p:nvPr/>
              </p:nvPicPr>
              <p:blipFill>
                <a:blip r:embed="rId381"/>
                <a:stretch>
                  <a:fillRect/>
                </a:stretch>
              </p:blipFill>
              <p:spPr>
                <a:xfrm>
                  <a:off x="4459686" y="5861662"/>
                  <a:ext cx="1414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394" name="Ink 393">
                  <a:extLst>
                    <a:ext uri="{FF2B5EF4-FFF2-40B4-BE49-F238E27FC236}">
                      <a16:creationId xmlns:a16="http://schemas.microsoft.com/office/drawing/2014/main" id="{24F1FFF1-29A7-8711-7CCE-567ECD80F38E}"/>
                    </a:ext>
                  </a:extLst>
                </p14:cNvPr>
                <p14:cNvContentPartPr/>
                <p14:nvPr/>
              </p14:nvContentPartPr>
              <p14:xfrm>
                <a:off x="2762286" y="5746102"/>
                <a:ext cx="1785600" cy="427680"/>
              </p14:xfrm>
            </p:contentPart>
          </mc:Choice>
          <mc:Fallback xmlns="">
            <p:pic>
              <p:nvPicPr>
                <p:cNvPr id="394" name="Ink 393">
                  <a:extLst>
                    <a:ext uri="{FF2B5EF4-FFF2-40B4-BE49-F238E27FC236}">
                      <a16:creationId xmlns:a16="http://schemas.microsoft.com/office/drawing/2014/main" id="{24F1FFF1-29A7-8711-7CCE-567ECD80F38E}"/>
                    </a:ext>
                  </a:extLst>
                </p:cNvPr>
                <p:cNvPicPr/>
                <p:nvPr/>
              </p:nvPicPr>
              <p:blipFill>
                <a:blip r:embed="rId383"/>
                <a:stretch>
                  <a:fillRect/>
                </a:stretch>
              </p:blipFill>
              <p:spPr>
                <a:xfrm>
                  <a:off x="2753646" y="5737462"/>
                  <a:ext cx="1803240" cy="44532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395" name="Ink 394">
                  <a:extLst>
                    <a:ext uri="{FF2B5EF4-FFF2-40B4-BE49-F238E27FC236}">
                      <a16:creationId xmlns:a16="http://schemas.microsoft.com/office/drawing/2014/main" id="{37AC3ED7-F0C9-E18B-E427-DA00CF2B1E07}"/>
                    </a:ext>
                  </a:extLst>
                </p14:cNvPr>
                <p14:cNvContentPartPr/>
                <p14:nvPr/>
              </p14:nvContentPartPr>
              <p14:xfrm>
                <a:off x="4495326" y="5651782"/>
                <a:ext cx="154080" cy="513000"/>
              </p14:xfrm>
            </p:contentPart>
          </mc:Choice>
          <mc:Fallback xmlns="">
            <p:pic>
              <p:nvPicPr>
                <p:cNvPr id="395" name="Ink 394">
                  <a:extLst>
                    <a:ext uri="{FF2B5EF4-FFF2-40B4-BE49-F238E27FC236}">
                      <a16:creationId xmlns:a16="http://schemas.microsoft.com/office/drawing/2014/main" id="{37AC3ED7-F0C9-E18B-E427-DA00CF2B1E07}"/>
                    </a:ext>
                  </a:extLst>
                </p:cNvPr>
                <p:cNvPicPr/>
                <p:nvPr/>
              </p:nvPicPr>
              <p:blipFill>
                <a:blip r:embed="rId385"/>
                <a:stretch>
                  <a:fillRect/>
                </a:stretch>
              </p:blipFill>
              <p:spPr>
                <a:xfrm>
                  <a:off x="4486686" y="5642782"/>
                  <a:ext cx="171720" cy="53064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396" name="Ink 395">
                  <a:extLst>
                    <a:ext uri="{FF2B5EF4-FFF2-40B4-BE49-F238E27FC236}">
                      <a16:creationId xmlns:a16="http://schemas.microsoft.com/office/drawing/2014/main" id="{BCB63ECD-3176-866E-1BC3-0EAE6A817AD5}"/>
                    </a:ext>
                  </a:extLst>
                </p14:cNvPr>
                <p14:cNvContentPartPr/>
                <p14:nvPr/>
              </p14:nvContentPartPr>
              <p14:xfrm>
                <a:off x="2733126" y="5727742"/>
                <a:ext cx="1902600" cy="21600"/>
              </p14:xfrm>
            </p:contentPart>
          </mc:Choice>
          <mc:Fallback xmlns="">
            <p:pic>
              <p:nvPicPr>
                <p:cNvPr id="396" name="Ink 395">
                  <a:extLst>
                    <a:ext uri="{FF2B5EF4-FFF2-40B4-BE49-F238E27FC236}">
                      <a16:creationId xmlns:a16="http://schemas.microsoft.com/office/drawing/2014/main" id="{BCB63ECD-3176-866E-1BC3-0EAE6A817AD5}"/>
                    </a:ext>
                  </a:extLst>
                </p:cNvPr>
                <p:cNvPicPr/>
                <p:nvPr/>
              </p:nvPicPr>
              <p:blipFill>
                <a:blip r:embed="rId387"/>
                <a:stretch>
                  <a:fillRect/>
                </a:stretch>
              </p:blipFill>
              <p:spPr>
                <a:xfrm>
                  <a:off x="2724486" y="5719102"/>
                  <a:ext cx="1920240" cy="39240"/>
                </a:xfrm>
                <a:prstGeom prst="rect">
                  <a:avLst/>
                </a:prstGeom>
              </p:spPr>
            </p:pic>
          </mc:Fallback>
        </mc:AlternateContent>
      </p:grpSp>
      <p:grpSp>
        <p:nvGrpSpPr>
          <p:cNvPr id="403" name="Group 402">
            <a:extLst>
              <a:ext uri="{FF2B5EF4-FFF2-40B4-BE49-F238E27FC236}">
                <a16:creationId xmlns:a16="http://schemas.microsoft.com/office/drawing/2014/main" id="{1A573EA6-F656-3D6C-AF65-48A1920AA579}"/>
              </a:ext>
            </a:extLst>
          </p:cNvPr>
          <p:cNvGrpSpPr/>
          <p:nvPr/>
        </p:nvGrpSpPr>
        <p:grpSpPr>
          <a:xfrm>
            <a:off x="3822606" y="1218742"/>
            <a:ext cx="3735720" cy="1212120"/>
            <a:chOff x="2298606" y="1218742"/>
            <a:chExt cx="3735720" cy="1212120"/>
          </a:xfrm>
        </p:grpSpPr>
        <mc:AlternateContent xmlns:mc="http://schemas.openxmlformats.org/markup-compatibility/2006" xmlns:p14="http://schemas.microsoft.com/office/powerpoint/2010/main">
          <mc:Choice Requires="p14">
            <p:contentPart p14:bwMode="auto" r:id="rId388">
              <p14:nvContentPartPr>
                <p14:cNvPr id="161" name="Ink 160">
                  <a:extLst>
                    <a:ext uri="{FF2B5EF4-FFF2-40B4-BE49-F238E27FC236}">
                      <a16:creationId xmlns:a16="http://schemas.microsoft.com/office/drawing/2014/main" id="{D3939992-ECC8-B0BF-2BBD-8E6152B43F4A}"/>
                    </a:ext>
                  </a:extLst>
                </p14:cNvPr>
                <p14:cNvContentPartPr/>
                <p14:nvPr/>
              </p14:nvContentPartPr>
              <p14:xfrm>
                <a:off x="4287606" y="1291462"/>
                <a:ext cx="115920" cy="163440"/>
              </p14:xfrm>
            </p:contentPart>
          </mc:Choice>
          <mc:Fallback xmlns="">
            <p:pic>
              <p:nvPicPr>
                <p:cNvPr id="161" name="Ink 160">
                  <a:extLst>
                    <a:ext uri="{FF2B5EF4-FFF2-40B4-BE49-F238E27FC236}">
                      <a16:creationId xmlns:a16="http://schemas.microsoft.com/office/drawing/2014/main" id="{D3939992-ECC8-B0BF-2BBD-8E6152B43F4A}"/>
                    </a:ext>
                  </a:extLst>
                </p:cNvPr>
                <p:cNvPicPr/>
                <p:nvPr/>
              </p:nvPicPr>
              <p:blipFill>
                <a:blip r:embed="rId389"/>
                <a:stretch>
                  <a:fillRect/>
                </a:stretch>
              </p:blipFill>
              <p:spPr>
                <a:xfrm>
                  <a:off x="4278606" y="1282822"/>
                  <a:ext cx="1335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162" name="Ink 161">
                  <a:extLst>
                    <a:ext uri="{FF2B5EF4-FFF2-40B4-BE49-F238E27FC236}">
                      <a16:creationId xmlns:a16="http://schemas.microsoft.com/office/drawing/2014/main" id="{F854380B-6789-7D97-08FF-B3EF2917543A}"/>
                    </a:ext>
                  </a:extLst>
                </p14:cNvPr>
                <p14:cNvContentPartPr/>
                <p14:nvPr/>
              </p14:nvContentPartPr>
              <p14:xfrm>
                <a:off x="4442046" y="1364542"/>
                <a:ext cx="94680" cy="97200"/>
              </p14:xfrm>
            </p:contentPart>
          </mc:Choice>
          <mc:Fallback xmlns="">
            <p:pic>
              <p:nvPicPr>
                <p:cNvPr id="162" name="Ink 161">
                  <a:extLst>
                    <a:ext uri="{FF2B5EF4-FFF2-40B4-BE49-F238E27FC236}">
                      <a16:creationId xmlns:a16="http://schemas.microsoft.com/office/drawing/2014/main" id="{F854380B-6789-7D97-08FF-B3EF2917543A}"/>
                    </a:ext>
                  </a:extLst>
                </p:cNvPr>
                <p:cNvPicPr/>
                <p:nvPr/>
              </p:nvPicPr>
              <p:blipFill>
                <a:blip r:embed="rId391"/>
                <a:stretch>
                  <a:fillRect/>
                </a:stretch>
              </p:blipFill>
              <p:spPr>
                <a:xfrm>
                  <a:off x="4433046" y="1355542"/>
                  <a:ext cx="1123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163" name="Ink 162">
                  <a:extLst>
                    <a:ext uri="{FF2B5EF4-FFF2-40B4-BE49-F238E27FC236}">
                      <a16:creationId xmlns:a16="http://schemas.microsoft.com/office/drawing/2014/main" id="{2524539B-A495-4479-C808-6EDCC0A6ADAF}"/>
                    </a:ext>
                  </a:extLst>
                </p14:cNvPr>
                <p14:cNvContentPartPr/>
                <p14:nvPr/>
              </p14:nvContentPartPr>
              <p14:xfrm>
                <a:off x="4575606" y="1358062"/>
                <a:ext cx="82080" cy="103320"/>
              </p14:xfrm>
            </p:contentPart>
          </mc:Choice>
          <mc:Fallback xmlns="">
            <p:pic>
              <p:nvPicPr>
                <p:cNvPr id="163" name="Ink 162">
                  <a:extLst>
                    <a:ext uri="{FF2B5EF4-FFF2-40B4-BE49-F238E27FC236}">
                      <a16:creationId xmlns:a16="http://schemas.microsoft.com/office/drawing/2014/main" id="{2524539B-A495-4479-C808-6EDCC0A6ADAF}"/>
                    </a:ext>
                  </a:extLst>
                </p:cNvPr>
                <p:cNvPicPr/>
                <p:nvPr/>
              </p:nvPicPr>
              <p:blipFill>
                <a:blip r:embed="rId393"/>
                <a:stretch>
                  <a:fillRect/>
                </a:stretch>
              </p:blipFill>
              <p:spPr>
                <a:xfrm>
                  <a:off x="4566606" y="1349062"/>
                  <a:ext cx="997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164" name="Ink 163">
                  <a:extLst>
                    <a:ext uri="{FF2B5EF4-FFF2-40B4-BE49-F238E27FC236}">
                      <a16:creationId xmlns:a16="http://schemas.microsoft.com/office/drawing/2014/main" id="{9FD6BEA7-36CA-BCC8-7CA5-DBE79CDD9C06}"/>
                    </a:ext>
                  </a:extLst>
                </p14:cNvPr>
                <p14:cNvContentPartPr/>
                <p14:nvPr/>
              </p14:nvContentPartPr>
              <p14:xfrm>
                <a:off x="4686126" y="1283542"/>
                <a:ext cx="149040" cy="177120"/>
              </p14:xfrm>
            </p:contentPart>
          </mc:Choice>
          <mc:Fallback xmlns="">
            <p:pic>
              <p:nvPicPr>
                <p:cNvPr id="164" name="Ink 163">
                  <a:extLst>
                    <a:ext uri="{FF2B5EF4-FFF2-40B4-BE49-F238E27FC236}">
                      <a16:creationId xmlns:a16="http://schemas.microsoft.com/office/drawing/2014/main" id="{9FD6BEA7-36CA-BCC8-7CA5-DBE79CDD9C06}"/>
                    </a:ext>
                  </a:extLst>
                </p:cNvPr>
                <p:cNvPicPr/>
                <p:nvPr/>
              </p:nvPicPr>
              <p:blipFill>
                <a:blip r:embed="rId395"/>
                <a:stretch>
                  <a:fillRect/>
                </a:stretch>
              </p:blipFill>
              <p:spPr>
                <a:xfrm>
                  <a:off x="4677486" y="1274902"/>
                  <a:ext cx="1666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165" name="Ink 164">
                  <a:extLst>
                    <a:ext uri="{FF2B5EF4-FFF2-40B4-BE49-F238E27FC236}">
                      <a16:creationId xmlns:a16="http://schemas.microsoft.com/office/drawing/2014/main" id="{18D253BB-B8EA-1CCE-A3FD-FFF24DC34841}"/>
                    </a:ext>
                  </a:extLst>
                </p14:cNvPr>
                <p14:cNvContentPartPr/>
                <p14:nvPr/>
              </p14:nvContentPartPr>
              <p14:xfrm>
                <a:off x="4887366" y="1368862"/>
                <a:ext cx="55440" cy="2880"/>
              </p14:xfrm>
            </p:contentPart>
          </mc:Choice>
          <mc:Fallback xmlns="">
            <p:pic>
              <p:nvPicPr>
                <p:cNvPr id="165" name="Ink 164">
                  <a:extLst>
                    <a:ext uri="{FF2B5EF4-FFF2-40B4-BE49-F238E27FC236}">
                      <a16:creationId xmlns:a16="http://schemas.microsoft.com/office/drawing/2014/main" id="{18D253BB-B8EA-1CCE-A3FD-FFF24DC34841}"/>
                    </a:ext>
                  </a:extLst>
                </p:cNvPr>
                <p:cNvPicPr/>
                <p:nvPr/>
              </p:nvPicPr>
              <p:blipFill>
                <a:blip r:embed="rId397"/>
                <a:stretch>
                  <a:fillRect/>
                </a:stretch>
              </p:blipFill>
              <p:spPr>
                <a:xfrm>
                  <a:off x="4878726" y="1360222"/>
                  <a:ext cx="730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166" name="Ink 165">
                  <a:extLst>
                    <a:ext uri="{FF2B5EF4-FFF2-40B4-BE49-F238E27FC236}">
                      <a16:creationId xmlns:a16="http://schemas.microsoft.com/office/drawing/2014/main" id="{7717501B-51CD-E952-5362-4EED9E0F3105}"/>
                    </a:ext>
                  </a:extLst>
                </p14:cNvPr>
                <p14:cNvContentPartPr/>
                <p14:nvPr/>
              </p14:nvContentPartPr>
              <p14:xfrm>
                <a:off x="4878006" y="1399822"/>
                <a:ext cx="91440" cy="8640"/>
              </p14:xfrm>
            </p:contentPart>
          </mc:Choice>
          <mc:Fallback xmlns="">
            <p:pic>
              <p:nvPicPr>
                <p:cNvPr id="166" name="Ink 165">
                  <a:extLst>
                    <a:ext uri="{FF2B5EF4-FFF2-40B4-BE49-F238E27FC236}">
                      <a16:creationId xmlns:a16="http://schemas.microsoft.com/office/drawing/2014/main" id="{7717501B-51CD-E952-5362-4EED9E0F3105}"/>
                    </a:ext>
                  </a:extLst>
                </p:cNvPr>
                <p:cNvPicPr/>
                <p:nvPr/>
              </p:nvPicPr>
              <p:blipFill>
                <a:blip r:embed="rId399"/>
                <a:stretch>
                  <a:fillRect/>
                </a:stretch>
              </p:blipFill>
              <p:spPr>
                <a:xfrm>
                  <a:off x="4869366" y="1391182"/>
                  <a:ext cx="1090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167" name="Ink 166">
                  <a:extLst>
                    <a:ext uri="{FF2B5EF4-FFF2-40B4-BE49-F238E27FC236}">
                      <a16:creationId xmlns:a16="http://schemas.microsoft.com/office/drawing/2014/main" id="{F89062CB-EC6A-5FE2-3428-B0440B0275BD}"/>
                    </a:ext>
                  </a:extLst>
                </p14:cNvPr>
                <p14:cNvContentPartPr/>
                <p14:nvPr/>
              </p14:nvContentPartPr>
              <p14:xfrm>
                <a:off x="5094006" y="1305502"/>
                <a:ext cx="86760" cy="19800"/>
              </p14:xfrm>
            </p:contentPart>
          </mc:Choice>
          <mc:Fallback xmlns="">
            <p:pic>
              <p:nvPicPr>
                <p:cNvPr id="167" name="Ink 166">
                  <a:extLst>
                    <a:ext uri="{FF2B5EF4-FFF2-40B4-BE49-F238E27FC236}">
                      <a16:creationId xmlns:a16="http://schemas.microsoft.com/office/drawing/2014/main" id="{F89062CB-EC6A-5FE2-3428-B0440B0275BD}"/>
                    </a:ext>
                  </a:extLst>
                </p:cNvPr>
                <p:cNvPicPr/>
                <p:nvPr/>
              </p:nvPicPr>
              <p:blipFill>
                <a:blip r:embed="rId401"/>
                <a:stretch>
                  <a:fillRect/>
                </a:stretch>
              </p:blipFill>
              <p:spPr>
                <a:xfrm>
                  <a:off x="5085366" y="1296502"/>
                  <a:ext cx="1044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168" name="Ink 167">
                  <a:extLst>
                    <a:ext uri="{FF2B5EF4-FFF2-40B4-BE49-F238E27FC236}">
                      <a16:creationId xmlns:a16="http://schemas.microsoft.com/office/drawing/2014/main" id="{1E3200C8-77CE-88B0-F1E1-B37952400E76}"/>
                    </a:ext>
                  </a:extLst>
                </p14:cNvPr>
                <p14:cNvContentPartPr/>
                <p14:nvPr/>
              </p14:nvContentPartPr>
              <p14:xfrm>
                <a:off x="5116326" y="1316662"/>
                <a:ext cx="18000" cy="118440"/>
              </p14:xfrm>
            </p:contentPart>
          </mc:Choice>
          <mc:Fallback xmlns="">
            <p:pic>
              <p:nvPicPr>
                <p:cNvPr id="168" name="Ink 167">
                  <a:extLst>
                    <a:ext uri="{FF2B5EF4-FFF2-40B4-BE49-F238E27FC236}">
                      <a16:creationId xmlns:a16="http://schemas.microsoft.com/office/drawing/2014/main" id="{1E3200C8-77CE-88B0-F1E1-B37952400E76}"/>
                    </a:ext>
                  </a:extLst>
                </p:cNvPr>
                <p:cNvPicPr/>
                <p:nvPr/>
              </p:nvPicPr>
              <p:blipFill>
                <a:blip r:embed="rId403"/>
                <a:stretch>
                  <a:fillRect/>
                </a:stretch>
              </p:blipFill>
              <p:spPr>
                <a:xfrm>
                  <a:off x="5107686" y="1307662"/>
                  <a:ext cx="356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169" name="Ink 168">
                  <a:extLst>
                    <a:ext uri="{FF2B5EF4-FFF2-40B4-BE49-F238E27FC236}">
                      <a16:creationId xmlns:a16="http://schemas.microsoft.com/office/drawing/2014/main" id="{60D8F244-CFEE-8EBF-5FFD-17F0E0D8BB22}"/>
                    </a:ext>
                  </a:extLst>
                </p14:cNvPr>
                <p14:cNvContentPartPr/>
                <p14:nvPr/>
              </p14:nvContentPartPr>
              <p14:xfrm>
                <a:off x="5252406" y="1377862"/>
                <a:ext cx="15480" cy="79560"/>
              </p14:xfrm>
            </p:contentPart>
          </mc:Choice>
          <mc:Fallback xmlns="">
            <p:pic>
              <p:nvPicPr>
                <p:cNvPr id="169" name="Ink 168">
                  <a:extLst>
                    <a:ext uri="{FF2B5EF4-FFF2-40B4-BE49-F238E27FC236}">
                      <a16:creationId xmlns:a16="http://schemas.microsoft.com/office/drawing/2014/main" id="{60D8F244-CFEE-8EBF-5FFD-17F0E0D8BB22}"/>
                    </a:ext>
                  </a:extLst>
                </p:cNvPr>
                <p:cNvPicPr/>
                <p:nvPr/>
              </p:nvPicPr>
              <p:blipFill>
                <a:blip r:embed="rId405"/>
                <a:stretch>
                  <a:fillRect/>
                </a:stretch>
              </p:blipFill>
              <p:spPr>
                <a:xfrm>
                  <a:off x="5243766" y="1368862"/>
                  <a:ext cx="331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170" name="Ink 169">
                  <a:extLst>
                    <a:ext uri="{FF2B5EF4-FFF2-40B4-BE49-F238E27FC236}">
                      <a16:creationId xmlns:a16="http://schemas.microsoft.com/office/drawing/2014/main" id="{E69FD53F-2557-D623-9C88-3D52A5D7FFB4}"/>
                    </a:ext>
                  </a:extLst>
                </p14:cNvPr>
                <p14:cNvContentPartPr/>
                <p14:nvPr/>
              </p14:nvContentPartPr>
              <p14:xfrm>
                <a:off x="5323686" y="1374622"/>
                <a:ext cx="114480" cy="62280"/>
              </p14:xfrm>
            </p:contentPart>
          </mc:Choice>
          <mc:Fallback xmlns="">
            <p:pic>
              <p:nvPicPr>
                <p:cNvPr id="170" name="Ink 169">
                  <a:extLst>
                    <a:ext uri="{FF2B5EF4-FFF2-40B4-BE49-F238E27FC236}">
                      <a16:creationId xmlns:a16="http://schemas.microsoft.com/office/drawing/2014/main" id="{E69FD53F-2557-D623-9C88-3D52A5D7FFB4}"/>
                    </a:ext>
                  </a:extLst>
                </p:cNvPr>
                <p:cNvPicPr/>
                <p:nvPr/>
              </p:nvPicPr>
              <p:blipFill>
                <a:blip r:embed="rId407"/>
                <a:stretch>
                  <a:fillRect/>
                </a:stretch>
              </p:blipFill>
              <p:spPr>
                <a:xfrm>
                  <a:off x="5315046" y="1365982"/>
                  <a:ext cx="13212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171" name="Ink 170">
                  <a:extLst>
                    <a:ext uri="{FF2B5EF4-FFF2-40B4-BE49-F238E27FC236}">
                      <a16:creationId xmlns:a16="http://schemas.microsoft.com/office/drawing/2014/main" id="{0FB8C04E-E51B-D12B-698F-B813F8A5B6DB}"/>
                    </a:ext>
                  </a:extLst>
                </p14:cNvPr>
                <p14:cNvContentPartPr/>
                <p14:nvPr/>
              </p14:nvContentPartPr>
              <p14:xfrm>
                <a:off x="5332686" y="1368502"/>
                <a:ext cx="131400" cy="110880"/>
              </p14:xfrm>
            </p:contentPart>
          </mc:Choice>
          <mc:Fallback xmlns="">
            <p:pic>
              <p:nvPicPr>
                <p:cNvPr id="171" name="Ink 170">
                  <a:extLst>
                    <a:ext uri="{FF2B5EF4-FFF2-40B4-BE49-F238E27FC236}">
                      <a16:creationId xmlns:a16="http://schemas.microsoft.com/office/drawing/2014/main" id="{0FB8C04E-E51B-D12B-698F-B813F8A5B6DB}"/>
                    </a:ext>
                  </a:extLst>
                </p:cNvPr>
                <p:cNvPicPr/>
                <p:nvPr/>
              </p:nvPicPr>
              <p:blipFill>
                <a:blip r:embed="rId409"/>
                <a:stretch>
                  <a:fillRect/>
                </a:stretch>
              </p:blipFill>
              <p:spPr>
                <a:xfrm>
                  <a:off x="5323686" y="1359502"/>
                  <a:ext cx="1490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172" name="Ink 171">
                  <a:extLst>
                    <a:ext uri="{FF2B5EF4-FFF2-40B4-BE49-F238E27FC236}">
                      <a16:creationId xmlns:a16="http://schemas.microsoft.com/office/drawing/2014/main" id="{4ED5648A-C921-B307-9085-D5B25CB5C000}"/>
                    </a:ext>
                  </a:extLst>
                </p14:cNvPr>
                <p14:cNvContentPartPr/>
                <p14:nvPr/>
              </p14:nvContentPartPr>
              <p14:xfrm>
                <a:off x="4946406" y="1506742"/>
                <a:ext cx="645480" cy="32400"/>
              </p14:xfrm>
            </p:contentPart>
          </mc:Choice>
          <mc:Fallback xmlns="">
            <p:pic>
              <p:nvPicPr>
                <p:cNvPr id="172" name="Ink 171">
                  <a:extLst>
                    <a:ext uri="{FF2B5EF4-FFF2-40B4-BE49-F238E27FC236}">
                      <a16:creationId xmlns:a16="http://schemas.microsoft.com/office/drawing/2014/main" id="{4ED5648A-C921-B307-9085-D5B25CB5C000}"/>
                    </a:ext>
                  </a:extLst>
                </p:cNvPr>
                <p:cNvPicPr/>
                <p:nvPr/>
              </p:nvPicPr>
              <p:blipFill>
                <a:blip r:embed="rId411"/>
                <a:stretch>
                  <a:fillRect/>
                </a:stretch>
              </p:blipFill>
              <p:spPr>
                <a:xfrm>
                  <a:off x="4937406" y="1498102"/>
                  <a:ext cx="6631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173" name="Ink 172">
                  <a:extLst>
                    <a:ext uri="{FF2B5EF4-FFF2-40B4-BE49-F238E27FC236}">
                      <a16:creationId xmlns:a16="http://schemas.microsoft.com/office/drawing/2014/main" id="{2ACB7C52-EF42-2987-2C9E-C39651A080BD}"/>
                    </a:ext>
                  </a:extLst>
                </p14:cNvPr>
                <p14:cNvContentPartPr/>
                <p14:nvPr/>
              </p14:nvContentPartPr>
              <p14:xfrm>
                <a:off x="5105166" y="1620142"/>
                <a:ext cx="160200" cy="7200"/>
              </p14:xfrm>
            </p:contentPart>
          </mc:Choice>
          <mc:Fallback xmlns="">
            <p:pic>
              <p:nvPicPr>
                <p:cNvPr id="173" name="Ink 172">
                  <a:extLst>
                    <a:ext uri="{FF2B5EF4-FFF2-40B4-BE49-F238E27FC236}">
                      <a16:creationId xmlns:a16="http://schemas.microsoft.com/office/drawing/2014/main" id="{2ACB7C52-EF42-2987-2C9E-C39651A080BD}"/>
                    </a:ext>
                  </a:extLst>
                </p:cNvPr>
                <p:cNvPicPr/>
                <p:nvPr/>
              </p:nvPicPr>
              <p:blipFill>
                <a:blip r:embed="rId413"/>
                <a:stretch>
                  <a:fillRect/>
                </a:stretch>
              </p:blipFill>
              <p:spPr>
                <a:xfrm>
                  <a:off x="5096166" y="1611142"/>
                  <a:ext cx="177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174" name="Ink 173">
                  <a:extLst>
                    <a:ext uri="{FF2B5EF4-FFF2-40B4-BE49-F238E27FC236}">
                      <a16:creationId xmlns:a16="http://schemas.microsoft.com/office/drawing/2014/main" id="{EA728357-5D1A-C9A1-3E7E-6A35B42E1C94}"/>
                    </a:ext>
                  </a:extLst>
                </p14:cNvPr>
                <p14:cNvContentPartPr/>
                <p14:nvPr/>
              </p14:nvContentPartPr>
              <p14:xfrm>
                <a:off x="5141166" y="1612222"/>
                <a:ext cx="39600" cy="156960"/>
              </p14:xfrm>
            </p:contentPart>
          </mc:Choice>
          <mc:Fallback xmlns="">
            <p:pic>
              <p:nvPicPr>
                <p:cNvPr id="174" name="Ink 173">
                  <a:extLst>
                    <a:ext uri="{FF2B5EF4-FFF2-40B4-BE49-F238E27FC236}">
                      <a16:creationId xmlns:a16="http://schemas.microsoft.com/office/drawing/2014/main" id="{EA728357-5D1A-C9A1-3E7E-6A35B42E1C94}"/>
                    </a:ext>
                  </a:extLst>
                </p:cNvPr>
                <p:cNvPicPr/>
                <p:nvPr/>
              </p:nvPicPr>
              <p:blipFill>
                <a:blip r:embed="rId415"/>
                <a:stretch>
                  <a:fillRect/>
                </a:stretch>
              </p:blipFill>
              <p:spPr>
                <a:xfrm>
                  <a:off x="5132526" y="1603222"/>
                  <a:ext cx="572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175" name="Ink 174">
                  <a:extLst>
                    <a:ext uri="{FF2B5EF4-FFF2-40B4-BE49-F238E27FC236}">
                      <a16:creationId xmlns:a16="http://schemas.microsoft.com/office/drawing/2014/main" id="{65EA7F32-7D3A-A04E-F45C-F2909B51A349}"/>
                    </a:ext>
                  </a:extLst>
                </p14:cNvPr>
                <p14:cNvContentPartPr/>
                <p14:nvPr/>
              </p14:nvContentPartPr>
              <p14:xfrm>
                <a:off x="5318646" y="1668382"/>
                <a:ext cx="5760" cy="116640"/>
              </p14:xfrm>
            </p:contentPart>
          </mc:Choice>
          <mc:Fallback xmlns="">
            <p:pic>
              <p:nvPicPr>
                <p:cNvPr id="175" name="Ink 174">
                  <a:extLst>
                    <a:ext uri="{FF2B5EF4-FFF2-40B4-BE49-F238E27FC236}">
                      <a16:creationId xmlns:a16="http://schemas.microsoft.com/office/drawing/2014/main" id="{65EA7F32-7D3A-A04E-F45C-F2909B51A349}"/>
                    </a:ext>
                  </a:extLst>
                </p:cNvPr>
                <p:cNvPicPr/>
                <p:nvPr/>
              </p:nvPicPr>
              <p:blipFill>
                <a:blip r:embed="rId417"/>
                <a:stretch>
                  <a:fillRect/>
                </a:stretch>
              </p:blipFill>
              <p:spPr>
                <a:xfrm>
                  <a:off x="5309646" y="1659382"/>
                  <a:ext cx="234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120" name="Ink 119">
                  <a:extLst>
                    <a:ext uri="{FF2B5EF4-FFF2-40B4-BE49-F238E27FC236}">
                      <a16:creationId xmlns:a16="http://schemas.microsoft.com/office/drawing/2014/main" id="{2F9D6DA0-109F-199F-4192-2B6A52FA0FF4}"/>
                    </a:ext>
                  </a:extLst>
                </p14:cNvPr>
                <p14:cNvContentPartPr/>
                <p14:nvPr/>
              </p14:nvContentPartPr>
              <p14:xfrm>
                <a:off x="2356566" y="1332862"/>
                <a:ext cx="159120" cy="176400"/>
              </p14:xfrm>
            </p:contentPart>
          </mc:Choice>
          <mc:Fallback xmlns="">
            <p:pic>
              <p:nvPicPr>
                <p:cNvPr id="120" name="Ink 119">
                  <a:extLst>
                    <a:ext uri="{FF2B5EF4-FFF2-40B4-BE49-F238E27FC236}">
                      <a16:creationId xmlns:a16="http://schemas.microsoft.com/office/drawing/2014/main" id="{2F9D6DA0-109F-199F-4192-2B6A52FA0FF4}"/>
                    </a:ext>
                  </a:extLst>
                </p:cNvPr>
                <p:cNvPicPr/>
                <p:nvPr/>
              </p:nvPicPr>
              <p:blipFill>
                <a:blip r:embed="rId419"/>
                <a:stretch>
                  <a:fillRect/>
                </a:stretch>
              </p:blipFill>
              <p:spPr>
                <a:xfrm>
                  <a:off x="2347926" y="1324222"/>
                  <a:ext cx="17676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121" name="Ink 120">
                  <a:extLst>
                    <a:ext uri="{FF2B5EF4-FFF2-40B4-BE49-F238E27FC236}">
                      <a16:creationId xmlns:a16="http://schemas.microsoft.com/office/drawing/2014/main" id="{29269C15-C060-59D4-F171-76AFC1CB9775}"/>
                    </a:ext>
                  </a:extLst>
                </p14:cNvPr>
                <p14:cNvContentPartPr/>
                <p14:nvPr/>
              </p14:nvContentPartPr>
              <p14:xfrm>
                <a:off x="2573286" y="1409902"/>
                <a:ext cx="17280" cy="77760"/>
              </p14:xfrm>
            </p:contentPart>
          </mc:Choice>
          <mc:Fallback xmlns="">
            <p:pic>
              <p:nvPicPr>
                <p:cNvPr id="121" name="Ink 120">
                  <a:extLst>
                    <a:ext uri="{FF2B5EF4-FFF2-40B4-BE49-F238E27FC236}">
                      <a16:creationId xmlns:a16="http://schemas.microsoft.com/office/drawing/2014/main" id="{29269C15-C060-59D4-F171-76AFC1CB9775}"/>
                    </a:ext>
                  </a:extLst>
                </p:cNvPr>
                <p:cNvPicPr/>
                <p:nvPr/>
              </p:nvPicPr>
              <p:blipFill>
                <a:blip r:embed="rId421"/>
                <a:stretch>
                  <a:fillRect/>
                </a:stretch>
              </p:blipFill>
              <p:spPr>
                <a:xfrm>
                  <a:off x="2564286" y="1400902"/>
                  <a:ext cx="349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122" name="Ink 121">
                  <a:extLst>
                    <a:ext uri="{FF2B5EF4-FFF2-40B4-BE49-F238E27FC236}">
                      <a16:creationId xmlns:a16="http://schemas.microsoft.com/office/drawing/2014/main" id="{20C44A02-BCF0-B696-A997-F6385872C02C}"/>
                    </a:ext>
                  </a:extLst>
                </p14:cNvPr>
                <p14:cNvContentPartPr/>
                <p14:nvPr/>
              </p14:nvContentPartPr>
              <p14:xfrm>
                <a:off x="2580126" y="1363102"/>
                <a:ext cx="16560" cy="3960"/>
              </p14:xfrm>
            </p:contentPart>
          </mc:Choice>
          <mc:Fallback xmlns="">
            <p:pic>
              <p:nvPicPr>
                <p:cNvPr id="122" name="Ink 121">
                  <a:extLst>
                    <a:ext uri="{FF2B5EF4-FFF2-40B4-BE49-F238E27FC236}">
                      <a16:creationId xmlns:a16="http://schemas.microsoft.com/office/drawing/2014/main" id="{20C44A02-BCF0-B696-A997-F6385872C02C}"/>
                    </a:ext>
                  </a:extLst>
                </p:cNvPr>
                <p:cNvPicPr/>
                <p:nvPr/>
              </p:nvPicPr>
              <p:blipFill>
                <a:blip r:embed="rId423"/>
                <a:stretch>
                  <a:fillRect/>
                </a:stretch>
              </p:blipFill>
              <p:spPr>
                <a:xfrm>
                  <a:off x="2571126" y="1354462"/>
                  <a:ext cx="342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123" name="Ink 122">
                  <a:extLst>
                    <a:ext uri="{FF2B5EF4-FFF2-40B4-BE49-F238E27FC236}">
                      <a16:creationId xmlns:a16="http://schemas.microsoft.com/office/drawing/2014/main" id="{3D8AD297-4D9F-F4F9-EA42-B33DA67D676C}"/>
                    </a:ext>
                  </a:extLst>
                </p14:cNvPr>
                <p14:cNvContentPartPr/>
                <p14:nvPr/>
              </p14:nvContentPartPr>
              <p14:xfrm>
                <a:off x="2650326" y="1387942"/>
                <a:ext cx="105480" cy="119160"/>
              </p14:xfrm>
            </p:contentPart>
          </mc:Choice>
          <mc:Fallback xmlns="">
            <p:pic>
              <p:nvPicPr>
                <p:cNvPr id="123" name="Ink 122">
                  <a:extLst>
                    <a:ext uri="{FF2B5EF4-FFF2-40B4-BE49-F238E27FC236}">
                      <a16:creationId xmlns:a16="http://schemas.microsoft.com/office/drawing/2014/main" id="{3D8AD297-4D9F-F4F9-EA42-B33DA67D676C}"/>
                    </a:ext>
                  </a:extLst>
                </p:cNvPr>
                <p:cNvPicPr/>
                <p:nvPr/>
              </p:nvPicPr>
              <p:blipFill>
                <a:blip r:embed="rId425"/>
                <a:stretch>
                  <a:fillRect/>
                </a:stretch>
              </p:blipFill>
              <p:spPr>
                <a:xfrm>
                  <a:off x="2641686" y="1378942"/>
                  <a:ext cx="1231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124" name="Ink 123">
                  <a:extLst>
                    <a:ext uri="{FF2B5EF4-FFF2-40B4-BE49-F238E27FC236}">
                      <a16:creationId xmlns:a16="http://schemas.microsoft.com/office/drawing/2014/main" id="{C7A85FC9-9ED4-37B0-6CD8-22CC72B0727F}"/>
                    </a:ext>
                  </a:extLst>
                </p14:cNvPr>
                <p14:cNvContentPartPr/>
                <p14:nvPr/>
              </p14:nvContentPartPr>
              <p14:xfrm>
                <a:off x="2765526" y="1313422"/>
                <a:ext cx="131760" cy="196200"/>
              </p14:xfrm>
            </p:contentPart>
          </mc:Choice>
          <mc:Fallback xmlns="">
            <p:pic>
              <p:nvPicPr>
                <p:cNvPr id="124" name="Ink 123">
                  <a:extLst>
                    <a:ext uri="{FF2B5EF4-FFF2-40B4-BE49-F238E27FC236}">
                      <a16:creationId xmlns:a16="http://schemas.microsoft.com/office/drawing/2014/main" id="{C7A85FC9-9ED4-37B0-6CD8-22CC72B0727F}"/>
                    </a:ext>
                  </a:extLst>
                </p:cNvPr>
                <p:cNvPicPr/>
                <p:nvPr/>
              </p:nvPicPr>
              <p:blipFill>
                <a:blip r:embed="rId427"/>
                <a:stretch>
                  <a:fillRect/>
                </a:stretch>
              </p:blipFill>
              <p:spPr>
                <a:xfrm>
                  <a:off x="2756886" y="1304782"/>
                  <a:ext cx="14940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126" name="Ink 125">
                  <a:extLst>
                    <a:ext uri="{FF2B5EF4-FFF2-40B4-BE49-F238E27FC236}">
                      <a16:creationId xmlns:a16="http://schemas.microsoft.com/office/drawing/2014/main" id="{A23F1A69-B477-7355-2335-FCFE61E5C998}"/>
                    </a:ext>
                  </a:extLst>
                </p14:cNvPr>
                <p14:cNvContentPartPr/>
                <p14:nvPr/>
              </p14:nvContentPartPr>
              <p14:xfrm>
                <a:off x="3031566" y="1400182"/>
                <a:ext cx="107280" cy="2520"/>
              </p14:xfrm>
            </p:contentPart>
          </mc:Choice>
          <mc:Fallback xmlns="">
            <p:pic>
              <p:nvPicPr>
                <p:cNvPr id="126" name="Ink 125">
                  <a:extLst>
                    <a:ext uri="{FF2B5EF4-FFF2-40B4-BE49-F238E27FC236}">
                      <a16:creationId xmlns:a16="http://schemas.microsoft.com/office/drawing/2014/main" id="{A23F1A69-B477-7355-2335-FCFE61E5C998}"/>
                    </a:ext>
                  </a:extLst>
                </p:cNvPr>
                <p:cNvPicPr/>
                <p:nvPr/>
              </p:nvPicPr>
              <p:blipFill>
                <a:blip r:embed="rId429"/>
                <a:stretch>
                  <a:fillRect/>
                </a:stretch>
              </p:blipFill>
              <p:spPr>
                <a:xfrm>
                  <a:off x="3022566" y="1391182"/>
                  <a:ext cx="1249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127" name="Ink 126">
                  <a:extLst>
                    <a:ext uri="{FF2B5EF4-FFF2-40B4-BE49-F238E27FC236}">
                      <a16:creationId xmlns:a16="http://schemas.microsoft.com/office/drawing/2014/main" id="{E91F8CC9-7B43-8134-679F-6BE0CB5B7393}"/>
                    </a:ext>
                  </a:extLst>
                </p14:cNvPr>
                <p14:cNvContentPartPr/>
                <p14:nvPr/>
              </p14:nvContentPartPr>
              <p14:xfrm>
                <a:off x="3044526" y="1470742"/>
                <a:ext cx="86760" cy="12240"/>
              </p14:xfrm>
            </p:contentPart>
          </mc:Choice>
          <mc:Fallback xmlns="">
            <p:pic>
              <p:nvPicPr>
                <p:cNvPr id="127" name="Ink 126">
                  <a:extLst>
                    <a:ext uri="{FF2B5EF4-FFF2-40B4-BE49-F238E27FC236}">
                      <a16:creationId xmlns:a16="http://schemas.microsoft.com/office/drawing/2014/main" id="{E91F8CC9-7B43-8134-679F-6BE0CB5B7393}"/>
                    </a:ext>
                  </a:extLst>
                </p:cNvPr>
                <p:cNvPicPr/>
                <p:nvPr/>
              </p:nvPicPr>
              <p:blipFill>
                <a:blip r:embed="rId431"/>
                <a:stretch>
                  <a:fillRect/>
                </a:stretch>
              </p:blipFill>
              <p:spPr>
                <a:xfrm>
                  <a:off x="3035886" y="1461742"/>
                  <a:ext cx="1044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128" name="Ink 127">
                  <a:extLst>
                    <a:ext uri="{FF2B5EF4-FFF2-40B4-BE49-F238E27FC236}">
                      <a16:creationId xmlns:a16="http://schemas.microsoft.com/office/drawing/2014/main" id="{0DB01BB4-C3DA-DEC2-6190-E8BEDEEE9457}"/>
                    </a:ext>
                  </a:extLst>
                </p14:cNvPr>
                <p14:cNvContentPartPr/>
                <p14:nvPr/>
              </p14:nvContentPartPr>
              <p14:xfrm>
                <a:off x="3229566" y="1291822"/>
                <a:ext cx="116280" cy="10440"/>
              </p14:xfrm>
            </p:contentPart>
          </mc:Choice>
          <mc:Fallback xmlns="">
            <p:pic>
              <p:nvPicPr>
                <p:cNvPr id="128" name="Ink 127">
                  <a:extLst>
                    <a:ext uri="{FF2B5EF4-FFF2-40B4-BE49-F238E27FC236}">
                      <a16:creationId xmlns:a16="http://schemas.microsoft.com/office/drawing/2014/main" id="{0DB01BB4-C3DA-DEC2-6190-E8BEDEEE9457}"/>
                    </a:ext>
                  </a:extLst>
                </p:cNvPr>
                <p:cNvPicPr/>
                <p:nvPr/>
              </p:nvPicPr>
              <p:blipFill>
                <a:blip r:embed="rId433"/>
                <a:stretch>
                  <a:fillRect/>
                </a:stretch>
              </p:blipFill>
              <p:spPr>
                <a:xfrm>
                  <a:off x="3220566" y="1282822"/>
                  <a:ext cx="1339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129" name="Ink 128">
                  <a:extLst>
                    <a:ext uri="{FF2B5EF4-FFF2-40B4-BE49-F238E27FC236}">
                      <a16:creationId xmlns:a16="http://schemas.microsoft.com/office/drawing/2014/main" id="{26D864D5-DBBF-5D62-34C8-2D4440C1FD07}"/>
                    </a:ext>
                  </a:extLst>
                </p14:cNvPr>
                <p14:cNvContentPartPr/>
                <p14:nvPr/>
              </p14:nvContentPartPr>
              <p14:xfrm>
                <a:off x="3284646" y="1315582"/>
                <a:ext cx="14400" cy="115200"/>
              </p14:xfrm>
            </p:contentPart>
          </mc:Choice>
          <mc:Fallback xmlns="">
            <p:pic>
              <p:nvPicPr>
                <p:cNvPr id="129" name="Ink 128">
                  <a:extLst>
                    <a:ext uri="{FF2B5EF4-FFF2-40B4-BE49-F238E27FC236}">
                      <a16:creationId xmlns:a16="http://schemas.microsoft.com/office/drawing/2014/main" id="{26D864D5-DBBF-5D62-34C8-2D4440C1FD07}"/>
                    </a:ext>
                  </a:extLst>
                </p:cNvPr>
                <p:cNvPicPr/>
                <p:nvPr/>
              </p:nvPicPr>
              <p:blipFill>
                <a:blip r:embed="rId435"/>
                <a:stretch>
                  <a:fillRect/>
                </a:stretch>
              </p:blipFill>
              <p:spPr>
                <a:xfrm>
                  <a:off x="3276006" y="1306582"/>
                  <a:ext cx="32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130" name="Ink 129">
                  <a:extLst>
                    <a:ext uri="{FF2B5EF4-FFF2-40B4-BE49-F238E27FC236}">
                      <a16:creationId xmlns:a16="http://schemas.microsoft.com/office/drawing/2014/main" id="{95232C98-FF53-C567-4972-66E1E8C23F19}"/>
                    </a:ext>
                  </a:extLst>
                </p14:cNvPr>
                <p14:cNvContentPartPr/>
                <p14:nvPr/>
              </p14:nvContentPartPr>
              <p14:xfrm>
                <a:off x="3364566" y="1374262"/>
                <a:ext cx="720" cy="50040"/>
              </p14:xfrm>
            </p:contentPart>
          </mc:Choice>
          <mc:Fallback xmlns="">
            <p:pic>
              <p:nvPicPr>
                <p:cNvPr id="130" name="Ink 129">
                  <a:extLst>
                    <a:ext uri="{FF2B5EF4-FFF2-40B4-BE49-F238E27FC236}">
                      <a16:creationId xmlns:a16="http://schemas.microsoft.com/office/drawing/2014/main" id="{95232C98-FF53-C567-4972-66E1E8C23F19}"/>
                    </a:ext>
                  </a:extLst>
                </p:cNvPr>
                <p:cNvPicPr/>
                <p:nvPr/>
              </p:nvPicPr>
              <p:blipFill>
                <a:blip r:embed="rId437"/>
                <a:stretch>
                  <a:fillRect/>
                </a:stretch>
              </p:blipFill>
              <p:spPr>
                <a:xfrm>
                  <a:off x="3355566" y="1365262"/>
                  <a:ext cx="183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131" name="Ink 130">
                  <a:extLst>
                    <a:ext uri="{FF2B5EF4-FFF2-40B4-BE49-F238E27FC236}">
                      <a16:creationId xmlns:a16="http://schemas.microsoft.com/office/drawing/2014/main" id="{CFACF41D-6464-4B87-56B5-7A130ECA7AE8}"/>
                    </a:ext>
                  </a:extLst>
                </p14:cNvPr>
                <p14:cNvContentPartPr/>
                <p14:nvPr/>
              </p14:nvContentPartPr>
              <p14:xfrm>
                <a:off x="3412086" y="1375342"/>
                <a:ext cx="76320" cy="44280"/>
              </p14:xfrm>
            </p:contentPart>
          </mc:Choice>
          <mc:Fallback xmlns="">
            <p:pic>
              <p:nvPicPr>
                <p:cNvPr id="131" name="Ink 130">
                  <a:extLst>
                    <a:ext uri="{FF2B5EF4-FFF2-40B4-BE49-F238E27FC236}">
                      <a16:creationId xmlns:a16="http://schemas.microsoft.com/office/drawing/2014/main" id="{CFACF41D-6464-4B87-56B5-7A130ECA7AE8}"/>
                    </a:ext>
                  </a:extLst>
                </p:cNvPr>
                <p:cNvPicPr/>
                <p:nvPr/>
              </p:nvPicPr>
              <p:blipFill>
                <a:blip r:embed="rId439"/>
                <a:stretch>
                  <a:fillRect/>
                </a:stretch>
              </p:blipFill>
              <p:spPr>
                <a:xfrm>
                  <a:off x="3403446" y="1366342"/>
                  <a:ext cx="939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132" name="Ink 131">
                  <a:extLst>
                    <a:ext uri="{FF2B5EF4-FFF2-40B4-BE49-F238E27FC236}">
                      <a16:creationId xmlns:a16="http://schemas.microsoft.com/office/drawing/2014/main" id="{A1D4C1A4-F696-7A0B-584F-67ED69B0F7C0}"/>
                    </a:ext>
                  </a:extLst>
                </p14:cNvPr>
                <p14:cNvContentPartPr/>
                <p14:nvPr/>
              </p14:nvContentPartPr>
              <p14:xfrm>
                <a:off x="3461046" y="1365262"/>
                <a:ext cx="76320" cy="164520"/>
              </p14:xfrm>
            </p:contentPart>
          </mc:Choice>
          <mc:Fallback xmlns="">
            <p:pic>
              <p:nvPicPr>
                <p:cNvPr id="132" name="Ink 131">
                  <a:extLst>
                    <a:ext uri="{FF2B5EF4-FFF2-40B4-BE49-F238E27FC236}">
                      <a16:creationId xmlns:a16="http://schemas.microsoft.com/office/drawing/2014/main" id="{A1D4C1A4-F696-7A0B-584F-67ED69B0F7C0}"/>
                    </a:ext>
                  </a:extLst>
                </p:cNvPr>
                <p:cNvPicPr/>
                <p:nvPr/>
              </p:nvPicPr>
              <p:blipFill>
                <a:blip r:embed="rId441"/>
                <a:stretch>
                  <a:fillRect/>
                </a:stretch>
              </p:blipFill>
              <p:spPr>
                <a:xfrm>
                  <a:off x="3452046" y="1356262"/>
                  <a:ext cx="939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133" name="Ink 132">
                  <a:extLst>
                    <a:ext uri="{FF2B5EF4-FFF2-40B4-BE49-F238E27FC236}">
                      <a16:creationId xmlns:a16="http://schemas.microsoft.com/office/drawing/2014/main" id="{8A0E7BF0-9AB5-993A-7A3F-7EE2FFBD0C6E}"/>
                    </a:ext>
                  </a:extLst>
                </p14:cNvPr>
                <p14:cNvContentPartPr/>
                <p14:nvPr/>
              </p14:nvContentPartPr>
              <p14:xfrm>
                <a:off x="3207246" y="1540582"/>
                <a:ext cx="357480" cy="23760"/>
              </p14:xfrm>
            </p:contentPart>
          </mc:Choice>
          <mc:Fallback xmlns="">
            <p:pic>
              <p:nvPicPr>
                <p:cNvPr id="133" name="Ink 132">
                  <a:extLst>
                    <a:ext uri="{FF2B5EF4-FFF2-40B4-BE49-F238E27FC236}">
                      <a16:creationId xmlns:a16="http://schemas.microsoft.com/office/drawing/2014/main" id="{8A0E7BF0-9AB5-993A-7A3F-7EE2FFBD0C6E}"/>
                    </a:ext>
                  </a:extLst>
                </p:cNvPr>
                <p:cNvPicPr/>
                <p:nvPr/>
              </p:nvPicPr>
              <p:blipFill>
                <a:blip r:embed="rId443"/>
                <a:stretch>
                  <a:fillRect/>
                </a:stretch>
              </p:blipFill>
              <p:spPr>
                <a:xfrm>
                  <a:off x="3198246" y="1531582"/>
                  <a:ext cx="3751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134" name="Ink 133">
                  <a:extLst>
                    <a:ext uri="{FF2B5EF4-FFF2-40B4-BE49-F238E27FC236}">
                      <a16:creationId xmlns:a16="http://schemas.microsoft.com/office/drawing/2014/main" id="{CCEF8EA4-D224-CCD5-B7E8-918FC689B6D8}"/>
                    </a:ext>
                  </a:extLst>
                </p14:cNvPr>
                <p14:cNvContentPartPr/>
                <p14:nvPr/>
              </p14:nvContentPartPr>
              <p14:xfrm>
                <a:off x="3236406" y="1650022"/>
                <a:ext cx="118800" cy="20520"/>
              </p14:xfrm>
            </p:contentPart>
          </mc:Choice>
          <mc:Fallback xmlns="">
            <p:pic>
              <p:nvPicPr>
                <p:cNvPr id="134" name="Ink 133">
                  <a:extLst>
                    <a:ext uri="{FF2B5EF4-FFF2-40B4-BE49-F238E27FC236}">
                      <a16:creationId xmlns:a16="http://schemas.microsoft.com/office/drawing/2014/main" id="{CCEF8EA4-D224-CCD5-B7E8-918FC689B6D8}"/>
                    </a:ext>
                  </a:extLst>
                </p:cNvPr>
                <p:cNvPicPr/>
                <p:nvPr/>
              </p:nvPicPr>
              <p:blipFill>
                <a:blip r:embed="rId445"/>
                <a:stretch>
                  <a:fillRect/>
                </a:stretch>
              </p:blipFill>
              <p:spPr>
                <a:xfrm>
                  <a:off x="3227766" y="1641022"/>
                  <a:ext cx="1364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136" name="Ink 135">
                  <a:extLst>
                    <a:ext uri="{FF2B5EF4-FFF2-40B4-BE49-F238E27FC236}">
                      <a16:creationId xmlns:a16="http://schemas.microsoft.com/office/drawing/2014/main" id="{786F240A-9E47-752C-E1E3-C9FA16DC4C99}"/>
                    </a:ext>
                  </a:extLst>
                </p14:cNvPr>
                <p14:cNvContentPartPr/>
                <p14:nvPr/>
              </p14:nvContentPartPr>
              <p14:xfrm>
                <a:off x="3285366" y="1681342"/>
                <a:ext cx="18720" cy="135000"/>
              </p14:xfrm>
            </p:contentPart>
          </mc:Choice>
          <mc:Fallback xmlns="">
            <p:pic>
              <p:nvPicPr>
                <p:cNvPr id="136" name="Ink 135">
                  <a:extLst>
                    <a:ext uri="{FF2B5EF4-FFF2-40B4-BE49-F238E27FC236}">
                      <a16:creationId xmlns:a16="http://schemas.microsoft.com/office/drawing/2014/main" id="{786F240A-9E47-752C-E1E3-C9FA16DC4C99}"/>
                    </a:ext>
                  </a:extLst>
                </p:cNvPr>
                <p:cNvPicPr/>
                <p:nvPr/>
              </p:nvPicPr>
              <p:blipFill>
                <a:blip r:embed="rId447"/>
                <a:stretch>
                  <a:fillRect/>
                </a:stretch>
              </p:blipFill>
              <p:spPr>
                <a:xfrm>
                  <a:off x="3276366" y="1672702"/>
                  <a:ext cx="363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138" name="Ink 137">
                  <a:extLst>
                    <a:ext uri="{FF2B5EF4-FFF2-40B4-BE49-F238E27FC236}">
                      <a16:creationId xmlns:a16="http://schemas.microsoft.com/office/drawing/2014/main" id="{A6D00C58-070E-977A-49CF-457EC9F61AB7}"/>
                    </a:ext>
                  </a:extLst>
                </p14:cNvPr>
                <p14:cNvContentPartPr/>
                <p14:nvPr/>
              </p14:nvContentPartPr>
              <p14:xfrm>
                <a:off x="3380046" y="1774582"/>
                <a:ext cx="7560" cy="86760"/>
              </p14:xfrm>
            </p:contentPart>
          </mc:Choice>
          <mc:Fallback xmlns="">
            <p:pic>
              <p:nvPicPr>
                <p:cNvPr id="138" name="Ink 137">
                  <a:extLst>
                    <a:ext uri="{FF2B5EF4-FFF2-40B4-BE49-F238E27FC236}">
                      <a16:creationId xmlns:a16="http://schemas.microsoft.com/office/drawing/2014/main" id="{A6D00C58-070E-977A-49CF-457EC9F61AB7}"/>
                    </a:ext>
                  </a:extLst>
                </p:cNvPr>
                <p:cNvPicPr/>
                <p:nvPr/>
              </p:nvPicPr>
              <p:blipFill>
                <a:blip r:embed="rId449"/>
                <a:stretch>
                  <a:fillRect/>
                </a:stretch>
              </p:blipFill>
              <p:spPr>
                <a:xfrm>
                  <a:off x="3371406" y="1765942"/>
                  <a:ext cx="252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140" name="Ink 139">
                  <a:extLst>
                    <a:ext uri="{FF2B5EF4-FFF2-40B4-BE49-F238E27FC236}">
                      <a16:creationId xmlns:a16="http://schemas.microsoft.com/office/drawing/2014/main" id="{4524E729-C5A6-898A-A21F-78B8BC6B096C}"/>
                    </a:ext>
                  </a:extLst>
                </p14:cNvPr>
                <p14:cNvContentPartPr/>
                <p14:nvPr/>
              </p14:nvContentPartPr>
              <p14:xfrm>
                <a:off x="2403006" y="2114422"/>
                <a:ext cx="142920" cy="6480"/>
              </p14:xfrm>
            </p:contentPart>
          </mc:Choice>
          <mc:Fallback xmlns="">
            <p:pic>
              <p:nvPicPr>
                <p:cNvPr id="140" name="Ink 139">
                  <a:extLst>
                    <a:ext uri="{FF2B5EF4-FFF2-40B4-BE49-F238E27FC236}">
                      <a16:creationId xmlns:a16="http://schemas.microsoft.com/office/drawing/2014/main" id="{4524E729-C5A6-898A-A21F-78B8BC6B096C}"/>
                    </a:ext>
                  </a:extLst>
                </p:cNvPr>
                <p:cNvPicPr/>
                <p:nvPr/>
              </p:nvPicPr>
              <p:blipFill>
                <a:blip r:embed="rId451"/>
                <a:stretch>
                  <a:fillRect/>
                </a:stretch>
              </p:blipFill>
              <p:spPr>
                <a:xfrm>
                  <a:off x="2394006" y="2105782"/>
                  <a:ext cx="160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141" name="Ink 140">
                  <a:extLst>
                    <a:ext uri="{FF2B5EF4-FFF2-40B4-BE49-F238E27FC236}">
                      <a16:creationId xmlns:a16="http://schemas.microsoft.com/office/drawing/2014/main" id="{5D26CBB0-FFC9-C853-871F-C7C9C7CE0424}"/>
                    </a:ext>
                  </a:extLst>
                </p14:cNvPr>
                <p14:cNvContentPartPr/>
                <p14:nvPr/>
              </p14:nvContentPartPr>
              <p14:xfrm>
                <a:off x="2474646" y="2142862"/>
                <a:ext cx="9720" cy="108720"/>
              </p14:xfrm>
            </p:contentPart>
          </mc:Choice>
          <mc:Fallback xmlns="">
            <p:pic>
              <p:nvPicPr>
                <p:cNvPr id="141" name="Ink 140">
                  <a:extLst>
                    <a:ext uri="{FF2B5EF4-FFF2-40B4-BE49-F238E27FC236}">
                      <a16:creationId xmlns:a16="http://schemas.microsoft.com/office/drawing/2014/main" id="{5D26CBB0-FFC9-C853-871F-C7C9C7CE0424}"/>
                    </a:ext>
                  </a:extLst>
                </p:cNvPr>
                <p:cNvPicPr/>
                <p:nvPr/>
              </p:nvPicPr>
              <p:blipFill>
                <a:blip r:embed="rId453"/>
                <a:stretch>
                  <a:fillRect/>
                </a:stretch>
              </p:blipFill>
              <p:spPr>
                <a:xfrm>
                  <a:off x="2466006" y="2133862"/>
                  <a:ext cx="273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142" name="Ink 141">
                  <a:extLst>
                    <a:ext uri="{FF2B5EF4-FFF2-40B4-BE49-F238E27FC236}">
                      <a16:creationId xmlns:a16="http://schemas.microsoft.com/office/drawing/2014/main" id="{C783763D-D72E-5B2E-2609-0AE92B171CBE}"/>
                    </a:ext>
                  </a:extLst>
                </p14:cNvPr>
                <p14:cNvContentPartPr/>
                <p14:nvPr/>
              </p14:nvContentPartPr>
              <p14:xfrm>
                <a:off x="2563926" y="2216662"/>
                <a:ext cx="5040" cy="47160"/>
              </p14:xfrm>
            </p:contentPart>
          </mc:Choice>
          <mc:Fallback xmlns="">
            <p:pic>
              <p:nvPicPr>
                <p:cNvPr id="142" name="Ink 141">
                  <a:extLst>
                    <a:ext uri="{FF2B5EF4-FFF2-40B4-BE49-F238E27FC236}">
                      <a16:creationId xmlns:a16="http://schemas.microsoft.com/office/drawing/2014/main" id="{C783763D-D72E-5B2E-2609-0AE92B171CBE}"/>
                    </a:ext>
                  </a:extLst>
                </p:cNvPr>
                <p:cNvPicPr/>
                <p:nvPr/>
              </p:nvPicPr>
              <p:blipFill>
                <a:blip r:embed="rId455"/>
                <a:stretch>
                  <a:fillRect/>
                </a:stretch>
              </p:blipFill>
              <p:spPr>
                <a:xfrm>
                  <a:off x="2554926" y="2208022"/>
                  <a:ext cx="226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143" name="Ink 142">
                  <a:extLst>
                    <a:ext uri="{FF2B5EF4-FFF2-40B4-BE49-F238E27FC236}">
                      <a16:creationId xmlns:a16="http://schemas.microsoft.com/office/drawing/2014/main" id="{525683AE-153F-336A-0B72-022CFDD4F08D}"/>
                    </a:ext>
                  </a:extLst>
                </p14:cNvPr>
                <p14:cNvContentPartPr/>
                <p14:nvPr/>
              </p14:nvContentPartPr>
              <p14:xfrm>
                <a:off x="2624766" y="2218102"/>
                <a:ext cx="70560" cy="45360"/>
              </p14:xfrm>
            </p:contentPart>
          </mc:Choice>
          <mc:Fallback xmlns="">
            <p:pic>
              <p:nvPicPr>
                <p:cNvPr id="143" name="Ink 142">
                  <a:extLst>
                    <a:ext uri="{FF2B5EF4-FFF2-40B4-BE49-F238E27FC236}">
                      <a16:creationId xmlns:a16="http://schemas.microsoft.com/office/drawing/2014/main" id="{525683AE-153F-336A-0B72-022CFDD4F08D}"/>
                    </a:ext>
                  </a:extLst>
                </p:cNvPr>
                <p:cNvPicPr/>
                <p:nvPr/>
              </p:nvPicPr>
              <p:blipFill>
                <a:blip r:embed="rId457"/>
                <a:stretch>
                  <a:fillRect/>
                </a:stretch>
              </p:blipFill>
              <p:spPr>
                <a:xfrm>
                  <a:off x="2615766" y="2209462"/>
                  <a:ext cx="882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144" name="Ink 143">
                  <a:extLst>
                    <a:ext uri="{FF2B5EF4-FFF2-40B4-BE49-F238E27FC236}">
                      <a16:creationId xmlns:a16="http://schemas.microsoft.com/office/drawing/2014/main" id="{4055384C-F70C-68B3-FA05-97087C984F63}"/>
                    </a:ext>
                  </a:extLst>
                </p14:cNvPr>
                <p14:cNvContentPartPr/>
                <p14:nvPr/>
              </p14:nvContentPartPr>
              <p14:xfrm>
                <a:off x="2651766" y="2210182"/>
                <a:ext cx="73080" cy="143280"/>
              </p14:xfrm>
            </p:contentPart>
          </mc:Choice>
          <mc:Fallback xmlns="">
            <p:pic>
              <p:nvPicPr>
                <p:cNvPr id="144" name="Ink 143">
                  <a:extLst>
                    <a:ext uri="{FF2B5EF4-FFF2-40B4-BE49-F238E27FC236}">
                      <a16:creationId xmlns:a16="http://schemas.microsoft.com/office/drawing/2014/main" id="{4055384C-F70C-68B3-FA05-97087C984F63}"/>
                    </a:ext>
                  </a:extLst>
                </p:cNvPr>
                <p:cNvPicPr/>
                <p:nvPr/>
              </p:nvPicPr>
              <p:blipFill>
                <a:blip r:embed="rId459"/>
                <a:stretch>
                  <a:fillRect/>
                </a:stretch>
              </p:blipFill>
              <p:spPr>
                <a:xfrm>
                  <a:off x="2643126" y="2201182"/>
                  <a:ext cx="907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145" name="Ink 144">
                  <a:extLst>
                    <a:ext uri="{FF2B5EF4-FFF2-40B4-BE49-F238E27FC236}">
                      <a16:creationId xmlns:a16="http://schemas.microsoft.com/office/drawing/2014/main" id="{535DED67-E5E5-94D8-741C-1F48E6EB31F5}"/>
                    </a:ext>
                  </a:extLst>
                </p14:cNvPr>
                <p14:cNvContentPartPr/>
                <p14:nvPr/>
              </p14:nvContentPartPr>
              <p14:xfrm>
                <a:off x="2879646" y="2202262"/>
                <a:ext cx="59040" cy="4680"/>
              </p14:xfrm>
            </p:contentPart>
          </mc:Choice>
          <mc:Fallback xmlns="">
            <p:pic>
              <p:nvPicPr>
                <p:cNvPr id="145" name="Ink 144">
                  <a:extLst>
                    <a:ext uri="{FF2B5EF4-FFF2-40B4-BE49-F238E27FC236}">
                      <a16:creationId xmlns:a16="http://schemas.microsoft.com/office/drawing/2014/main" id="{535DED67-E5E5-94D8-741C-1F48E6EB31F5}"/>
                    </a:ext>
                  </a:extLst>
                </p:cNvPr>
                <p:cNvPicPr/>
                <p:nvPr/>
              </p:nvPicPr>
              <p:blipFill>
                <a:blip r:embed="rId461"/>
                <a:stretch>
                  <a:fillRect/>
                </a:stretch>
              </p:blipFill>
              <p:spPr>
                <a:xfrm>
                  <a:off x="2870646" y="2193622"/>
                  <a:ext cx="7668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146" name="Ink 145">
                  <a:extLst>
                    <a:ext uri="{FF2B5EF4-FFF2-40B4-BE49-F238E27FC236}">
                      <a16:creationId xmlns:a16="http://schemas.microsoft.com/office/drawing/2014/main" id="{EB7C7E31-7B93-A5D9-C5BF-230EB1E3D065}"/>
                    </a:ext>
                  </a:extLst>
                </p14:cNvPr>
                <p14:cNvContentPartPr/>
                <p14:nvPr/>
              </p14:nvContentPartPr>
              <p14:xfrm>
                <a:off x="2861646" y="2241862"/>
                <a:ext cx="86400" cy="11520"/>
              </p14:xfrm>
            </p:contentPart>
          </mc:Choice>
          <mc:Fallback xmlns="">
            <p:pic>
              <p:nvPicPr>
                <p:cNvPr id="146" name="Ink 145">
                  <a:extLst>
                    <a:ext uri="{FF2B5EF4-FFF2-40B4-BE49-F238E27FC236}">
                      <a16:creationId xmlns:a16="http://schemas.microsoft.com/office/drawing/2014/main" id="{EB7C7E31-7B93-A5D9-C5BF-230EB1E3D065}"/>
                    </a:ext>
                  </a:extLst>
                </p:cNvPr>
                <p:cNvPicPr/>
                <p:nvPr/>
              </p:nvPicPr>
              <p:blipFill>
                <a:blip r:embed="rId463"/>
                <a:stretch>
                  <a:fillRect/>
                </a:stretch>
              </p:blipFill>
              <p:spPr>
                <a:xfrm>
                  <a:off x="2852646" y="2232862"/>
                  <a:ext cx="1040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147" name="Ink 146">
                  <a:extLst>
                    <a:ext uri="{FF2B5EF4-FFF2-40B4-BE49-F238E27FC236}">
                      <a16:creationId xmlns:a16="http://schemas.microsoft.com/office/drawing/2014/main" id="{03E8CFA1-6BD3-EF3C-2A83-B1731C62019D}"/>
                    </a:ext>
                  </a:extLst>
                </p14:cNvPr>
                <p14:cNvContentPartPr/>
                <p14:nvPr/>
              </p14:nvContentPartPr>
              <p14:xfrm>
                <a:off x="3054966" y="2121982"/>
                <a:ext cx="86760" cy="21600"/>
              </p14:xfrm>
            </p:contentPart>
          </mc:Choice>
          <mc:Fallback xmlns="">
            <p:pic>
              <p:nvPicPr>
                <p:cNvPr id="147" name="Ink 146">
                  <a:extLst>
                    <a:ext uri="{FF2B5EF4-FFF2-40B4-BE49-F238E27FC236}">
                      <a16:creationId xmlns:a16="http://schemas.microsoft.com/office/drawing/2014/main" id="{03E8CFA1-6BD3-EF3C-2A83-B1731C62019D}"/>
                    </a:ext>
                  </a:extLst>
                </p:cNvPr>
                <p:cNvPicPr/>
                <p:nvPr/>
              </p:nvPicPr>
              <p:blipFill>
                <a:blip r:embed="rId465"/>
                <a:stretch>
                  <a:fillRect/>
                </a:stretch>
              </p:blipFill>
              <p:spPr>
                <a:xfrm>
                  <a:off x="3046326" y="2113342"/>
                  <a:ext cx="1044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148" name="Ink 147">
                  <a:extLst>
                    <a:ext uri="{FF2B5EF4-FFF2-40B4-BE49-F238E27FC236}">
                      <a16:creationId xmlns:a16="http://schemas.microsoft.com/office/drawing/2014/main" id="{B8A39FDA-5F35-C18C-8E15-F5D1921985C4}"/>
                    </a:ext>
                  </a:extLst>
                </p14:cNvPr>
                <p14:cNvContentPartPr/>
                <p14:nvPr/>
              </p14:nvContentPartPr>
              <p14:xfrm>
                <a:off x="3107886" y="2128462"/>
                <a:ext cx="9720" cy="143640"/>
              </p14:xfrm>
            </p:contentPart>
          </mc:Choice>
          <mc:Fallback xmlns="">
            <p:pic>
              <p:nvPicPr>
                <p:cNvPr id="148" name="Ink 147">
                  <a:extLst>
                    <a:ext uri="{FF2B5EF4-FFF2-40B4-BE49-F238E27FC236}">
                      <a16:creationId xmlns:a16="http://schemas.microsoft.com/office/drawing/2014/main" id="{B8A39FDA-5F35-C18C-8E15-F5D1921985C4}"/>
                    </a:ext>
                  </a:extLst>
                </p:cNvPr>
                <p:cNvPicPr/>
                <p:nvPr/>
              </p:nvPicPr>
              <p:blipFill>
                <a:blip r:embed="rId467"/>
                <a:stretch>
                  <a:fillRect/>
                </a:stretch>
              </p:blipFill>
              <p:spPr>
                <a:xfrm>
                  <a:off x="3099246" y="2119822"/>
                  <a:ext cx="273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149" name="Ink 148">
                  <a:extLst>
                    <a:ext uri="{FF2B5EF4-FFF2-40B4-BE49-F238E27FC236}">
                      <a16:creationId xmlns:a16="http://schemas.microsoft.com/office/drawing/2014/main" id="{D933BAFE-CBC7-5BEB-09E4-BBADE2A86C11}"/>
                    </a:ext>
                  </a:extLst>
                </p14:cNvPr>
                <p14:cNvContentPartPr/>
                <p14:nvPr/>
              </p14:nvContentPartPr>
              <p14:xfrm>
                <a:off x="3167646" y="2216662"/>
                <a:ext cx="16560" cy="65520"/>
              </p14:xfrm>
            </p:contentPart>
          </mc:Choice>
          <mc:Fallback xmlns="">
            <p:pic>
              <p:nvPicPr>
                <p:cNvPr id="149" name="Ink 148">
                  <a:extLst>
                    <a:ext uri="{FF2B5EF4-FFF2-40B4-BE49-F238E27FC236}">
                      <a16:creationId xmlns:a16="http://schemas.microsoft.com/office/drawing/2014/main" id="{D933BAFE-CBC7-5BEB-09E4-BBADE2A86C11}"/>
                    </a:ext>
                  </a:extLst>
                </p:cNvPr>
                <p:cNvPicPr/>
                <p:nvPr/>
              </p:nvPicPr>
              <p:blipFill>
                <a:blip r:embed="rId469"/>
                <a:stretch>
                  <a:fillRect/>
                </a:stretch>
              </p:blipFill>
              <p:spPr>
                <a:xfrm>
                  <a:off x="3159006" y="2208022"/>
                  <a:ext cx="342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150" name="Ink 149">
                  <a:extLst>
                    <a:ext uri="{FF2B5EF4-FFF2-40B4-BE49-F238E27FC236}">
                      <a16:creationId xmlns:a16="http://schemas.microsoft.com/office/drawing/2014/main" id="{FDD00E48-1591-C929-846D-734D5A625887}"/>
                    </a:ext>
                  </a:extLst>
                </p14:cNvPr>
                <p14:cNvContentPartPr/>
                <p14:nvPr/>
              </p14:nvContentPartPr>
              <p14:xfrm>
                <a:off x="3263406" y="2092462"/>
                <a:ext cx="83160" cy="162720"/>
              </p14:xfrm>
            </p:contentPart>
          </mc:Choice>
          <mc:Fallback xmlns="">
            <p:pic>
              <p:nvPicPr>
                <p:cNvPr id="150" name="Ink 149">
                  <a:extLst>
                    <a:ext uri="{FF2B5EF4-FFF2-40B4-BE49-F238E27FC236}">
                      <a16:creationId xmlns:a16="http://schemas.microsoft.com/office/drawing/2014/main" id="{FDD00E48-1591-C929-846D-734D5A625887}"/>
                    </a:ext>
                  </a:extLst>
                </p:cNvPr>
                <p:cNvPicPr/>
                <p:nvPr/>
              </p:nvPicPr>
              <p:blipFill>
                <a:blip r:embed="rId471"/>
                <a:stretch>
                  <a:fillRect/>
                </a:stretch>
              </p:blipFill>
              <p:spPr>
                <a:xfrm>
                  <a:off x="3254406" y="2083822"/>
                  <a:ext cx="1008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151" name="Ink 150">
                  <a:extLst>
                    <a:ext uri="{FF2B5EF4-FFF2-40B4-BE49-F238E27FC236}">
                      <a16:creationId xmlns:a16="http://schemas.microsoft.com/office/drawing/2014/main" id="{315B9891-85F8-0C98-6D69-9947D6F5691A}"/>
                    </a:ext>
                  </a:extLst>
                </p14:cNvPr>
                <p14:cNvContentPartPr/>
                <p14:nvPr/>
              </p14:nvContentPartPr>
              <p14:xfrm>
                <a:off x="3408486" y="2180662"/>
                <a:ext cx="18720" cy="66240"/>
              </p14:xfrm>
            </p:contentPart>
          </mc:Choice>
          <mc:Fallback xmlns="">
            <p:pic>
              <p:nvPicPr>
                <p:cNvPr id="151" name="Ink 150">
                  <a:extLst>
                    <a:ext uri="{FF2B5EF4-FFF2-40B4-BE49-F238E27FC236}">
                      <a16:creationId xmlns:a16="http://schemas.microsoft.com/office/drawing/2014/main" id="{315B9891-85F8-0C98-6D69-9947D6F5691A}"/>
                    </a:ext>
                  </a:extLst>
                </p:cNvPr>
                <p:cNvPicPr/>
                <p:nvPr/>
              </p:nvPicPr>
              <p:blipFill>
                <a:blip r:embed="rId473"/>
                <a:stretch>
                  <a:fillRect/>
                </a:stretch>
              </p:blipFill>
              <p:spPr>
                <a:xfrm>
                  <a:off x="3399486" y="2171662"/>
                  <a:ext cx="363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152" name="Ink 151">
                  <a:extLst>
                    <a:ext uri="{FF2B5EF4-FFF2-40B4-BE49-F238E27FC236}">
                      <a16:creationId xmlns:a16="http://schemas.microsoft.com/office/drawing/2014/main" id="{D6AF6762-C5CB-AB5B-EBC4-29F834F6BFE4}"/>
                    </a:ext>
                  </a:extLst>
                </p14:cNvPr>
                <p14:cNvContentPartPr/>
                <p14:nvPr/>
              </p14:nvContentPartPr>
              <p14:xfrm>
                <a:off x="3395886" y="2105062"/>
                <a:ext cx="25920" cy="3960"/>
              </p14:xfrm>
            </p:contentPart>
          </mc:Choice>
          <mc:Fallback xmlns="">
            <p:pic>
              <p:nvPicPr>
                <p:cNvPr id="152" name="Ink 151">
                  <a:extLst>
                    <a:ext uri="{FF2B5EF4-FFF2-40B4-BE49-F238E27FC236}">
                      <a16:creationId xmlns:a16="http://schemas.microsoft.com/office/drawing/2014/main" id="{D6AF6762-C5CB-AB5B-EBC4-29F834F6BFE4}"/>
                    </a:ext>
                  </a:extLst>
                </p:cNvPr>
                <p:cNvPicPr/>
                <p:nvPr/>
              </p:nvPicPr>
              <p:blipFill>
                <a:blip r:embed="rId475"/>
                <a:stretch>
                  <a:fillRect/>
                </a:stretch>
              </p:blipFill>
              <p:spPr>
                <a:xfrm>
                  <a:off x="3386886" y="2096062"/>
                  <a:ext cx="435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153" name="Ink 152">
                  <a:extLst>
                    <a:ext uri="{FF2B5EF4-FFF2-40B4-BE49-F238E27FC236}">
                      <a16:creationId xmlns:a16="http://schemas.microsoft.com/office/drawing/2014/main" id="{E8A46339-CF3B-238B-0FCD-3423BCF48EFE}"/>
                    </a:ext>
                  </a:extLst>
                </p14:cNvPr>
                <p14:cNvContentPartPr/>
                <p14:nvPr/>
              </p14:nvContentPartPr>
              <p14:xfrm>
                <a:off x="3531246" y="2148622"/>
                <a:ext cx="69480" cy="114120"/>
              </p14:xfrm>
            </p:contentPart>
          </mc:Choice>
          <mc:Fallback xmlns="">
            <p:pic>
              <p:nvPicPr>
                <p:cNvPr id="153" name="Ink 152">
                  <a:extLst>
                    <a:ext uri="{FF2B5EF4-FFF2-40B4-BE49-F238E27FC236}">
                      <a16:creationId xmlns:a16="http://schemas.microsoft.com/office/drawing/2014/main" id="{E8A46339-CF3B-238B-0FCD-3423BCF48EFE}"/>
                    </a:ext>
                  </a:extLst>
                </p:cNvPr>
                <p:cNvPicPr/>
                <p:nvPr/>
              </p:nvPicPr>
              <p:blipFill>
                <a:blip r:embed="rId477"/>
                <a:stretch>
                  <a:fillRect/>
                </a:stretch>
              </p:blipFill>
              <p:spPr>
                <a:xfrm>
                  <a:off x="3522246" y="2139622"/>
                  <a:ext cx="871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154" name="Ink 153">
                  <a:extLst>
                    <a:ext uri="{FF2B5EF4-FFF2-40B4-BE49-F238E27FC236}">
                      <a16:creationId xmlns:a16="http://schemas.microsoft.com/office/drawing/2014/main" id="{08CB7965-E945-C8CD-D267-EEDE28E6A090}"/>
                    </a:ext>
                  </a:extLst>
                </p14:cNvPr>
                <p14:cNvContentPartPr/>
                <p14:nvPr/>
              </p14:nvContentPartPr>
              <p14:xfrm>
                <a:off x="3731766" y="2069422"/>
                <a:ext cx="102240" cy="171000"/>
              </p14:xfrm>
            </p:contentPart>
          </mc:Choice>
          <mc:Fallback xmlns="">
            <p:pic>
              <p:nvPicPr>
                <p:cNvPr id="154" name="Ink 153">
                  <a:extLst>
                    <a:ext uri="{FF2B5EF4-FFF2-40B4-BE49-F238E27FC236}">
                      <a16:creationId xmlns:a16="http://schemas.microsoft.com/office/drawing/2014/main" id="{08CB7965-E945-C8CD-D267-EEDE28E6A090}"/>
                    </a:ext>
                  </a:extLst>
                </p:cNvPr>
                <p:cNvPicPr/>
                <p:nvPr/>
              </p:nvPicPr>
              <p:blipFill>
                <a:blip r:embed="rId479"/>
                <a:stretch>
                  <a:fillRect/>
                </a:stretch>
              </p:blipFill>
              <p:spPr>
                <a:xfrm>
                  <a:off x="3722766" y="2060422"/>
                  <a:ext cx="1198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156" name="Ink 155">
                  <a:extLst>
                    <a:ext uri="{FF2B5EF4-FFF2-40B4-BE49-F238E27FC236}">
                      <a16:creationId xmlns:a16="http://schemas.microsoft.com/office/drawing/2014/main" id="{E3A3EF6F-E23E-D7E3-4E99-0DCF1D9B1DF3}"/>
                    </a:ext>
                  </a:extLst>
                </p14:cNvPr>
                <p14:cNvContentPartPr/>
                <p14:nvPr/>
              </p14:nvContentPartPr>
              <p14:xfrm>
                <a:off x="2325606" y="2032342"/>
                <a:ext cx="32400" cy="369360"/>
              </p14:xfrm>
            </p:contentPart>
          </mc:Choice>
          <mc:Fallback xmlns="">
            <p:pic>
              <p:nvPicPr>
                <p:cNvPr id="156" name="Ink 155">
                  <a:extLst>
                    <a:ext uri="{FF2B5EF4-FFF2-40B4-BE49-F238E27FC236}">
                      <a16:creationId xmlns:a16="http://schemas.microsoft.com/office/drawing/2014/main" id="{E3A3EF6F-E23E-D7E3-4E99-0DCF1D9B1DF3}"/>
                    </a:ext>
                  </a:extLst>
                </p:cNvPr>
                <p:cNvPicPr/>
                <p:nvPr/>
              </p:nvPicPr>
              <p:blipFill>
                <a:blip r:embed="rId481"/>
                <a:stretch>
                  <a:fillRect/>
                </a:stretch>
              </p:blipFill>
              <p:spPr>
                <a:xfrm>
                  <a:off x="2316966" y="2023342"/>
                  <a:ext cx="5004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157" name="Ink 156">
                  <a:extLst>
                    <a:ext uri="{FF2B5EF4-FFF2-40B4-BE49-F238E27FC236}">
                      <a16:creationId xmlns:a16="http://schemas.microsoft.com/office/drawing/2014/main" id="{5EF073A5-3A3D-D112-BE96-48694D49B0E8}"/>
                    </a:ext>
                  </a:extLst>
                </p14:cNvPr>
                <p14:cNvContentPartPr/>
                <p14:nvPr/>
              </p14:nvContentPartPr>
              <p14:xfrm>
                <a:off x="2328486" y="2359942"/>
                <a:ext cx="1589400" cy="70920"/>
              </p14:xfrm>
            </p:contentPart>
          </mc:Choice>
          <mc:Fallback xmlns="">
            <p:pic>
              <p:nvPicPr>
                <p:cNvPr id="157" name="Ink 156">
                  <a:extLst>
                    <a:ext uri="{FF2B5EF4-FFF2-40B4-BE49-F238E27FC236}">
                      <a16:creationId xmlns:a16="http://schemas.microsoft.com/office/drawing/2014/main" id="{5EF073A5-3A3D-D112-BE96-48694D49B0E8}"/>
                    </a:ext>
                  </a:extLst>
                </p:cNvPr>
                <p:cNvPicPr/>
                <p:nvPr/>
              </p:nvPicPr>
              <p:blipFill>
                <a:blip r:embed="rId483"/>
                <a:stretch>
                  <a:fillRect/>
                </a:stretch>
              </p:blipFill>
              <p:spPr>
                <a:xfrm>
                  <a:off x="2319486" y="2350942"/>
                  <a:ext cx="16070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158" name="Ink 157">
                  <a:extLst>
                    <a:ext uri="{FF2B5EF4-FFF2-40B4-BE49-F238E27FC236}">
                      <a16:creationId xmlns:a16="http://schemas.microsoft.com/office/drawing/2014/main" id="{8910A2BF-DBB8-5ECD-0CDB-209A7DF73ACF}"/>
                    </a:ext>
                  </a:extLst>
                </p14:cNvPr>
                <p14:cNvContentPartPr/>
                <p14:nvPr/>
              </p14:nvContentPartPr>
              <p14:xfrm>
                <a:off x="3915366" y="2032342"/>
                <a:ext cx="22680" cy="316080"/>
              </p14:xfrm>
            </p:contentPart>
          </mc:Choice>
          <mc:Fallback xmlns="">
            <p:pic>
              <p:nvPicPr>
                <p:cNvPr id="158" name="Ink 157">
                  <a:extLst>
                    <a:ext uri="{FF2B5EF4-FFF2-40B4-BE49-F238E27FC236}">
                      <a16:creationId xmlns:a16="http://schemas.microsoft.com/office/drawing/2014/main" id="{8910A2BF-DBB8-5ECD-0CDB-209A7DF73ACF}"/>
                    </a:ext>
                  </a:extLst>
                </p:cNvPr>
                <p:cNvPicPr/>
                <p:nvPr/>
              </p:nvPicPr>
              <p:blipFill>
                <a:blip r:embed="rId485"/>
                <a:stretch>
                  <a:fillRect/>
                </a:stretch>
              </p:blipFill>
              <p:spPr>
                <a:xfrm>
                  <a:off x="3906726" y="2023342"/>
                  <a:ext cx="4032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159" name="Ink 158">
                  <a:extLst>
                    <a:ext uri="{FF2B5EF4-FFF2-40B4-BE49-F238E27FC236}">
                      <a16:creationId xmlns:a16="http://schemas.microsoft.com/office/drawing/2014/main" id="{716E524B-4133-12CD-DB83-CCD94262C760}"/>
                    </a:ext>
                  </a:extLst>
                </p14:cNvPr>
                <p14:cNvContentPartPr/>
                <p14:nvPr/>
              </p14:nvContentPartPr>
              <p14:xfrm>
                <a:off x="2298606" y="2002822"/>
                <a:ext cx="1572840" cy="31320"/>
              </p14:xfrm>
            </p:contentPart>
          </mc:Choice>
          <mc:Fallback xmlns="">
            <p:pic>
              <p:nvPicPr>
                <p:cNvPr id="159" name="Ink 158">
                  <a:extLst>
                    <a:ext uri="{FF2B5EF4-FFF2-40B4-BE49-F238E27FC236}">
                      <a16:creationId xmlns:a16="http://schemas.microsoft.com/office/drawing/2014/main" id="{716E524B-4133-12CD-DB83-CCD94262C760}"/>
                    </a:ext>
                  </a:extLst>
                </p:cNvPr>
                <p:cNvPicPr/>
                <p:nvPr/>
              </p:nvPicPr>
              <p:blipFill>
                <a:blip r:embed="rId487"/>
                <a:stretch>
                  <a:fillRect/>
                </a:stretch>
              </p:blipFill>
              <p:spPr>
                <a:xfrm>
                  <a:off x="2289606" y="1993822"/>
                  <a:ext cx="15904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14" name="Ink 313">
                  <a:extLst>
                    <a:ext uri="{FF2B5EF4-FFF2-40B4-BE49-F238E27FC236}">
                      <a16:creationId xmlns:a16="http://schemas.microsoft.com/office/drawing/2014/main" id="{9A7A106B-539E-9D1A-2000-0FC2D23A0CCC}"/>
                    </a:ext>
                  </a:extLst>
                </p14:cNvPr>
                <p14:cNvContentPartPr/>
                <p14:nvPr/>
              </p14:nvContentPartPr>
              <p14:xfrm>
                <a:off x="3808446" y="2258782"/>
                <a:ext cx="7920" cy="68040"/>
              </p14:xfrm>
            </p:contentPart>
          </mc:Choice>
          <mc:Fallback xmlns="">
            <p:pic>
              <p:nvPicPr>
                <p:cNvPr id="314" name="Ink 313">
                  <a:extLst>
                    <a:ext uri="{FF2B5EF4-FFF2-40B4-BE49-F238E27FC236}">
                      <a16:creationId xmlns:a16="http://schemas.microsoft.com/office/drawing/2014/main" id="{9A7A106B-539E-9D1A-2000-0FC2D23A0CCC}"/>
                    </a:ext>
                  </a:extLst>
                </p:cNvPr>
                <p:cNvPicPr/>
                <p:nvPr/>
              </p:nvPicPr>
              <p:blipFill>
                <a:blip r:embed="rId489"/>
                <a:stretch>
                  <a:fillRect/>
                </a:stretch>
              </p:blipFill>
              <p:spPr>
                <a:xfrm>
                  <a:off x="3799446" y="2249782"/>
                  <a:ext cx="255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178" name="Ink 177">
                  <a:extLst>
                    <a:ext uri="{FF2B5EF4-FFF2-40B4-BE49-F238E27FC236}">
                      <a16:creationId xmlns:a16="http://schemas.microsoft.com/office/drawing/2014/main" id="{E5B134AE-B802-34DB-B05E-D62DCDAF8F6B}"/>
                    </a:ext>
                  </a:extLst>
                </p14:cNvPr>
                <p14:cNvContentPartPr/>
                <p14:nvPr/>
              </p14:nvContentPartPr>
              <p14:xfrm>
                <a:off x="4265286" y="2052502"/>
                <a:ext cx="162000" cy="10440"/>
              </p14:xfrm>
            </p:contentPart>
          </mc:Choice>
          <mc:Fallback xmlns="">
            <p:pic>
              <p:nvPicPr>
                <p:cNvPr id="178" name="Ink 177">
                  <a:extLst>
                    <a:ext uri="{FF2B5EF4-FFF2-40B4-BE49-F238E27FC236}">
                      <a16:creationId xmlns:a16="http://schemas.microsoft.com/office/drawing/2014/main" id="{E5B134AE-B802-34DB-B05E-D62DCDAF8F6B}"/>
                    </a:ext>
                  </a:extLst>
                </p:cNvPr>
                <p:cNvPicPr/>
                <p:nvPr/>
              </p:nvPicPr>
              <p:blipFill>
                <a:blip r:embed="rId491"/>
                <a:stretch>
                  <a:fillRect/>
                </a:stretch>
              </p:blipFill>
              <p:spPr>
                <a:xfrm>
                  <a:off x="4256286" y="2043862"/>
                  <a:ext cx="1796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179" name="Ink 178">
                  <a:extLst>
                    <a:ext uri="{FF2B5EF4-FFF2-40B4-BE49-F238E27FC236}">
                      <a16:creationId xmlns:a16="http://schemas.microsoft.com/office/drawing/2014/main" id="{EB880A98-9821-C68C-1085-803A0FA3A3ED}"/>
                    </a:ext>
                  </a:extLst>
                </p14:cNvPr>
                <p14:cNvContentPartPr/>
                <p14:nvPr/>
              </p14:nvContentPartPr>
              <p14:xfrm>
                <a:off x="4321086" y="2078422"/>
                <a:ext cx="29880" cy="156960"/>
              </p14:xfrm>
            </p:contentPart>
          </mc:Choice>
          <mc:Fallback xmlns="">
            <p:pic>
              <p:nvPicPr>
                <p:cNvPr id="179" name="Ink 178">
                  <a:extLst>
                    <a:ext uri="{FF2B5EF4-FFF2-40B4-BE49-F238E27FC236}">
                      <a16:creationId xmlns:a16="http://schemas.microsoft.com/office/drawing/2014/main" id="{EB880A98-9821-C68C-1085-803A0FA3A3ED}"/>
                    </a:ext>
                  </a:extLst>
                </p:cNvPr>
                <p:cNvPicPr/>
                <p:nvPr/>
              </p:nvPicPr>
              <p:blipFill>
                <a:blip r:embed="rId493"/>
                <a:stretch>
                  <a:fillRect/>
                </a:stretch>
              </p:blipFill>
              <p:spPr>
                <a:xfrm>
                  <a:off x="4312086" y="2069422"/>
                  <a:ext cx="4752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180" name="Ink 179">
                  <a:extLst>
                    <a:ext uri="{FF2B5EF4-FFF2-40B4-BE49-F238E27FC236}">
                      <a16:creationId xmlns:a16="http://schemas.microsoft.com/office/drawing/2014/main" id="{A4F16BB0-EBD3-25A7-9ECF-4E8B71D0A988}"/>
                    </a:ext>
                  </a:extLst>
                </p14:cNvPr>
                <p14:cNvContentPartPr/>
                <p14:nvPr/>
              </p14:nvContentPartPr>
              <p14:xfrm>
                <a:off x="4429806" y="2163742"/>
                <a:ext cx="6840" cy="84240"/>
              </p14:xfrm>
            </p:contentPart>
          </mc:Choice>
          <mc:Fallback xmlns="">
            <p:pic>
              <p:nvPicPr>
                <p:cNvPr id="180" name="Ink 179">
                  <a:extLst>
                    <a:ext uri="{FF2B5EF4-FFF2-40B4-BE49-F238E27FC236}">
                      <a16:creationId xmlns:a16="http://schemas.microsoft.com/office/drawing/2014/main" id="{A4F16BB0-EBD3-25A7-9ECF-4E8B71D0A988}"/>
                    </a:ext>
                  </a:extLst>
                </p:cNvPr>
                <p:cNvPicPr/>
                <p:nvPr/>
              </p:nvPicPr>
              <p:blipFill>
                <a:blip r:embed="rId495"/>
                <a:stretch>
                  <a:fillRect/>
                </a:stretch>
              </p:blipFill>
              <p:spPr>
                <a:xfrm>
                  <a:off x="4421166" y="2154742"/>
                  <a:ext cx="244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181" name="Ink 180">
                  <a:extLst>
                    <a:ext uri="{FF2B5EF4-FFF2-40B4-BE49-F238E27FC236}">
                      <a16:creationId xmlns:a16="http://schemas.microsoft.com/office/drawing/2014/main" id="{2690588D-89DF-EE46-B92C-AD866614E5DA}"/>
                    </a:ext>
                  </a:extLst>
                </p14:cNvPr>
                <p14:cNvContentPartPr/>
                <p14:nvPr/>
              </p14:nvContentPartPr>
              <p14:xfrm>
                <a:off x="4528446" y="2141782"/>
                <a:ext cx="117720" cy="81000"/>
              </p14:xfrm>
            </p:contentPart>
          </mc:Choice>
          <mc:Fallback xmlns="">
            <p:pic>
              <p:nvPicPr>
                <p:cNvPr id="181" name="Ink 180">
                  <a:extLst>
                    <a:ext uri="{FF2B5EF4-FFF2-40B4-BE49-F238E27FC236}">
                      <a16:creationId xmlns:a16="http://schemas.microsoft.com/office/drawing/2014/main" id="{2690588D-89DF-EE46-B92C-AD866614E5DA}"/>
                    </a:ext>
                  </a:extLst>
                </p:cNvPr>
                <p:cNvPicPr/>
                <p:nvPr/>
              </p:nvPicPr>
              <p:blipFill>
                <a:blip r:embed="rId497"/>
                <a:stretch>
                  <a:fillRect/>
                </a:stretch>
              </p:blipFill>
              <p:spPr>
                <a:xfrm>
                  <a:off x="4519446" y="2132782"/>
                  <a:ext cx="1353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182" name="Ink 181">
                  <a:extLst>
                    <a:ext uri="{FF2B5EF4-FFF2-40B4-BE49-F238E27FC236}">
                      <a16:creationId xmlns:a16="http://schemas.microsoft.com/office/drawing/2014/main" id="{49A8D511-B0D5-9EB4-0A33-0F517AD70844}"/>
                    </a:ext>
                  </a:extLst>
                </p14:cNvPr>
                <p14:cNvContentPartPr/>
                <p14:nvPr/>
              </p14:nvContentPartPr>
              <p14:xfrm>
                <a:off x="4507926" y="2133142"/>
                <a:ext cx="140400" cy="135720"/>
              </p14:xfrm>
            </p:contentPart>
          </mc:Choice>
          <mc:Fallback xmlns="">
            <p:pic>
              <p:nvPicPr>
                <p:cNvPr id="182" name="Ink 181">
                  <a:extLst>
                    <a:ext uri="{FF2B5EF4-FFF2-40B4-BE49-F238E27FC236}">
                      <a16:creationId xmlns:a16="http://schemas.microsoft.com/office/drawing/2014/main" id="{49A8D511-B0D5-9EB4-0A33-0F517AD70844}"/>
                    </a:ext>
                  </a:extLst>
                </p:cNvPr>
                <p:cNvPicPr/>
                <p:nvPr/>
              </p:nvPicPr>
              <p:blipFill>
                <a:blip r:embed="rId499"/>
                <a:stretch>
                  <a:fillRect/>
                </a:stretch>
              </p:blipFill>
              <p:spPr>
                <a:xfrm>
                  <a:off x="4499286" y="2124502"/>
                  <a:ext cx="1580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183" name="Ink 182">
                  <a:extLst>
                    <a:ext uri="{FF2B5EF4-FFF2-40B4-BE49-F238E27FC236}">
                      <a16:creationId xmlns:a16="http://schemas.microsoft.com/office/drawing/2014/main" id="{A96CCF95-8136-3902-5B77-C325874F8367}"/>
                    </a:ext>
                  </a:extLst>
                </p14:cNvPr>
                <p14:cNvContentPartPr/>
                <p14:nvPr/>
              </p14:nvContentPartPr>
              <p14:xfrm>
                <a:off x="4817166" y="2119822"/>
                <a:ext cx="93600" cy="11880"/>
              </p14:xfrm>
            </p:contentPart>
          </mc:Choice>
          <mc:Fallback xmlns="">
            <p:pic>
              <p:nvPicPr>
                <p:cNvPr id="183" name="Ink 182">
                  <a:extLst>
                    <a:ext uri="{FF2B5EF4-FFF2-40B4-BE49-F238E27FC236}">
                      <a16:creationId xmlns:a16="http://schemas.microsoft.com/office/drawing/2014/main" id="{A96CCF95-8136-3902-5B77-C325874F8367}"/>
                    </a:ext>
                  </a:extLst>
                </p:cNvPr>
                <p:cNvPicPr/>
                <p:nvPr/>
              </p:nvPicPr>
              <p:blipFill>
                <a:blip r:embed="rId501"/>
                <a:stretch>
                  <a:fillRect/>
                </a:stretch>
              </p:blipFill>
              <p:spPr>
                <a:xfrm>
                  <a:off x="4808526" y="2110822"/>
                  <a:ext cx="1112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184" name="Ink 183">
                  <a:extLst>
                    <a:ext uri="{FF2B5EF4-FFF2-40B4-BE49-F238E27FC236}">
                      <a16:creationId xmlns:a16="http://schemas.microsoft.com/office/drawing/2014/main" id="{96EB9679-2F7E-4A9D-35AD-21231B9FA622}"/>
                    </a:ext>
                  </a:extLst>
                </p14:cNvPr>
                <p14:cNvContentPartPr/>
                <p14:nvPr/>
              </p14:nvContentPartPr>
              <p14:xfrm>
                <a:off x="4829766" y="2184262"/>
                <a:ext cx="66960" cy="6120"/>
              </p14:xfrm>
            </p:contentPart>
          </mc:Choice>
          <mc:Fallback xmlns="">
            <p:pic>
              <p:nvPicPr>
                <p:cNvPr id="184" name="Ink 183">
                  <a:extLst>
                    <a:ext uri="{FF2B5EF4-FFF2-40B4-BE49-F238E27FC236}">
                      <a16:creationId xmlns:a16="http://schemas.microsoft.com/office/drawing/2014/main" id="{96EB9679-2F7E-4A9D-35AD-21231B9FA622}"/>
                    </a:ext>
                  </a:extLst>
                </p:cNvPr>
                <p:cNvPicPr/>
                <p:nvPr/>
              </p:nvPicPr>
              <p:blipFill>
                <a:blip r:embed="rId503"/>
                <a:stretch>
                  <a:fillRect/>
                </a:stretch>
              </p:blipFill>
              <p:spPr>
                <a:xfrm>
                  <a:off x="4821126" y="2175262"/>
                  <a:ext cx="846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185" name="Ink 184">
                  <a:extLst>
                    <a:ext uri="{FF2B5EF4-FFF2-40B4-BE49-F238E27FC236}">
                      <a16:creationId xmlns:a16="http://schemas.microsoft.com/office/drawing/2014/main" id="{08744B37-CA7F-3E8B-A8D2-FBFFB7A0A441}"/>
                    </a:ext>
                  </a:extLst>
                </p14:cNvPr>
                <p14:cNvContentPartPr/>
                <p14:nvPr/>
              </p14:nvContentPartPr>
              <p14:xfrm>
                <a:off x="5069526" y="2052502"/>
                <a:ext cx="66600" cy="10440"/>
              </p14:xfrm>
            </p:contentPart>
          </mc:Choice>
          <mc:Fallback xmlns="">
            <p:pic>
              <p:nvPicPr>
                <p:cNvPr id="185" name="Ink 184">
                  <a:extLst>
                    <a:ext uri="{FF2B5EF4-FFF2-40B4-BE49-F238E27FC236}">
                      <a16:creationId xmlns:a16="http://schemas.microsoft.com/office/drawing/2014/main" id="{08744B37-CA7F-3E8B-A8D2-FBFFB7A0A441}"/>
                    </a:ext>
                  </a:extLst>
                </p:cNvPr>
                <p:cNvPicPr/>
                <p:nvPr/>
              </p:nvPicPr>
              <p:blipFill>
                <a:blip r:embed="rId505"/>
                <a:stretch>
                  <a:fillRect/>
                </a:stretch>
              </p:blipFill>
              <p:spPr>
                <a:xfrm>
                  <a:off x="5060526" y="2043862"/>
                  <a:ext cx="842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186" name="Ink 185">
                  <a:extLst>
                    <a:ext uri="{FF2B5EF4-FFF2-40B4-BE49-F238E27FC236}">
                      <a16:creationId xmlns:a16="http://schemas.microsoft.com/office/drawing/2014/main" id="{194972BA-CF50-788E-3F6F-1CE47AEDF5DF}"/>
                    </a:ext>
                  </a:extLst>
                </p14:cNvPr>
                <p14:cNvContentPartPr/>
                <p14:nvPr/>
              </p14:nvContentPartPr>
              <p14:xfrm>
                <a:off x="5110566" y="2045662"/>
                <a:ext cx="3600" cy="162000"/>
              </p14:xfrm>
            </p:contentPart>
          </mc:Choice>
          <mc:Fallback xmlns="">
            <p:pic>
              <p:nvPicPr>
                <p:cNvPr id="186" name="Ink 185">
                  <a:extLst>
                    <a:ext uri="{FF2B5EF4-FFF2-40B4-BE49-F238E27FC236}">
                      <a16:creationId xmlns:a16="http://schemas.microsoft.com/office/drawing/2014/main" id="{194972BA-CF50-788E-3F6F-1CE47AEDF5DF}"/>
                    </a:ext>
                  </a:extLst>
                </p:cNvPr>
                <p:cNvPicPr/>
                <p:nvPr/>
              </p:nvPicPr>
              <p:blipFill>
                <a:blip r:embed="rId507"/>
                <a:stretch>
                  <a:fillRect/>
                </a:stretch>
              </p:blipFill>
              <p:spPr>
                <a:xfrm>
                  <a:off x="5101926" y="2037022"/>
                  <a:ext cx="212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187" name="Ink 186">
                  <a:extLst>
                    <a:ext uri="{FF2B5EF4-FFF2-40B4-BE49-F238E27FC236}">
                      <a16:creationId xmlns:a16="http://schemas.microsoft.com/office/drawing/2014/main" id="{6346DA3B-CA06-4FCF-4339-8F84A043BB0E}"/>
                    </a:ext>
                  </a:extLst>
                </p14:cNvPr>
                <p14:cNvContentPartPr/>
                <p14:nvPr/>
              </p14:nvContentPartPr>
              <p14:xfrm>
                <a:off x="5250966" y="2155462"/>
                <a:ext cx="11520" cy="83880"/>
              </p14:xfrm>
            </p:contentPart>
          </mc:Choice>
          <mc:Fallback xmlns="">
            <p:pic>
              <p:nvPicPr>
                <p:cNvPr id="187" name="Ink 186">
                  <a:extLst>
                    <a:ext uri="{FF2B5EF4-FFF2-40B4-BE49-F238E27FC236}">
                      <a16:creationId xmlns:a16="http://schemas.microsoft.com/office/drawing/2014/main" id="{6346DA3B-CA06-4FCF-4339-8F84A043BB0E}"/>
                    </a:ext>
                  </a:extLst>
                </p:cNvPr>
                <p:cNvPicPr/>
                <p:nvPr/>
              </p:nvPicPr>
              <p:blipFill>
                <a:blip r:embed="rId509"/>
                <a:stretch>
                  <a:fillRect/>
                </a:stretch>
              </p:blipFill>
              <p:spPr>
                <a:xfrm>
                  <a:off x="5241966" y="2146462"/>
                  <a:ext cx="291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188" name="Ink 187">
                  <a:extLst>
                    <a:ext uri="{FF2B5EF4-FFF2-40B4-BE49-F238E27FC236}">
                      <a16:creationId xmlns:a16="http://schemas.microsoft.com/office/drawing/2014/main" id="{3C9F8C8F-A2E4-3DD2-A08D-FEB5B06A7F1A}"/>
                    </a:ext>
                  </a:extLst>
                </p14:cNvPr>
                <p14:cNvContentPartPr/>
                <p14:nvPr/>
              </p14:nvContentPartPr>
              <p14:xfrm>
                <a:off x="5320806" y="2033422"/>
                <a:ext cx="61920" cy="146160"/>
              </p14:xfrm>
            </p:contentPart>
          </mc:Choice>
          <mc:Fallback xmlns="">
            <p:pic>
              <p:nvPicPr>
                <p:cNvPr id="188" name="Ink 187">
                  <a:extLst>
                    <a:ext uri="{FF2B5EF4-FFF2-40B4-BE49-F238E27FC236}">
                      <a16:creationId xmlns:a16="http://schemas.microsoft.com/office/drawing/2014/main" id="{3C9F8C8F-A2E4-3DD2-A08D-FEB5B06A7F1A}"/>
                    </a:ext>
                  </a:extLst>
                </p:cNvPr>
                <p:cNvPicPr/>
                <p:nvPr/>
              </p:nvPicPr>
              <p:blipFill>
                <a:blip r:embed="rId511"/>
                <a:stretch>
                  <a:fillRect/>
                </a:stretch>
              </p:blipFill>
              <p:spPr>
                <a:xfrm>
                  <a:off x="5312166" y="2024782"/>
                  <a:ext cx="795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189" name="Ink 188">
                  <a:extLst>
                    <a:ext uri="{FF2B5EF4-FFF2-40B4-BE49-F238E27FC236}">
                      <a16:creationId xmlns:a16="http://schemas.microsoft.com/office/drawing/2014/main" id="{5AF8763A-D827-45F3-E8E7-D5C84994C7EA}"/>
                    </a:ext>
                  </a:extLst>
                </p14:cNvPr>
                <p14:cNvContentPartPr/>
                <p14:nvPr/>
              </p14:nvContentPartPr>
              <p14:xfrm>
                <a:off x="5451126" y="2071582"/>
                <a:ext cx="91080" cy="105120"/>
              </p14:xfrm>
            </p:contentPart>
          </mc:Choice>
          <mc:Fallback xmlns="">
            <p:pic>
              <p:nvPicPr>
                <p:cNvPr id="189" name="Ink 188">
                  <a:extLst>
                    <a:ext uri="{FF2B5EF4-FFF2-40B4-BE49-F238E27FC236}">
                      <a16:creationId xmlns:a16="http://schemas.microsoft.com/office/drawing/2014/main" id="{5AF8763A-D827-45F3-E8E7-D5C84994C7EA}"/>
                    </a:ext>
                  </a:extLst>
                </p:cNvPr>
                <p:cNvPicPr/>
                <p:nvPr/>
              </p:nvPicPr>
              <p:blipFill>
                <a:blip r:embed="rId513"/>
                <a:stretch>
                  <a:fillRect/>
                </a:stretch>
              </p:blipFill>
              <p:spPr>
                <a:xfrm>
                  <a:off x="5442126" y="2062582"/>
                  <a:ext cx="108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190" name="Ink 189">
                  <a:extLst>
                    <a:ext uri="{FF2B5EF4-FFF2-40B4-BE49-F238E27FC236}">
                      <a16:creationId xmlns:a16="http://schemas.microsoft.com/office/drawing/2014/main" id="{8259DB22-0781-2289-7A5A-6C00E9FF6AC5}"/>
                    </a:ext>
                  </a:extLst>
                </p14:cNvPr>
                <p14:cNvContentPartPr/>
                <p14:nvPr/>
              </p14:nvContentPartPr>
              <p14:xfrm>
                <a:off x="5580726" y="2046022"/>
                <a:ext cx="116280" cy="129600"/>
              </p14:xfrm>
            </p:contentPart>
          </mc:Choice>
          <mc:Fallback xmlns="">
            <p:pic>
              <p:nvPicPr>
                <p:cNvPr id="190" name="Ink 189">
                  <a:extLst>
                    <a:ext uri="{FF2B5EF4-FFF2-40B4-BE49-F238E27FC236}">
                      <a16:creationId xmlns:a16="http://schemas.microsoft.com/office/drawing/2014/main" id="{8259DB22-0781-2289-7A5A-6C00E9FF6AC5}"/>
                    </a:ext>
                  </a:extLst>
                </p:cNvPr>
                <p:cNvPicPr/>
                <p:nvPr/>
              </p:nvPicPr>
              <p:blipFill>
                <a:blip r:embed="rId515"/>
                <a:stretch>
                  <a:fillRect/>
                </a:stretch>
              </p:blipFill>
              <p:spPr>
                <a:xfrm>
                  <a:off x="5571726" y="2037382"/>
                  <a:ext cx="1339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191" name="Ink 190">
                  <a:extLst>
                    <a:ext uri="{FF2B5EF4-FFF2-40B4-BE49-F238E27FC236}">
                      <a16:creationId xmlns:a16="http://schemas.microsoft.com/office/drawing/2014/main" id="{B23D02F8-BB1A-4194-0B76-46F93934F4C7}"/>
                    </a:ext>
                  </a:extLst>
                </p14:cNvPr>
                <p14:cNvContentPartPr/>
                <p14:nvPr/>
              </p14:nvContentPartPr>
              <p14:xfrm>
                <a:off x="5757846" y="2014342"/>
                <a:ext cx="141120" cy="154080"/>
              </p14:xfrm>
            </p:contentPart>
          </mc:Choice>
          <mc:Fallback xmlns="">
            <p:pic>
              <p:nvPicPr>
                <p:cNvPr id="191" name="Ink 190">
                  <a:extLst>
                    <a:ext uri="{FF2B5EF4-FFF2-40B4-BE49-F238E27FC236}">
                      <a16:creationId xmlns:a16="http://schemas.microsoft.com/office/drawing/2014/main" id="{B23D02F8-BB1A-4194-0B76-46F93934F4C7}"/>
                    </a:ext>
                  </a:extLst>
                </p:cNvPr>
                <p:cNvPicPr/>
                <p:nvPr/>
              </p:nvPicPr>
              <p:blipFill>
                <a:blip r:embed="rId517"/>
                <a:stretch>
                  <a:fillRect/>
                </a:stretch>
              </p:blipFill>
              <p:spPr>
                <a:xfrm>
                  <a:off x="5748846" y="2005342"/>
                  <a:ext cx="1587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192" name="Ink 191">
                  <a:extLst>
                    <a:ext uri="{FF2B5EF4-FFF2-40B4-BE49-F238E27FC236}">
                      <a16:creationId xmlns:a16="http://schemas.microsoft.com/office/drawing/2014/main" id="{BE7484C5-F864-8775-B862-2E90E8C4DD56}"/>
                    </a:ext>
                  </a:extLst>
                </p14:cNvPr>
                <p14:cNvContentPartPr/>
                <p14:nvPr/>
              </p14:nvContentPartPr>
              <p14:xfrm>
                <a:off x="4197966" y="1922182"/>
                <a:ext cx="1753560" cy="465120"/>
              </p14:xfrm>
            </p:contentPart>
          </mc:Choice>
          <mc:Fallback xmlns="">
            <p:pic>
              <p:nvPicPr>
                <p:cNvPr id="192" name="Ink 191">
                  <a:extLst>
                    <a:ext uri="{FF2B5EF4-FFF2-40B4-BE49-F238E27FC236}">
                      <a16:creationId xmlns:a16="http://schemas.microsoft.com/office/drawing/2014/main" id="{BE7484C5-F864-8775-B862-2E90E8C4DD56}"/>
                    </a:ext>
                  </a:extLst>
                </p:cNvPr>
                <p:cNvPicPr/>
                <p:nvPr/>
              </p:nvPicPr>
              <p:blipFill>
                <a:blip r:embed="rId519"/>
                <a:stretch>
                  <a:fillRect/>
                </a:stretch>
              </p:blipFill>
              <p:spPr>
                <a:xfrm>
                  <a:off x="4189326" y="1913182"/>
                  <a:ext cx="17712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193" name="Ink 192">
                  <a:extLst>
                    <a:ext uri="{FF2B5EF4-FFF2-40B4-BE49-F238E27FC236}">
                      <a16:creationId xmlns:a16="http://schemas.microsoft.com/office/drawing/2014/main" id="{159850C0-B33D-BE9F-5F8D-C06371F3189C}"/>
                    </a:ext>
                  </a:extLst>
                </p14:cNvPr>
                <p14:cNvContentPartPr/>
                <p14:nvPr/>
              </p14:nvContentPartPr>
              <p14:xfrm>
                <a:off x="5965926" y="1960702"/>
                <a:ext cx="34920" cy="317880"/>
              </p14:xfrm>
            </p:contentPart>
          </mc:Choice>
          <mc:Fallback xmlns="">
            <p:pic>
              <p:nvPicPr>
                <p:cNvPr id="193" name="Ink 192">
                  <a:extLst>
                    <a:ext uri="{FF2B5EF4-FFF2-40B4-BE49-F238E27FC236}">
                      <a16:creationId xmlns:a16="http://schemas.microsoft.com/office/drawing/2014/main" id="{159850C0-B33D-BE9F-5F8D-C06371F3189C}"/>
                    </a:ext>
                  </a:extLst>
                </p:cNvPr>
                <p:cNvPicPr/>
                <p:nvPr/>
              </p:nvPicPr>
              <p:blipFill>
                <a:blip r:embed="rId521"/>
                <a:stretch>
                  <a:fillRect/>
                </a:stretch>
              </p:blipFill>
              <p:spPr>
                <a:xfrm>
                  <a:off x="5957286" y="1951702"/>
                  <a:ext cx="5256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194" name="Ink 193">
                  <a:extLst>
                    <a:ext uri="{FF2B5EF4-FFF2-40B4-BE49-F238E27FC236}">
                      <a16:creationId xmlns:a16="http://schemas.microsoft.com/office/drawing/2014/main" id="{38F313C5-EFAB-5849-E0DE-661A9F12955B}"/>
                    </a:ext>
                  </a:extLst>
                </p14:cNvPr>
                <p14:cNvContentPartPr/>
                <p14:nvPr/>
              </p14:nvContentPartPr>
              <p14:xfrm>
                <a:off x="4203366" y="1929382"/>
                <a:ext cx="1830960" cy="40680"/>
              </p14:xfrm>
            </p:contentPart>
          </mc:Choice>
          <mc:Fallback xmlns="">
            <p:pic>
              <p:nvPicPr>
                <p:cNvPr id="194" name="Ink 193">
                  <a:extLst>
                    <a:ext uri="{FF2B5EF4-FFF2-40B4-BE49-F238E27FC236}">
                      <a16:creationId xmlns:a16="http://schemas.microsoft.com/office/drawing/2014/main" id="{38F313C5-EFAB-5849-E0DE-661A9F12955B}"/>
                    </a:ext>
                  </a:extLst>
                </p:cNvPr>
                <p:cNvPicPr/>
                <p:nvPr/>
              </p:nvPicPr>
              <p:blipFill>
                <a:blip r:embed="rId523"/>
                <a:stretch>
                  <a:fillRect/>
                </a:stretch>
              </p:blipFill>
              <p:spPr>
                <a:xfrm>
                  <a:off x="4194726" y="1920742"/>
                  <a:ext cx="18486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16" name="Ink 315">
                  <a:extLst>
                    <a:ext uri="{FF2B5EF4-FFF2-40B4-BE49-F238E27FC236}">
                      <a16:creationId xmlns:a16="http://schemas.microsoft.com/office/drawing/2014/main" id="{FE2CA591-8E29-B825-9E7B-6DEED28DD390}"/>
                    </a:ext>
                  </a:extLst>
                </p14:cNvPr>
                <p14:cNvContentPartPr/>
                <p14:nvPr/>
              </p14:nvContentPartPr>
              <p14:xfrm>
                <a:off x="5849646" y="2192182"/>
                <a:ext cx="28800" cy="108360"/>
              </p14:xfrm>
            </p:contentPart>
          </mc:Choice>
          <mc:Fallback xmlns="">
            <p:pic>
              <p:nvPicPr>
                <p:cNvPr id="316" name="Ink 315">
                  <a:extLst>
                    <a:ext uri="{FF2B5EF4-FFF2-40B4-BE49-F238E27FC236}">
                      <a16:creationId xmlns:a16="http://schemas.microsoft.com/office/drawing/2014/main" id="{FE2CA591-8E29-B825-9E7B-6DEED28DD390}"/>
                    </a:ext>
                  </a:extLst>
                </p:cNvPr>
                <p:cNvPicPr/>
                <p:nvPr/>
              </p:nvPicPr>
              <p:blipFill>
                <a:blip r:embed="rId525"/>
                <a:stretch>
                  <a:fillRect/>
                </a:stretch>
              </p:blipFill>
              <p:spPr>
                <a:xfrm>
                  <a:off x="5840646" y="2183182"/>
                  <a:ext cx="46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98" name="Ink 397">
                  <a:extLst>
                    <a:ext uri="{FF2B5EF4-FFF2-40B4-BE49-F238E27FC236}">
                      <a16:creationId xmlns:a16="http://schemas.microsoft.com/office/drawing/2014/main" id="{54825A91-2D26-8610-D3A1-AA145003FDD0}"/>
                    </a:ext>
                  </a:extLst>
                </p14:cNvPr>
                <p14:cNvContentPartPr/>
                <p14:nvPr/>
              </p14:nvContentPartPr>
              <p14:xfrm>
                <a:off x="4118046" y="1218742"/>
                <a:ext cx="12240" cy="93960"/>
              </p14:xfrm>
            </p:contentPart>
          </mc:Choice>
          <mc:Fallback xmlns="">
            <p:pic>
              <p:nvPicPr>
                <p:cNvPr id="398" name="Ink 397">
                  <a:extLst>
                    <a:ext uri="{FF2B5EF4-FFF2-40B4-BE49-F238E27FC236}">
                      <a16:creationId xmlns:a16="http://schemas.microsoft.com/office/drawing/2014/main" id="{54825A91-2D26-8610-D3A1-AA145003FDD0}"/>
                    </a:ext>
                  </a:extLst>
                </p:cNvPr>
                <p:cNvPicPr/>
                <p:nvPr/>
              </p:nvPicPr>
              <p:blipFill>
                <a:blip r:embed="rId527"/>
                <a:stretch>
                  <a:fillRect/>
                </a:stretch>
              </p:blipFill>
              <p:spPr>
                <a:xfrm>
                  <a:off x="4109406" y="1210102"/>
                  <a:ext cx="298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99" name="Ink 398">
                  <a:extLst>
                    <a:ext uri="{FF2B5EF4-FFF2-40B4-BE49-F238E27FC236}">
                      <a16:creationId xmlns:a16="http://schemas.microsoft.com/office/drawing/2014/main" id="{320F6D9A-80A0-4956-04E7-BD2EA62353E2}"/>
                    </a:ext>
                  </a:extLst>
                </p14:cNvPr>
                <p14:cNvContentPartPr/>
                <p14:nvPr/>
              </p14:nvContentPartPr>
              <p14:xfrm>
                <a:off x="4106166" y="1457422"/>
                <a:ext cx="7560" cy="141480"/>
              </p14:xfrm>
            </p:contentPart>
          </mc:Choice>
          <mc:Fallback xmlns="">
            <p:pic>
              <p:nvPicPr>
                <p:cNvPr id="399" name="Ink 398">
                  <a:extLst>
                    <a:ext uri="{FF2B5EF4-FFF2-40B4-BE49-F238E27FC236}">
                      <a16:creationId xmlns:a16="http://schemas.microsoft.com/office/drawing/2014/main" id="{320F6D9A-80A0-4956-04E7-BD2EA62353E2}"/>
                    </a:ext>
                  </a:extLst>
                </p:cNvPr>
                <p:cNvPicPr/>
                <p:nvPr/>
              </p:nvPicPr>
              <p:blipFill>
                <a:blip r:embed="rId529"/>
                <a:stretch>
                  <a:fillRect/>
                </a:stretch>
              </p:blipFill>
              <p:spPr>
                <a:xfrm>
                  <a:off x="4097526" y="1448782"/>
                  <a:ext cx="252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400" name="Ink 399">
                  <a:extLst>
                    <a:ext uri="{FF2B5EF4-FFF2-40B4-BE49-F238E27FC236}">
                      <a16:creationId xmlns:a16="http://schemas.microsoft.com/office/drawing/2014/main" id="{499D2168-2735-7D67-7CD4-3F33B5B756F8}"/>
                    </a:ext>
                  </a:extLst>
                </p14:cNvPr>
                <p14:cNvContentPartPr/>
                <p14:nvPr/>
              </p14:nvContentPartPr>
              <p14:xfrm>
                <a:off x="4091766" y="1786822"/>
                <a:ext cx="25560" cy="150840"/>
              </p14:xfrm>
            </p:contentPart>
          </mc:Choice>
          <mc:Fallback xmlns="">
            <p:pic>
              <p:nvPicPr>
                <p:cNvPr id="400" name="Ink 399">
                  <a:extLst>
                    <a:ext uri="{FF2B5EF4-FFF2-40B4-BE49-F238E27FC236}">
                      <a16:creationId xmlns:a16="http://schemas.microsoft.com/office/drawing/2014/main" id="{499D2168-2735-7D67-7CD4-3F33B5B756F8}"/>
                    </a:ext>
                  </a:extLst>
                </p:cNvPr>
                <p:cNvPicPr/>
                <p:nvPr/>
              </p:nvPicPr>
              <p:blipFill>
                <a:blip r:embed="rId531"/>
                <a:stretch>
                  <a:fillRect/>
                </a:stretch>
              </p:blipFill>
              <p:spPr>
                <a:xfrm>
                  <a:off x="4082766" y="1777822"/>
                  <a:ext cx="432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401" name="Ink 400">
                  <a:extLst>
                    <a:ext uri="{FF2B5EF4-FFF2-40B4-BE49-F238E27FC236}">
                      <a16:creationId xmlns:a16="http://schemas.microsoft.com/office/drawing/2014/main" id="{CB4F03B1-3025-129A-3ECD-347F4ED7AF26}"/>
                    </a:ext>
                  </a:extLst>
                </p14:cNvPr>
                <p14:cNvContentPartPr/>
                <p14:nvPr/>
              </p14:nvContentPartPr>
              <p14:xfrm>
                <a:off x="4098966" y="2094622"/>
                <a:ext cx="23400" cy="193680"/>
              </p14:xfrm>
            </p:contentPart>
          </mc:Choice>
          <mc:Fallback xmlns="">
            <p:pic>
              <p:nvPicPr>
                <p:cNvPr id="401" name="Ink 400">
                  <a:extLst>
                    <a:ext uri="{FF2B5EF4-FFF2-40B4-BE49-F238E27FC236}">
                      <a16:creationId xmlns:a16="http://schemas.microsoft.com/office/drawing/2014/main" id="{CB4F03B1-3025-129A-3ECD-347F4ED7AF26}"/>
                    </a:ext>
                  </a:extLst>
                </p:cNvPr>
                <p:cNvPicPr/>
                <p:nvPr/>
              </p:nvPicPr>
              <p:blipFill>
                <a:blip r:embed="rId533"/>
                <a:stretch>
                  <a:fillRect/>
                </a:stretch>
              </p:blipFill>
              <p:spPr>
                <a:xfrm>
                  <a:off x="4090326" y="2085622"/>
                  <a:ext cx="41040" cy="21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4">
            <p14:nvContentPartPr>
              <p14:cNvPr id="402" name="Ink 401">
                <a:extLst>
                  <a:ext uri="{FF2B5EF4-FFF2-40B4-BE49-F238E27FC236}">
                    <a16:creationId xmlns:a16="http://schemas.microsoft.com/office/drawing/2014/main" id="{6081F5CC-1676-3064-93C3-3C8CA927C936}"/>
                  </a:ext>
                </a:extLst>
              </p14:cNvPr>
              <p14:cNvContentPartPr/>
              <p14:nvPr/>
            </p14:nvContentPartPr>
            <p14:xfrm>
              <a:off x="5639166" y="2511142"/>
              <a:ext cx="12600" cy="124560"/>
            </p14:xfrm>
          </p:contentPart>
        </mc:Choice>
        <mc:Fallback xmlns="">
          <p:pic>
            <p:nvPicPr>
              <p:cNvPr id="402" name="Ink 401">
                <a:extLst>
                  <a:ext uri="{FF2B5EF4-FFF2-40B4-BE49-F238E27FC236}">
                    <a16:creationId xmlns:a16="http://schemas.microsoft.com/office/drawing/2014/main" id="{6081F5CC-1676-3064-93C3-3C8CA927C936}"/>
                  </a:ext>
                </a:extLst>
              </p:cNvPr>
              <p:cNvPicPr/>
              <p:nvPr/>
            </p:nvPicPr>
            <p:blipFill>
              <a:blip r:embed="rId535"/>
              <a:stretch>
                <a:fillRect/>
              </a:stretch>
            </p:blipFill>
            <p:spPr>
              <a:xfrm>
                <a:off x="5630166" y="2502502"/>
                <a:ext cx="302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404" name="Ink 403">
                <a:extLst>
                  <a:ext uri="{FF2B5EF4-FFF2-40B4-BE49-F238E27FC236}">
                    <a16:creationId xmlns:a16="http://schemas.microsoft.com/office/drawing/2014/main" id="{237E27C1-9EAB-3999-8815-867F963639B8}"/>
                  </a:ext>
                </a:extLst>
              </p14:cNvPr>
              <p14:cNvContentPartPr/>
              <p14:nvPr/>
            </p14:nvContentPartPr>
            <p14:xfrm>
              <a:off x="5692806" y="2725342"/>
              <a:ext cx="17280" cy="152280"/>
            </p14:xfrm>
          </p:contentPart>
        </mc:Choice>
        <mc:Fallback xmlns="">
          <p:pic>
            <p:nvPicPr>
              <p:cNvPr id="404" name="Ink 403">
                <a:extLst>
                  <a:ext uri="{FF2B5EF4-FFF2-40B4-BE49-F238E27FC236}">
                    <a16:creationId xmlns:a16="http://schemas.microsoft.com/office/drawing/2014/main" id="{237E27C1-9EAB-3999-8815-867F963639B8}"/>
                  </a:ext>
                </a:extLst>
              </p:cNvPr>
              <p:cNvPicPr/>
              <p:nvPr/>
            </p:nvPicPr>
            <p:blipFill>
              <a:blip r:embed="rId537"/>
              <a:stretch>
                <a:fillRect/>
              </a:stretch>
            </p:blipFill>
            <p:spPr>
              <a:xfrm>
                <a:off x="5684166" y="2716342"/>
                <a:ext cx="349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405" name="Ink 404">
                <a:extLst>
                  <a:ext uri="{FF2B5EF4-FFF2-40B4-BE49-F238E27FC236}">
                    <a16:creationId xmlns:a16="http://schemas.microsoft.com/office/drawing/2014/main" id="{2FBE383E-726E-548D-A61B-617F9BB251BF}"/>
                  </a:ext>
                </a:extLst>
              </p14:cNvPr>
              <p14:cNvContentPartPr/>
              <p14:nvPr/>
            </p14:nvContentPartPr>
            <p14:xfrm>
              <a:off x="5703606" y="3041422"/>
              <a:ext cx="12960" cy="117360"/>
            </p14:xfrm>
          </p:contentPart>
        </mc:Choice>
        <mc:Fallback xmlns="">
          <p:pic>
            <p:nvPicPr>
              <p:cNvPr id="405" name="Ink 404">
                <a:extLst>
                  <a:ext uri="{FF2B5EF4-FFF2-40B4-BE49-F238E27FC236}">
                    <a16:creationId xmlns:a16="http://schemas.microsoft.com/office/drawing/2014/main" id="{2FBE383E-726E-548D-A61B-617F9BB251BF}"/>
                  </a:ext>
                </a:extLst>
              </p:cNvPr>
              <p:cNvPicPr/>
              <p:nvPr/>
            </p:nvPicPr>
            <p:blipFill>
              <a:blip r:embed="rId539"/>
              <a:stretch>
                <a:fillRect/>
              </a:stretch>
            </p:blipFill>
            <p:spPr>
              <a:xfrm>
                <a:off x="5694966" y="3032422"/>
                <a:ext cx="30600" cy="135000"/>
              </a:xfrm>
              <a:prstGeom prst="rect">
                <a:avLst/>
              </a:prstGeom>
            </p:spPr>
          </p:pic>
        </mc:Fallback>
      </mc:AlternateContent>
      <p:grpSp>
        <p:nvGrpSpPr>
          <p:cNvPr id="412" name="Group 411">
            <a:extLst>
              <a:ext uri="{FF2B5EF4-FFF2-40B4-BE49-F238E27FC236}">
                <a16:creationId xmlns:a16="http://schemas.microsoft.com/office/drawing/2014/main" id="{F19407DD-76D8-8FF1-8947-11C572D3AA96}"/>
              </a:ext>
            </a:extLst>
          </p:cNvPr>
          <p:cNvGrpSpPr/>
          <p:nvPr/>
        </p:nvGrpSpPr>
        <p:grpSpPr>
          <a:xfrm>
            <a:off x="1565766" y="3109462"/>
            <a:ext cx="7150320" cy="568440"/>
            <a:chOff x="41766" y="3109462"/>
            <a:chExt cx="7150320" cy="568440"/>
          </a:xfrm>
        </p:grpSpPr>
        <mc:AlternateContent xmlns:mc="http://schemas.openxmlformats.org/markup-compatibility/2006" xmlns:p14="http://schemas.microsoft.com/office/powerpoint/2010/main">
          <mc:Choice Requires="p14">
            <p:contentPart p14:bwMode="auto" r:id="rId540">
              <p14:nvContentPartPr>
                <p14:cNvPr id="407" name="Ink 406">
                  <a:extLst>
                    <a:ext uri="{FF2B5EF4-FFF2-40B4-BE49-F238E27FC236}">
                      <a16:creationId xmlns:a16="http://schemas.microsoft.com/office/drawing/2014/main" id="{A7088638-6BFE-004F-72A8-68F52AB4D797}"/>
                    </a:ext>
                  </a:extLst>
                </p14:cNvPr>
                <p14:cNvContentPartPr/>
                <p14:nvPr/>
              </p14:nvContentPartPr>
              <p14:xfrm>
                <a:off x="41766" y="3109462"/>
                <a:ext cx="3994920" cy="403920"/>
              </p14:xfrm>
            </p:contentPart>
          </mc:Choice>
          <mc:Fallback xmlns="">
            <p:pic>
              <p:nvPicPr>
                <p:cNvPr id="407" name="Ink 406">
                  <a:extLst>
                    <a:ext uri="{FF2B5EF4-FFF2-40B4-BE49-F238E27FC236}">
                      <a16:creationId xmlns:a16="http://schemas.microsoft.com/office/drawing/2014/main" id="{A7088638-6BFE-004F-72A8-68F52AB4D797}"/>
                    </a:ext>
                  </a:extLst>
                </p:cNvPr>
                <p:cNvPicPr/>
                <p:nvPr/>
              </p:nvPicPr>
              <p:blipFill>
                <a:blip r:embed="rId541"/>
                <a:stretch>
                  <a:fillRect/>
                </a:stretch>
              </p:blipFill>
              <p:spPr>
                <a:xfrm>
                  <a:off x="33126" y="3100822"/>
                  <a:ext cx="401256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408" name="Ink 407">
                  <a:extLst>
                    <a:ext uri="{FF2B5EF4-FFF2-40B4-BE49-F238E27FC236}">
                      <a16:creationId xmlns:a16="http://schemas.microsoft.com/office/drawing/2014/main" id="{41B295A5-F6F1-975F-9638-40A241DC65D2}"/>
                    </a:ext>
                  </a:extLst>
                </p14:cNvPr>
                <p14:cNvContentPartPr/>
                <p14:nvPr/>
              </p14:nvContentPartPr>
              <p14:xfrm>
                <a:off x="4068006" y="3493222"/>
                <a:ext cx="360" cy="360"/>
              </p14:xfrm>
            </p:contentPart>
          </mc:Choice>
          <mc:Fallback xmlns="">
            <p:pic>
              <p:nvPicPr>
                <p:cNvPr id="408" name="Ink 407">
                  <a:extLst>
                    <a:ext uri="{FF2B5EF4-FFF2-40B4-BE49-F238E27FC236}">
                      <a16:creationId xmlns:a16="http://schemas.microsoft.com/office/drawing/2014/main" id="{41B295A5-F6F1-975F-9638-40A241DC65D2}"/>
                    </a:ext>
                  </a:extLst>
                </p:cNvPr>
                <p:cNvPicPr/>
                <p:nvPr/>
              </p:nvPicPr>
              <p:blipFill>
                <a:blip r:embed="rId293"/>
                <a:stretch>
                  <a:fillRect/>
                </a:stretch>
              </p:blipFill>
              <p:spPr>
                <a:xfrm>
                  <a:off x="4059366" y="34845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409" name="Ink 408">
                  <a:extLst>
                    <a:ext uri="{FF2B5EF4-FFF2-40B4-BE49-F238E27FC236}">
                      <a16:creationId xmlns:a16="http://schemas.microsoft.com/office/drawing/2014/main" id="{CFC55A44-CD12-1BC5-70D9-4FE958B314E2}"/>
                    </a:ext>
                  </a:extLst>
                </p14:cNvPr>
                <p14:cNvContentPartPr/>
                <p14:nvPr/>
              </p14:nvContentPartPr>
              <p14:xfrm>
                <a:off x="4035966" y="3514462"/>
                <a:ext cx="2380320" cy="163080"/>
              </p14:xfrm>
            </p:contentPart>
          </mc:Choice>
          <mc:Fallback xmlns="">
            <p:pic>
              <p:nvPicPr>
                <p:cNvPr id="409" name="Ink 408">
                  <a:extLst>
                    <a:ext uri="{FF2B5EF4-FFF2-40B4-BE49-F238E27FC236}">
                      <a16:creationId xmlns:a16="http://schemas.microsoft.com/office/drawing/2014/main" id="{CFC55A44-CD12-1BC5-70D9-4FE958B314E2}"/>
                    </a:ext>
                  </a:extLst>
                </p:cNvPr>
                <p:cNvPicPr/>
                <p:nvPr/>
              </p:nvPicPr>
              <p:blipFill>
                <a:blip r:embed="rId544"/>
                <a:stretch>
                  <a:fillRect/>
                </a:stretch>
              </p:blipFill>
              <p:spPr>
                <a:xfrm>
                  <a:off x="4027326" y="3505822"/>
                  <a:ext cx="239796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411" name="Ink 410">
                  <a:extLst>
                    <a:ext uri="{FF2B5EF4-FFF2-40B4-BE49-F238E27FC236}">
                      <a16:creationId xmlns:a16="http://schemas.microsoft.com/office/drawing/2014/main" id="{71817516-B263-60DE-10F6-A5265A7E82F9}"/>
                    </a:ext>
                  </a:extLst>
                </p14:cNvPr>
                <p14:cNvContentPartPr/>
                <p14:nvPr/>
              </p14:nvContentPartPr>
              <p14:xfrm>
                <a:off x="6358686" y="3653422"/>
                <a:ext cx="833400" cy="24480"/>
              </p14:xfrm>
            </p:contentPart>
          </mc:Choice>
          <mc:Fallback xmlns="">
            <p:pic>
              <p:nvPicPr>
                <p:cNvPr id="411" name="Ink 410">
                  <a:extLst>
                    <a:ext uri="{FF2B5EF4-FFF2-40B4-BE49-F238E27FC236}">
                      <a16:creationId xmlns:a16="http://schemas.microsoft.com/office/drawing/2014/main" id="{71817516-B263-60DE-10F6-A5265A7E82F9}"/>
                    </a:ext>
                  </a:extLst>
                </p:cNvPr>
                <p:cNvPicPr/>
                <p:nvPr/>
              </p:nvPicPr>
              <p:blipFill>
                <a:blip r:embed="rId546"/>
                <a:stretch>
                  <a:fillRect/>
                </a:stretch>
              </p:blipFill>
              <p:spPr>
                <a:xfrm>
                  <a:off x="6350046" y="3644422"/>
                  <a:ext cx="8510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7">
            <p14:nvContentPartPr>
              <p14:cNvPr id="20" name="Ink 19">
                <a:extLst>
                  <a:ext uri="{FF2B5EF4-FFF2-40B4-BE49-F238E27FC236}">
                    <a16:creationId xmlns:a16="http://schemas.microsoft.com/office/drawing/2014/main" id="{F1EA3660-59A9-A81A-BCAB-3F22F0D1C72C}"/>
                  </a:ext>
                </a:extLst>
              </p14:cNvPr>
              <p14:cNvContentPartPr/>
              <p14:nvPr/>
            </p14:nvContentPartPr>
            <p14:xfrm>
              <a:off x="9866138" y="2497717"/>
              <a:ext cx="967680" cy="207000"/>
            </p14:xfrm>
          </p:contentPart>
        </mc:Choice>
        <mc:Fallback xmlns="">
          <p:pic>
            <p:nvPicPr>
              <p:cNvPr id="20" name="Ink 19">
                <a:extLst>
                  <a:ext uri="{FF2B5EF4-FFF2-40B4-BE49-F238E27FC236}">
                    <a16:creationId xmlns:a16="http://schemas.microsoft.com/office/drawing/2014/main" id="{F1EA3660-59A9-A81A-BCAB-3F22F0D1C72C}"/>
                  </a:ext>
                </a:extLst>
              </p:cNvPr>
              <p:cNvPicPr/>
              <p:nvPr/>
            </p:nvPicPr>
            <p:blipFill>
              <a:blip r:embed="rId548"/>
              <a:stretch>
                <a:fillRect/>
              </a:stretch>
            </p:blipFill>
            <p:spPr>
              <a:xfrm>
                <a:off x="9848498" y="2480077"/>
                <a:ext cx="1003320" cy="242640"/>
              </a:xfrm>
              <a:prstGeom prst="rect">
                <a:avLst/>
              </a:prstGeom>
            </p:spPr>
          </p:pic>
        </mc:Fallback>
      </mc:AlternateContent>
      <p:grpSp>
        <p:nvGrpSpPr>
          <p:cNvPr id="80" name="Group 79">
            <a:extLst>
              <a:ext uri="{FF2B5EF4-FFF2-40B4-BE49-F238E27FC236}">
                <a16:creationId xmlns:a16="http://schemas.microsoft.com/office/drawing/2014/main" id="{39C40B1A-4674-289C-04A4-2A702C9057F8}"/>
              </a:ext>
            </a:extLst>
          </p:cNvPr>
          <p:cNvGrpSpPr/>
          <p:nvPr/>
        </p:nvGrpSpPr>
        <p:grpSpPr>
          <a:xfrm>
            <a:off x="10503338" y="2828917"/>
            <a:ext cx="363240" cy="251280"/>
            <a:chOff x="10503338" y="2828917"/>
            <a:chExt cx="363240" cy="251280"/>
          </a:xfrm>
        </p:grpSpPr>
        <mc:AlternateContent xmlns:mc="http://schemas.openxmlformats.org/markup-compatibility/2006" xmlns:p14="http://schemas.microsoft.com/office/powerpoint/2010/main">
          <mc:Choice Requires="p14">
            <p:contentPart p14:bwMode="auto" r:id="rId549">
              <p14:nvContentPartPr>
                <p14:cNvPr id="22" name="Ink 21">
                  <a:extLst>
                    <a:ext uri="{FF2B5EF4-FFF2-40B4-BE49-F238E27FC236}">
                      <a16:creationId xmlns:a16="http://schemas.microsoft.com/office/drawing/2014/main" id="{873FFAB5-4400-C515-1EF3-D200FDA7821E}"/>
                    </a:ext>
                  </a:extLst>
                </p14:cNvPr>
                <p14:cNvContentPartPr/>
                <p14:nvPr/>
              </p14:nvContentPartPr>
              <p14:xfrm>
                <a:off x="10503338" y="2828917"/>
                <a:ext cx="123840" cy="9720"/>
              </p14:xfrm>
            </p:contentPart>
          </mc:Choice>
          <mc:Fallback xmlns="">
            <p:pic>
              <p:nvPicPr>
                <p:cNvPr id="22" name="Ink 21">
                  <a:extLst>
                    <a:ext uri="{FF2B5EF4-FFF2-40B4-BE49-F238E27FC236}">
                      <a16:creationId xmlns:a16="http://schemas.microsoft.com/office/drawing/2014/main" id="{873FFAB5-4400-C515-1EF3-D200FDA7821E}"/>
                    </a:ext>
                  </a:extLst>
                </p:cNvPr>
                <p:cNvPicPr/>
                <p:nvPr/>
              </p:nvPicPr>
              <p:blipFill>
                <a:blip r:embed="rId550"/>
                <a:stretch>
                  <a:fillRect/>
                </a:stretch>
              </p:blipFill>
              <p:spPr>
                <a:xfrm>
                  <a:off x="10485698" y="2810917"/>
                  <a:ext cx="1594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23" name="Ink 22">
                  <a:extLst>
                    <a:ext uri="{FF2B5EF4-FFF2-40B4-BE49-F238E27FC236}">
                      <a16:creationId xmlns:a16="http://schemas.microsoft.com/office/drawing/2014/main" id="{3E17BCD3-3B5F-F30A-A465-BEC954A1629F}"/>
                    </a:ext>
                  </a:extLst>
                </p14:cNvPr>
                <p14:cNvContentPartPr/>
                <p14:nvPr/>
              </p14:nvContentPartPr>
              <p14:xfrm>
                <a:off x="10583618" y="2835757"/>
                <a:ext cx="10800" cy="150840"/>
              </p14:xfrm>
            </p:contentPart>
          </mc:Choice>
          <mc:Fallback xmlns="">
            <p:pic>
              <p:nvPicPr>
                <p:cNvPr id="23" name="Ink 22">
                  <a:extLst>
                    <a:ext uri="{FF2B5EF4-FFF2-40B4-BE49-F238E27FC236}">
                      <a16:creationId xmlns:a16="http://schemas.microsoft.com/office/drawing/2014/main" id="{3E17BCD3-3B5F-F30A-A465-BEC954A1629F}"/>
                    </a:ext>
                  </a:extLst>
                </p:cNvPr>
                <p:cNvPicPr/>
                <p:nvPr/>
              </p:nvPicPr>
              <p:blipFill>
                <a:blip r:embed="rId552"/>
                <a:stretch>
                  <a:fillRect/>
                </a:stretch>
              </p:blipFill>
              <p:spPr>
                <a:xfrm>
                  <a:off x="10565618" y="2817757"/>
                  <a:ext cx="464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24" name="Ink 23">
                  <a:extLst>
                    <a:ext uri="{FF2B5EF4-FFF2-40B4-BE49-F238E27FC236}">
                      <a16:creationId xmlns:a16="http://schemas.microsoft.com/office/drawing/2014/main" id="{07835353-783E-A141-2D5B-3243FDAF57B2}"/>
                    </a:ext>
                  </a:extLst>
                </p14:cNvPr>
                <p14:cNvContentPartPr/>
                <p14:nvPr/>
              </p14:nvContentPartPr>
              <p14:xfrm>
                <a:off x="10636178" y="2921077"/>
                <a:ext cx="91800" cy="133200"/>
              </p14:xfrm>
            </p:contentPart>
          </mc:Choice>
          <mc:Fallback xmlns="">
            <p:pic>
              <p:nvPicPr>
                <p:cNvPr id="24" name="Ink 23">
                  <a:extLst>
                    <a:ext uri="{FF2B5EF4-FFF2-40B4-BE49-F238E27FC236}">
                      <a16:creationId xmlns:a16="http://schemas.microsoft.com/office/drawing/2014/main" id="{07835353-783E-A141-2D5B-3243FDAF57B2}"/>
                    </a:ext>
                  </a:extLst>
                </p:cNvPr>
                <p:cNvPicPr/>
                <p:nvPr/>
              </p:nvPicPr>
              <p:blipFill>
                <a:blip r:embed="rId554"/>
                <a:stretch>
                  <a:fillRect/>
                </a:stretch>
              </p:blipFill>
              <p:spPr>
                <a:xfrm>
                  <a:off x="10618178" y="2903437"/>
                  <a:ext cx="12744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28" name="Ink 27">
                  <a:extLst>
                    <a:ext uri="{FF2B5EF4-FFF2-40B4-BE49-F238E27FC236}">
                      <a16:creationId xmlns:a16="http://schemas.microsoft.com/office/drawing/2014/main" id="{4AA67209-B196-54E9-CCDE-105F84C17086}"/>
                    </a:ext>
                  </a:extLst>
                </p14:cNvPr>
                <p14:cNvContentPartPr/>
                <p14:nvPr/>
              </p14:nvContentPartPr>
              <p14:xfrm>
                <a:off x="10781978" y="2934397"/>
                <a:ext cx="84600" cy="85680"/>
              </p14:xfrm>
            </p:contentPart>
          </mc:Choice>
          <mc:Fallback xmlns="">
            <p:pic>
              <p:nvPicPr>
                <p:cNvPr id="28" name="Ink 27">
                  <a:extLst>
                    <a:ext uri="{FF2B5EF4-FFF2-40B4-BE49-F238E27FC236}">
                      <a16:creationId xmlns:a16="http://schemas.microsoft.com/office/drawing/2014/main" id="{4AA67209-B196-54E9-CCDE-105F84C17086}"/>
                    </a:ext>
                  </a:extLst>
                </p:cNvPr>
                <p:cNvPicPr/>
                <p:nvPr/>
              </p:nvPicPr>
              <p:blipFill>
                <a:blip r:embed="rId556"/>
                <a:stretch>
                  <a:fillRect/>
                </a:stretch>
              </p:blipFill>
              <p:spPr>
                <a:xfrm>
                  <a:off x="10763978" y="2916757"/>
                  <a:ext cx="1202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76" name="Ink 75">
                  <a:extLst>
                    <a:ext uri="{FF2B5EF4-FFF2-40B4-BE49-F238E27FC236}">
                      <a16:creationId xmlns:a16="http://schemas.microsoft.com/office/drawing/2014/main" id="{1B1993F1-71F0-19A2-CCEB-CD71020A92D3}"/>
                    </a:ext>
                  </a:extLst>
                </p14:cNvPr>
                <p14:cNvContentPartPr/>
                <p14:nvPr/>
              </p14:nvContentPartPr>
              <p14:xfrm>
                <a:off x="10808618" y="2947717"/>
                <a:ext cx="55080" cy="132480"/>
              </p14:xfrm>
            </p:contentPart>
          </mc:Choice>
          <mc:Fallback xmlns="">
            <p:pic>
              <p:nvPicPr>
                <p:cNvPr id="76" name="Ink 75">
                  <a:extLst>
                    <a:ext uri="{FF2B5EF4-FFF2-40B4-BE49-F238E27FC236}">
                      <a16:creationId xmlns:a16="http://schemas.microsoft.com/office/drawing/2014/main" id="{1B1993F1-71F0-19A2-CCEB-CD71020A92D3}"/>
                    </a:ext>
                  </a:extLst>
                </p:cNvPr>
                <p:cNvPicPr/>
                <p:nvPr/>
              </p:nvPicPr>
              <p:blipFill>
                <a:blip r:embed="rId558"/>
                <a:stretch>
                  <a:fillRect/>
                </a:stretch>
              </p:blipFill>
              <p:spPr>
                <a:xfrm>
                  <a:off x="10790978" y="2929717"/>
                  <a:ext cx="90720" cy="168120"/>
                </a:xfrm>
                <a:prstGeom prst="rect">
                  <a:avLst/>
                </a:prstGeom>
              </p:spPr>
            </p:pic>
          </mc:Fallback>
        </mc:AlternateContent>
      </p:grpSp>
      <p:grpSp>
        <p:nvGrpSpPr>
          <p:cNvPr id="160" name="Group 159">
            <a:extLst>
              <a:ext uri="{FF2B5EF4-FFF2-40B4-BE49-F238E27FC236}">
                <a16:creationId xmlns:a16="http://schemas.microsoft.com/office/drawing/2014/main" id="{A1E8FCA7-A680-DB48-CA40-AFFEDA7E65C8}"/>
              </a:ext>
            </a:extLst>
          </p:cNvPr>
          <p:cNvGrpSpPr/>
          <p:nvPr/>
        </p:nvGrpSpPr>
        <p:grpSpPr>
          <a:xfrm>
            <a:off x="9836618" y="1192717"/>
            <a:ext cx="469800" cy="1413720"/>
            <a:chOff x="9836618" y="1192717"/>
            <a:chExt cx="469800" cy="1413720"/>
          </a:xfrm>
        </p:grpSpPr>
        <mc:AlternateContent xmlns:mc="http://schemas.openxmlformats.org/markup-compatibility/2006" xmlns:p14="http://schemas.microsoft.com/office/powerpoint/2010/main">
          <mc:Choice Requires="p14">
            <p:contentPart p14:bwMode="auto" r:id="rId559">
              <p14:nvContentPartPr>
                <p14:cNvPr id="88" name="Ink 87">
                  <a:extLst>
                    <a:ext uri="{FF2B5EF4-FFF2-40B4-BE49-F238E27FC236}">
                      <a16:creationId xmlns:a16="http://schemas.microsoft.com/office/drawing/2014/main" id="{47EEDCC0-6D14-9A2C-ABD3-90F39C77F7B7}"/>
                    </a:ext>
                  </a:extLst>
                </p14:cNvPr>
                <p14:cNvContentPartPr/>
                <p14:nvPr/>
              </p14:nvContentPartPr>
              <p14:xfrm>
                <a:off x="9844538" y="1209637"/>
                <a:ext cx="35280" cy="1396800"/>
              </p14:xfrm>
            </p:contentPart>
          </mc:Choice>
          <mc:Fallback xmlns="">
            <p:pic>
              <p:nvPicPr>
                <p:cNvPr id="88" name="Ink 87">
                  <a:extLst>
                    <a:ext uri="{FF2B5EF4-FFF2-40B4-BE49-F238E27FC236}">
                      <a16:creationId xmlns:a16="http://schemas.microsoft.com/office/drawing/2014/main" id="{47EEDCC0-6D14-9A2C-ABD3-90F39C77F7B7}"/>
                    </a:ext>
                  </a:extLst>
                </p:cNvPr>
                <p:cNvPicPr/>
                <p:nvPr/>
              </p:nvPicPr>
              <p:blipFill>
                <a:blip r:embed="rId560"/>
                <a:stretch>
                  <a:fillRect/>
                </a:stretch>
              </p:blipFill>
              <p:spPr>
                <a:xfrm>
                  <a:off x="9826538" y="1191637"/>
                  <a:ext cx="70920" cy="143244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96" name="Ink 95">
                  <a:extLst>
                    <a:ext uri="{FF2B5EF4-FFF2-40B4-BE49-F238E27FC236}">
                      <a16:creationId xmlns:a16="http://schemas.microsoft.com/office/drawing/2014/main" id="{19348154-9EC0-B30C-4E9B-C41A4B10D3F6}"/>
                    </a:ext>
                  </a:extLst>
                </p14:cNvPr>
                <p14:cNvContentPartPr/>
                <p14:nvPr/>
              </p14:nvContentPartPr>
              <p14:xfrm>
                <a:off x="9836618" y="1192717"/>
                <a:ext cx="106920" cy="169200"/>
              </p14:xfrm>
            </p:contentPart>
          </mc:Choice>
          <mc:Fallback xmlns="">
            <p:pic>
              <p:nvPicPr>
                <p:cNvPr id="96" name="Ink 95">
                  <a:extLst>
                    <a:ext uri="{FF2B5EF4-FFF2-40B4-BE49-F238E27FC236}">
                      <a16:creationId xmlns:a16="http://schemas.microsoft.com/office/drawing/2014/main" id="{19348154-9EC0-B30C-4E9B-C41A4B10D3F6}"/>
                    </a:ext>
                  </a:extLst>
                </p:cNvPr>
                <p:cNvPicPr/>
                <p:nvPr/>
              </p:nvPicPr>
              <p:blipFill>
                <a:blip r:embed="rId562"/>
                <a:stretch>
                  <a:fillRect/>
                </a:stretch>
              </p:blipFill>
              <p:spPr>
                <a:xfrm>
                  <a:off x="9818978" y="1175077"/>
                  <a:ext cx="1425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125" name="Ink 124">
                  <a:extLst>
                    <a:ext uri="{FF2B5EF4-FFF2-40B4-BE49-F238E27FC236}">
                      <a16:creationId xmlns:a16="http://schemas.microsoft.com/office/drawing/2014/main" id="{70E110E5-192D-6869-D314-BE2D014AA94E}"/>
                    </a:ext>
                  </a:extLst>
                </p14:cNvPr>
                <p14:cNvContentPartPr/>
                <p14:nvPr/>
              </p14:nvContentPartPr>
              <p14:xfrm>
                <a:off x="10010138" y="1337797"/>
                <a:ext cx="95040" cy="13320"/>
              </p14:xfrm>
            </p:contentPart>
          </mc:Choice>
          <mc:Fallback xmlns="">
            <p:pic>
              <p:nvPicPr>
                <p:cNvPr id="125" name="Ink 124">
                  <a:extLst>
                    <a:ext uri="{FF2B5EF4-FFF2-40B4-BE49-F238E27FC236}">
                      <a16:creationId xmlns:a16="http://schemas.microsoft.com/office/drawing/2014/main" id="{70E110E5-192D-6869-D314-BE2D014AA94E}"/>
                    </a:ext>
                  </a:extLst>
                </p:cNvPr>
                <p:cNvPicPr/>
                <p:nvPr/>
              </p:nvPicPr>
              <p:blipFill>
                <a:blip r:embed="rId564"/>
                <a:stretch>
                  <a:fillRect/>
                </a:stretch>
              </p:blipFill>
              <p:spPr>
                <a:xfrm>
                  <a:off x="9992138" y="1319797"/>
                  <a:ext cx="1306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565">
              <p14:nvContentPartPr>
                <p14:cNvPr id="135" name="Ink 134">
                  <a:extLst>
                    <a:ext uri="{FF2B5EF4-FFF2-40B4-BE49-F238E27FC236}">
                      <a16:creationId xmlns:a16="http://schemas.microsoft.com/office/drawing/2014/main" id="{17AC04ED-AC4F-582A-EE92-46D207278833}"/>
                    </a:ext>
                  </a:extLst>
                </p14:cNvPr>
                <p14:cNvContentPartPr/>
                <p14:nvPr/>
              </p14:nvContentPartPr>
              <p14:xfrm>
                <a:off x="10065578" y="1356157"/>
                <a:ext cx="11520" cy="159480"/>
              </p14:xfrm>
            </p:contentPart>
          </mc:Choice>
          <mc:Fallback xmlns="">
            <p:pic>
              <p:nvPicPr>
                <p:cNvPr id="135" name="Ink 134">
                  <a:extLst>
                    <a:ext uri="{FF2B5EF4-FFF2-40B4-BE49-F238E27FC236}">
                      <a16:creationId xmlns:a16="http://schemas.microsoft.com/office/drawing/2014/main" id="{17AC04ED-AC4F-582A-EE92-46D207278833}"/>
                    </a:ext>
                  </a:extLst>
                </p:cNvPr>
                <p:cNvPicPr/>
                <p:nvPr/>
              </p:nvPicPr>
              <p:blipFill>
                <a:blip r:embed="rId566"/>
                <a:stretch>
                  <a:fillRect/>
                </a:stretch>
              </p:blipFill>
              <p:spPr>
                <a:xfrm>
                  <a:off x="10047938" y="1338517"/>
                  <a:ext cx="471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137" name="Ink 136">
                  <a:extLst>
                    <a:ext uri="{FF2B5EF4-FFF2-40B4-BE49-F238E27FC236}">
                      <a16:creationId xmlns:a16="http://schemas.microsoft.com/office/drawing/2014/main" id="{B0526789-65B1-7704-9AB8-6ADEE38C689E}"/>
                    </a:ext>
                  </a:extLst>
                </p14:cNvPr>
                <p14:cNvContentPartPr/>
                <p14:nvPr/>
              </p14:nvContentPartPr>
              <p14:xfrm>
                <a:off x="10110218" y="1418437"/>
                <a:ext cx="66600" cy="137160"/>
              </p14:xfrm>
            </p:contentPart>
          </mc:Choice>
          <mc:Fallback xmlns="">
            <p:pic>
              <p:nvPicPr>
                <p:cNvPr id="137" name="Ink 136">
                  <a:extLst>
                    <a:ext uri="{FF2B5EF4-FFF2-40B4-BE49-F238E27FC236}">
                      <a16:creationId xmlns:a16="http://schemas.microsoft.com/office/drawing/2014/main" id="{B0526789-65B1-7704-9AB8-6ADEE38C689E}"/>
                    </a:ext>
                  </a:extLst>
                </p:cNvPr>
                <p:cNvPicPr/>
                <p:nvPr/>
              </p:nvPicPr>
              <p:blipFill>
                <a:blip r:embed="rId568"/>
                <a:stretch>
                  <a:fillRect/>
                </a:stretch>
              </p:blipFill>
              <p:spPr>
                <a:xfrm>
                  <a:off x="10092218" y="1400797"/>
                  <a:ext cx="1022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139" name="Ink 138">
                  <a:extLst>
                    <a:ext uri="{FF2B5EF4-FFF2-40B4-BE49-F238E27FC236}">
                      <a16:creationId xmlns:a16="http://schemas.microsoft.com/office/drawing/2014/main" id="{0CAC340C-742C-AE39-D79A-13FAC74164B9}"/>
                    </a:ext>
                  </a:extLst>
                </p14:cNvPr>
                <p14:cNvContentPartPr/>
                <p14:nvPr/>
              </p14:nvContentPartPr>
              <p14:xfrm>
                <a:off x="10212818" y="1431757"/>
                <a:ext cx="79200" cy="93960"/>
              </p14:xfrm>
            </p:contentPart>
          </mc:Choice>
          <mc:Fallback xmlns="">
            <p:pic>
              <p:nvPicPr>
                <p:cNvPr id="139" name="Ink 138">
                  <a:extLst>
                    <a:ext uri="{FF2B5EF4-FFF2-40B4-BE49-F238E27FC236}">
                      <a16:creationId xmlns:a16="http://schemas.microsoft.com/office/drawing/2014/main" id="{0CAC340C-742C-AE39-D79A-13FAC74164B9}"/>
                    </a:ext>
                  </a:extLst>
                </p:cNvPr>
                <p:cNvPicPr/>
                <p:nvPr/>
              </p:nvPicPr>
              <p:blipFill>
                <a:blip r:embed="rId570"/>
                <a:stretch>
                  <a:fillRect/>
                </a:stretch>
              </p:blipFill>
              <p:spPr>
                <a:xfrm>
                  <a:off x="10195178" y="1414117"/>
                  <a:ext cx="1148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155" name="Ink 154">
                  <a:extLst>
                    <a:ext uri="{FF2B5EF4-FFF2-40B4-BE49-F238E27FC236}">
                      <a16:creationId xmlns:a16="http://schemas.microsoft.com/office/drawing/2014/main" id="{B3F0AC8F-A606-F828-088F-7727CDA0714C}"/>
                    </a:ext>
                  </a:extLst>
                </p14:cNvPr>
                <p14:cNvContentPartPr/>
                <p14:nvPr/>
              </p14:nvContentPartPr>
              <p14:xfrm>
                <a:off x="10264658" y="1423477"/>
                <a:ext cx="41760" cy="273600"/>
              </p14:xfrm>
            </p:contentPart>
          </mc:Choice>
          <mc:Fallback xmlns="">
            <p:pic>
              <p:nvPicPr>
                <p:cNvPr id="155" name="Ink 154">
                  <a:extLst>
                    <a:ext uri="{FF2B5EF4-FFF2-40B4-BE49-F238E27FC236}">
                      <a16:creationId xmlns:a16="http://schemas.microsoft.com/office/drawing/2014/main" id="{B3F0AC8F-A606-F828-088F-7727CDA0714C}"/>
                    </a:ext>
                  </a:extLst>
                </p:cNvPr>
                <p:cNvPicPr/>
                <p:nvPr/>
              </p:nvPicPr>
              <p:blipFill>
                <a:blip r:embed="rId572"/>
                <a:stretch>
                  <a:fillRect/>
                </a:stretch>
              </p:blipFill>
              <p:spPr>
                <a:xfrm>
                  <a:off x="10247018" y="1405837"/>
                  <a:ext cx="77400" cy="30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3">
            <p14:nvContentPartPr>
              <p14:cNvPr id="224" name="Ink 223">
                <a:extLst>
                  <a:ext uri="{FF2B5EF4-FFF2-40B4-BE49-F238E27FC236}">
                    <a16:creationId xmlns:a16="http://schemas.microsoft.com/office/drawing/2014/main" id="{D68970C2-9437-4FFD-ED86-E72300CEA645}"/>
                  </a:ext>
                </a:extLst>
              </p14:cNvPr>
              <p14:cNvContentPartPr/>
              <p14:nvPr/>
            </p14:nvContentPartPr>
            <p14:xfrm>
              <a:off x="9217418" y="2952397"/>
              <a:ext cx="50040" cy="129960"/>
            </p14:xfrm>
          </p:contentPart>
        </mc:Choice>
        <mc:Fallback xmlns="">
          <p:pic>
            <p:nvPicPr>
              <p:cNvPr id="224" name="Ink 223">
                <a:extLst>
                  <a:ext uri="{FF2B5EF4-FFF2-40B4-BE49-F238E27FC236}">
                    <a16:creationId xmlns:a16="http://schemas.microsoft.com/office/drawing/2014/main" id="{D68970C2-9437-4FFD-ED86-E72300CEA645}"/>
                  </a:ext>
                </a:extLst>
              </p:cNvPr>
              <p:cNvPicPr/>
              <p:nvPr/>
            </p:nvPicPr>
            <p:blipFill>
              <a:blip r:embed="rId574"/>
              <a:stretch>
                <a:fillRect/>
              </a:stretch>
            </p:blipFill>
            <p:spPr>
              <a:xfrm>
                <a:off x="9208418" y="2943757"/>
                <a:ext cx="676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273" name="Ink 272">
                <a:extLst>
                  <a:ext uri="{FF2B5EF4-FFF2-40B4-BE49-F238E27FC236}">
                    <a16:creationId xmlns:a16="http://schemas.microsoft.com/office/drawing/2014/main" id="{451159F1-087C-1898-635F-62F3D52AF52C}"/>
                  </a:ext>
                </a:extLst>
              </p14:cNvPr>
              <p14:cNvContentPartPr/>
              <p14:nvPr/>
            </p14:nvContentPartPr>
            <p14:xfrm>
              <a:off x="9685418" y="1291717"/>
              <a:ext cx="4680" cy="11160"/>
            </p14:xfrm>
          </p:contentPart>
        </mc:Choice>
        <mc:Fallback xmlns="">
          <p:pic>
            <p:nvPicPr>
              <p:cNvPr id="273" name="Ink 272">
                <a:extLst>
                  <a:ext uri="{FF2B5EF4-FFF2-40B4-BE49-F238E27FC236}">
                    <a16:creationId xmlns:a16="http://schemas.microsoft.com/office/drawing/2014/main" id="{451159F1-087C-1898-635F-62F3D52AF52C}"/>
                  </a:ext>
                </a:extLst>
              </p:cNvPr>
              <p:cNvPicPr/>
              <p:nvPr/>
            </p:nvPicPr>
            <p:blipFill>
              <a:blip r:embed="rId576"/>
              <a:stretch>
                <a:fillRect/>
              </a:stretch>
            </p:blipFill>
            <p:spPr>
              <a:xfrm>
                <a:off x="9676418" y="1283077"/>
                <a:ext cx="223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278" name="Ink 277">
                <a:extLst>
                  <a:ext uri="{FF2B5EF4-FFF2-40B4-BE49-F238E27FC236}">
                    <a16:creationId xmlns:a16="http://schemas.microsoft.com/office/drawing/2014/main" id="{DCEB5E8F-5C93-3F10-B6A8-55D6F7F6AE5D}"/>
                  </a:ext>
                </a:extLst>
              </p14:cNvPr>
              <p14:cNvContentPartPr/>
              <p14:nvPr/>
            </p14:nvContentPartPr>
            <p14:xfrm>
              <a:off x="9689738" y="2251117"/>
              <a:ext cx="6480" cy="129240"/>
            </p14:xfrm>
          </p:contentPart>
        </mc:Choice>
        <mc:Fallback xmlns="">
          <p:pic>
            <p:nvPicPr>
              <p:cNvPr id="278" name="Ink 277">
                <a:extLst>
                  <a:ext uri="{FF2B5EF4-FFF2-40B4-BE49-F238E27FC236}">
                    <a16:creationId xmlns:a16="http://schemas.microsoft.com/office/drawing/2014/main" id="{DCEB5E8F-5C93-3F10-B6A8-55D6F7F6AE5D}"/>
                  </a:ext>
                </a:extLst>
              </p:cNvPr>
              <p:cNvPicPr/>
              <p:nvPr/>
            </p:nvPicPr>
            <p:blipFill>
              <a:blip r:embed="rId578"/>
              <a:stretch>
                <a:fillRect/>
              </a:stretch>
            </p:blipFill>
            <p:spPr>
              <a:xfrm>
                <a:off x="9671738" y="2233477"/>
                <a:ext cx="42120" cy="164880"/>
              </a:xfrm>
              <a:prstGeom prst="rect">
                <a:avLst/>
              </a:prstGeom>
            </p:spPr>
          </p:pic>
        </mc:Fallback>
      </mc:AlternateContent>
      <p:grpSp>
        <p:nvGrpSpPr>
          <p:cNvPr id="375" name="Group 374">
            <a:extLst>
              <a:ext uri="{FF2B5EF4-FFF2-40B4-BE49-F238E27FC236}">
                <a16:creationId xmlns:a16="http://schemas.microsoft.com/office/drawing/2014/main" id="{B3008D2A-9ACD-DD72-BC85-1AA2B7780E19}"/>
              </a:ext>
            </a:extLst>
          </p:cNvPr>
          <p:cNvGrpSpPr/>
          <p:nvPr/>
        </p:nvGrpSpPr>
        <p:grpSpPr>
          <a:xfrm>
            <a:off x="9091058" y="1266157"/>
            <a:ext cx="628920" cy="818280"/>
            <a:chOff x="9091058" y="1266157"/>
            <a:chExt cx="628920" cy="818280"/>
          </a:xfrm>
        </p:grpSpPr>
        <mc:AlternateContent xmlns:mc="http://schemas.openxmlformats.org/markup-compatibility/2006" xmlns:p14="http://schemas.microsoft.com/office/powerpoint/2010/main">
          <mc:Choice Requires="p14">
            <p:contentPart p14:bwMode="auto" r:id="rId579">
              <p14:nvContentPartPr>
                <p14:cNvPr id="276" name="Ink 275">
                  <a:extLst>
                    <a:ext uri="{FF2B5EF4-FFF2-40B4-BE49-F238E27FC236}">
                      <a16:creationId xmlns:a16="http://schemas.microsoft.com/office/drawing/2014/main" id="{03AAA654-6ECD-E23B-07DD-3B75801B501A}"/>
                    </a:ext>
                  </a:extLst>
                </p14:cNvPr>
                <p14:cNvContentPartPr/>
                <p14:nvPr/>
              </p14:nvContentPartPr>
              <p14:xfrm>
                <a:off x="9668138" y="1663957"/>
                <a:ext cx="2520" cy="104760"/>
              </p14:xfrm>
            </p:contentPart>
          </mc:Choice>
          <mc:Fallback xmlns="">
            <p:pic>
              <p:nvPicPr>
                <p:cNvPr id="276" name="Ink 275">
                  <a:extLst>
                    <a:ext uri="{FF2B5EF4-FFF2-40B4-BE49-F238E27FC236}">
                      <a16:creationId xmlns:a16="http://schemas.microsoft.com/office/drawing/2014/main" id="{03AAA654-6ECD-E23B-07DD-3B75801B501A}"/>
                    </a:ext>
                  </a:extLst>
                </p:cNvPr>
                <p:cNvPicPr/>
                <p:nvPr/>
              </p:nvPicPr>
              <p:blipFill>
                <a:blip r:embed="rId580"/>
                <a:stretch>
                  <a:fillRect/>
                </a:stretch>
              </p:blipFill>
              <p:spPr>
                <a:xfrm>
                  <a:off x="9650498" y="1646317"/>
                  <a:ext cx="381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277" name="Ink 276">
                  <a:extLst>
                    <a:ext uri="{FF2B5EF4-FFF2-40B4-BE49-F238E27FC236}">
                      <a16:creationId xmlns:a16="http://schemas.microsoft.com/office/drawing/2014/main" id="{7E62CA5B-7DC9-38DA-9CD8-7AD5F1C0AFAB}"/>
                    </a:ext>
                  </a:extLst>
                </p14:cNvPr>
                <p14:cNvContentPartPr/>
                <p14:nvPr/>
              </p14:nvContentPartPr>
              <p14:xfrm>
                <a:off x="9678578" y="1980757"/>
                <a:ext cx="3240" cy="103680"/>
              </p14:xfrm>
            </p:contentPart>
          </mc:Choice>
          <mc:Fallback xmlns="">
            <p:pic>
              <p:nvPicPr>
                <p:cNvPr id="277" name="Ink 276">
                  <a:extLst>
                    <a:ext uri="{FF2B5EF4-FFF2-40B4-BE49-F238E27FC236}">
                      <a16:creationId xmlns:a16="http://schemas.microsoft.com/office/drawing/2014/main" id="{7E62CA5B-7DC9-38DA-9CD8-7AD5F1C0AFAB}"/>
                    </a:ext>
                  </a:extLst>
                </p:cNvPr>
                <p:cNvPicPr/>
                <p:nvPr/>
              </p:nvPicPr>
              <p:blipFill>
                <a:blip r:embed="rId582"/>
                <a:stretch>
                  <a:fillRect/>
                </a:stretch>
              </p:blipFill>
              <p:spPr>
                <a:xfrm>
                  <a:off x="9660938" y="1962757"/>
                  <a:ext cx="388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274" name="Ink 273">
                  <a:extLst>
                    <a:ext uri="{FF2B5EF4-FFF2-40B4-BE49-F238E27FC236}">
                      <a16:creationId xmlns:a16="http://schemas.microsoft.com/office/drawing/2014/main" id="{06F9509D-1BBA-EC68-D71C-DD4FA247175C}"/>
                    </a:ext>
                  </a:extLst>
                </p14:cNvPr>
                <p14:cNvContentPartPr/>
                <p14:nvPr/>
              </p14:nvContentPartPr>
              <p14:xfrm>
                <a:off x="9664898" y="1266157"/>
                <a:ext cx="11520" cy="61920"/>
              </p14:xfrm>
            </p:contentPart>
          </mc:Choice>
          <mc:Fallback xmlns="">
            <p:pic>
              <p:nvPicPr>
                <p:cNvPr id="274" name="Ink 273">
                  <a:extLst>
                    <a:ext uri="{FF2B5EF4-FFF2-40B4-BE49-F238E27FC236}">
                      <a16:creationId xmlns:a16="http://schemas.microsoft.com/office/drawing/2014/main" id="{06F9509D-1BBA-EC68-D71C-DD4FA247175C}"/>
                    </a:ext>
                  </a:extLst>
                </p:cNvPr>
                <p:cNvPicPr/>
                <p:nvPr/>
              </p:nvPicPr>
              <p:blipFill>
                <a:blip r:embed="rId584"/>
                <a:stretch>
                  <a:fillRect/>
                </a:stretch>
              </p:blipFill>
              <p:spPr>
                <a:xfrm>
                  <a:off x="9646898" y="1248517"/>
                  <a:ext cx="471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275" name="Ink 274">
                  <a:extLst>
                    <a:ext uri="{FF2B5EF4-FFF2-40B4-BE49-F238E27FC236}">
                      <a16:creationId xmlns:a16="http://schemas.microsoft.com/office/drawing/2014/main" id="{E01C11AF-3CA8-8B22-5851-D142CD1D3A09}"/>
                    </a:ext>
                  </a:extLst>
                </p14:cNvPr>
                <p14:cNvContentPartPr/>
                <p14:nvPr/>
              </p14:nvContentPartPr>
              <p14:xfrm>
                <a:off x="9668498" y="1431757"/>
                <a:ext cx="12240" cy="94320"/>
              </p14:xfrm>
            </p:contentPart>
          </mc:Choice>
          <mc:Fallback xmlns="">
            <p:pic>
              <p:nvPicPr>
                <p:cNvPr id="275" name="Ink 274">
                  <a:extLst>
                    <a:ext uri="{FF2B5EF4-FFF2-40B4-BE49-F238E27FC236}">
                      <a16:creationId xmlns:a16="http://schemas.microsoft.com/office/drawing/2014/main" id="{E01C11AF-3CA8-8B22-5851-D142CD1D3A09}"/>
                    </a:ext>
                  </a:extLst>
                </p:cNvPr>
                <p:cNvPicPr/>
                <p:nvPr/>
              </p:nvPicPr>
              <p:blipFill>
                <a:blip r:embed="rId586"/>
                <a:stretch>
                  <a:fillRect/>
                </a:stretch>
              </p:blipFill>
              <p:spPr>
                <a:xfrm>
                  <a:off x="9650498" y="1414117"/>
                  <a:ext cx="478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286" name="Ink 285">
                  <a:extLst>
                    <a:ext uri="{FF2B5EF4-FFF2-40B4-BE49-F238E27FC236}">
                      <a16:creationId xmlns:a16="http://schemas.microsoft.com/office/drawing/2014/main" id="{13BFCED9-F1BE-088C-E674-8852DB926A51}"/>
                    </a:ext>
                  </a:extLst>
                </p14:cNvPr>
                <p14:cNvContentPartPr/>
                <p14:nvPr/>
              </p14:nvContentPartPr>
              <p14:xfrm>
                <a:off x="9580298" y="1291357"/>
                <a:ext cx="139680" cy="144360"/>
              </p14:xfrm>
            </p:contentPart>
          </mc:Choice>
          <mc:Fallback xmlns="">
            <p:pic>
              <p:nvPicPr>
                <p:cNvPr id="286" name="Ink 285">
                  <a:extLst>
                    <a:ext uri="{FF2B5EF4-FFF2-40B4-BE49-F238E27FC236}">
                      <a16:creationId xmlns:a16="http://schemas.microsoft.com/office/drawing/2014/main" id="{13BFCED9-F1BE-088C-E674-8852DB926A51}"/>
                    </a:ext>
                  </a:extLst>
                </p:cNvPr>
                <p:cNvPicPr/>
                <p:nvPr/>
              </p:nvPicPr>
              <p:blipFill>
                <a:blip r:embed="rId588"/>
                <a:stretch>
                  <a:fillRect/>
                </a:stretch>
              </p:blipFill>
              <p:spPr>
                <a:xfrm>
                  <a:off x="9562658" y="1273357"/>
                  <a:ext cx="1753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295" name="Ink 294">
                  <a:extLst>
                    <a:ext uri="{FF2B5EF4-FFF2-40B4-BE49-F238E27FC236}">
                      <a16:creationId xmlns:a16="http://schemas.microsoft.com/office/drawing/2014/main" id="{1EAEF241-DB1B-10A7-36CC-3F96B2BCFAA1}"/>
                    </a:ext>
                  </a:extLst>
                </p14:cNvPr>
                <p14:cNvContentPartPr/>
                <p14:nvPr/>
              </p14:nvContentPartPr>
              <p14:xfrm>
                <a:off x="9091058" y="1506277"/>
                <a:ext cx="129960" cy="28800"/>
              </p14:xfrm>
            </p:contentPart>
          </mc:Choice>
          <mc:Fallback xmlns="">
            <p:pic>
              <p:nvPicPr>
                <p:cNvPr id="295" name="Ink 294">
                  <a:extLst>
                    <a:ext uri="{FF2B5EF4-FFF2-40B4-BE49-F238E27FC236}">
                      <a16:creationId xmlns:a16="http://schemas.microsoft.com/office/drawing/2014/main" id="{1EAEF241-DB1B-10A7-36CC-3F96B2BCFAA1}"/>
                    </a:ext>
                  </a:extLst>
                </p:cNvPr>
                <p:cNvPicPr/>
                <p:nvPr/>
              </p:nvPicPr>
              <p:blipFill>
                <a:blip r:embed="rId590"/>
                <a:stretch>
                  <a:fillRect/>
                </a:stretch>
              </p:blipFill>
              <p:spPr>
                <a:xfrm>
                  <a:off x="9073058" y="1488277"/>
                  <a:ext cx="1656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309" name="Ink 308">
                  <a:extLst>
                    <a:ext uri="{FF2B5EF4-FFF2-40B4-BE49-F238E27FC236}">
                      <a16:creationId xmlns:a16="http://schemas.microsoft.com/office/drawing/2014/main" id="{902834E5-AB14-AFE5-E266-B840047D6C25}"/>
                    </a:ext>
                  </a:extLst>
                </p14:cNvPr>
                <p14:cNvContentPartPr/>
                <p14:nvPr/>
              </p14:nvContentPartPr>
              <p14:xfrm>
                <a:off x="9181778" y="1521397"/>
                <a:ext cx="29880" cy="183960"/>
              </p14:xfrm>
            </p:contentPart>
          </mc:Choice>
          <mc:Fallback xmlns="">
            <p:pic>
              <p:nvPicPr>
                <p:cNvPr id="309" name="Ink 308">
                  <a:extLst>
                    <a:ext uri="{FF2B5EF4-FFF2-40B4-BE49-F238E27FC236}">
                      <a16:creationId xmlns:a16="http://schemas.microsoft.com/office/drawing/2014/main" id="{902834E5-AB14-AFE5-E266-B840047D6C25}"/>
                    </a:ext>
                  </a:extLst>
                </p:cNvPr>
                <p:cNvPicPr/>
                <p:nvPr/>
              </p:nvPicPr>
              <p:blipFill>
                <a:blip r:embed="rId592"/>
                <a:stretch>
                  <a:fillRect/>
                </a:stretch>
              </p:blipFill>
              <p:spPr>
                <a:xfrm>
                  <a:off x="9163778" y="1503757"/>
                  <a:ext cx="655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317" name="Ink 316">
                  <a:extLst>
                    <a:ext uri="{FF2B5EF4-FFF2-40B4-BE49-F238E27FC236}">
                      <a16:creationId xmlns:a16="http://schemas.microsoft.com/office/drawing/2014/main" id="{D5E07BC1-0BE9-916E-2111-14A020998614}"/>
                    </a:ext>
                  </a:extLst>
                </p14:cNvPr>
                <p14:cNvContentPartPr/>
                <p14:nvPr/>
              </p14:nvContentPartPr>
              <p14:xfrm>
                <a:off x="9304538" y="1644877"/>
                <a:ext cx="20880" cy="161280"/>
              </p14:xfrm>
            </p:contentPart>
          </mc:Choice>
          <mc:Fallback xmlns="">
            <p:pic>
              <p:nvPicPr>
                <p:cNvPr id="317" name="Ink 316">
                  <a:extLst>
                    <a:ext uri="{FF2B5EF4-FFF2-40B4-BE49-F238E27FC236}">
                      <a16:creationId xmlns:a16="http://schemas.microsoft.com/office/drawing/2014/main" id="{D5E07BC1-0BE9-916E-2111-14A020998614}"/>
                    </a:ext>
                  </a:extLst>
                </p:cNvPr>
                <p:cNvPicPr/>
                <p:nvPr/>
              </p:nvPicPr>
              <p:blipFill>
                <a:blip r:embed="rId594"/>
                <a:stretch>
                  <a:fillRect/>
                </a:stretch>
              </p:blipFill>
              <p:spPr>
                <a:xfrm>
                  <a:off x="9286898" y="1626877"/>
                  <a:ext cx="565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365" name="Ink 364">
                  <a:extLst>
                    <a:ext uri="{FF2B5EF4-FFF2-40B4-BE49-F238E27FC236}">
                      <a16:creationId xmlns:a16="http://schemas.microsoft.com/office/drawing/2014/main" id="{B45D9436-7FDC-244F-83F1-10336C19E9DC}"/>
                    </a:ext>
                  </a:extLst>
                </p14:cNvPr>
                <p14:cNvContentPartPr/>
                <p14:nvPr/>
              </p14:nvContentPartPr>
              <p14:xfrm>
                <a:off x="9391298" y="1660717"/>
                <a:ext cx="89640" cy="120600"/>
              </p14:xfrm>
            </p:contentPart>
          </mc:Choice>
          <mc:Fallback xmlns="">
            <p:pic>
              <p:nvPicPr>
                <p:cNvPr id="365" name="Ink 364">
                  <a:extLst>
                    <a:ext uri="{FF2B5EF4-FFF2-40B4-BE49-F238E27FC236}">
                      <a16:creationId xmlns:a16="http://schemas.microsoft.com/office/drawing/2014/main" id="{B45D9436-7FDC-244F-83F1-10336C19E9DC}"/>
                    </a:ext>
                  </a:extLst>
                </p:cNvPr>
                <p:cNvPicPr/>
                <p:nvPr/>
              </p:nvPicPr>
              <p:blipFill>
                <a:blip r:embed="rId596"/>
                <a:stretch>
                  <a:fillRect/>
                </a:stretch>
              </p:blipFill>
              <p:spPr>
                <a:xfrm>
                  <a:off x="9373298" y="1643077"/>
                  <a:ext cx="1252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374" name="Ink 373">
                  <a:extLst>
                    <a:ext uri="{FF2B5EF4-FFF2-40B4-BE49-F238E27FC236}">
                      <a16:creationId xmlns:a16="http://schemas.microsoft.com/office/drawing/2014/main" id="{E1EB1374-9865-8132-9349-A2B7E930C207}"/>
                    </a:ext>
                  </a:extLst>
                </p14:cNvPr>
                <p14:cNvContentPartPr/>
                <p14:nvPr/>
              </p14:nvContentPartPr>
              <p14:xfrm>
                <a:off x="9471578" y="1657117"/>
                <a:ext cx="35280" cy="256680"/>
              </p14:xfrm>
            </p:contentPart>
          </mc:Choice>
          <mc:Fallback xmlns="">
            <p:pic>
              <p:nvPicPr>
                <p:cNvPr id="374" name="Ink 373">
                  <a:extLst>
                    <a:ext uri="{FF2B5EF4-FFF2-40B4-BE49-F238E27FC236}">
                      <a16:creationId xmlns:a16="http://schemas.microsoft.com/office/drawing/2014/main" id="{E1EB1374-9865-8132-9349-A2B7E930C207}"/>
                    </a:ext>
                  </a:extLst>
                </p:cNvPr>
                <p:cNvPicPr/>
                <p:nvPr/>
              </p:nvPicPr>
              <p:blipFill>
                <a:blip r:embed="rId598"/>
                <a:stretch>
                  <a:fillRect/>
                </a:stretch>
              </p:blipFill>
              <p:spPr>
                <a:xfrm>
                  <a:off x="9453578" y="1639117"/>
                  <a:ext cx="70920" cy="292320"/>
                </a:xfrm>
                <a:prstGeom prst="rect">
                  <a:avLst/>
                </a:prstGeom>
              </p:spPr>
            </p:pic>
          </mc:Fallback>
        </mc:AlternateContent>
      </p:grpSp>
      <p:grpSp>
        <p:nvGrpSpPr>
          <p:cNvPr id="417" name="Group 416">
            <a:extLst>
              <a:ext uri="{FF2B5EF4-FFF2-40B4-BE49-F238E27FC236}">
                <a16:creationId xmlns:a16="http://schemas.microsoft.com/office/drawing/2014/main" id="{FBC6A381-845F-69E8-BF3B-719D7FB268E2}"/>
              </a:ext>
            </a:extLst>
          </p:cNvPr>
          <p:cNvGrpSpPr/>
          <p:nvPr/>
        </p:nvGrpSpPr>
        <p:grpSpPr>
          <a:xfrm>
            <a:off x="8688578" y="2575477"/>
            <a:ext cx="1049400" cy="222840"/>
            <a:chOff x="8688578" y="2575477"/>
            <a:chExt cx="1049400" cy="222840"/>
          </a:xfrm>
        </p:grpSpPr>
        <mc:AlternateContent xmlns:mc="http://schemas.openxmlformats.org/markup-compatibility/2006" xmlns:p14="http://schemas.microsoft.com/office/powerpoint/2010/main">
          <mc:Choice Requires="p14">
            <p:contentPart p14:bwMode="auto" r:id="rId599">
              <p14:nvContentPartPr>
                <p14:cNvPr id="387" name="Ink 386">
                  <a:extLst>
                    <a:ext uri="{FF2B5EF4-FFF2-40B4-BE49-F238E27FC236}">
                      <a16:creationId xmlns:a16="http://schemas.microsoft.com/office/drawing/2014/main" id="{2BD2C379-EB60-7551-2547-6A58983382D9}"/>
                    </a:ext>
                  </a:extLst>
                </p14:cNvPr>
                <p14:cNvContentPartPr/>
                <p14:nvPr/>
              </p14:nvContentPartPr>
              <p14:xfrm>
                <a:off x="8755898" y="2730277"/>
                <a:ext cx="69840" cy="11880"/>
              </p14:xfrm>
            </p:contentPart>
          </mc:Choice>
          <mc:Fallback xmlns="">
            <p:pic>
              <p:nvPicPr>
                <p:cNvPr id="387" name="Ink 386">
                  <a:extLst>
                    <a:ext uri="{FF2B5EF4-FFF2-40B4-BE49-F238E27FC236}">
                      <a16:creationId xmlns:a16="http://schemas.microsoft.com/office/drawing/2014/main" id="{2BD2C379-EB60-7551-2547-6A58983382D9}"/>
                    </a:ext>
                  </a:extLst>
                </p:cNvPr>
                <p:cNvPicPr/>
                <p:nvPr/>
              </p:nvPicPr>
              <p:blipFill>
                <a:blip r:embed="rId600"/>
                <a:stretch>
                  <a:fillRect/>
                </a:stretch>
              </p:blipFill>
              <p:spPr>
                <a:xfrm>
                  <a:off x="8737898" y="2712277"/>
                  <a:ext cx="1054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406" name="Ink 405">
                  <a:extLst>
                    <a:ext uri="{FF2B5EF4-FFF2-40B4-BE49-F238E27FC236}">
                      <a16:creationId xmlns:a16="http://schemas.microsoft.com/office/drawing/2014/main" id="{C47F9EA2-A760-D821-DA71-40D58D19ADFE}"/>
                    </a:ext>
                  </a:extLst>
                </p14:cNvPr>
                <p14:cNvContentPartPr/>
                <p14:nvPr/>
              </p14:nvContentPartPr>
              <p14:xfrm>
                <a:off x="8688578" y="2668357"/>
                <a:ext cx="115560" cy="22320"/>
              </p14:xfrm>
            </p:contentPart>
          </mc:Choice>
          <mc:Fallback xmlns="">
            <p:pic>
              <p:nvPicPr>
                <p:cNvPr id="406" name="Ink 405">
                  <a:extLst>
                    <a:ext uri="{FF2B5EF4-FFF2-40B4-BE49-F238E27FC236}">
                      <a16:creationId xmlns:a16="http://schemas.microsoft.com/office/drawing/2014/main" id="{C47F9EA2-A760-D821-DA71-40D58D19ADFE}"/>
                    </a:ext>
                  </a:extLst>
                </p:cNvPr>
                <p:cNvPicPr/>
                <p:nvPr/>
              </p:nvPicPr>
              <p:blipFill>
                <a:blip r:embed="rId602"/>
                <a:stretch>
                  <a:fillRect/>
                </a:stretch>
              </p:blipFill>
              <p:spPr>
                <a:xfrm>
                  <a:off x="8670578" y="2650357"/>
                  <a:ext cx="1512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410" name="Ink 409">
                  <a:extLst>
                    <a:ext uri="{FF2B5EF4-FFF2-40B4-BE49-F238E27FC236}">
                      <a16:creationId xmlns:a16="http://schemas.microsoft.com/office/drawing/2014/main" id="{7C3ADD76-8C64-ED02-1D63-9C7F06DF3774}"/>
                    </a:ext>
                  </a:extLst>
                </p14:cNvPr>
                <p14:cNvContentPartPr/>
                <p14:nvPr/>
              </p14:nvContentPartPr>
              <p14:xfrm>
                <a:off x="8884418" y="2694997"/>
                <a:ext cx="95400" cy="13320"/>
              </p14:xfrm>
            </p:contentPart>
          </mc:Choice>
          <mc:Fallback xmlns="">
            <p:pic>
              <p:nvPicPr>
                <p:cNvPr id="410" name="Ink 409">
                  <a:extLst>
                    <a:ext uri="{FF2B5EF4-FFF2-40B4-BE49-F238E27FC236}">
                      <a16:creationId xmlns:a16="http://schemas.microsoft.com/office/drawing/2014/main" id="{7C3ADD76-8C64-ED02-1D63-9C7F06DF3774}"/>
                    </a:ext>
                  </a:extLst>
                </p:cNvPr>
                <p:cNvPicPr/>
                <p:nvPr/>
              </p:nvPicPr>
              <p:blipFill>
                <a:blip r:embed="rId604"/>
                <a:stretch>
                  <a:fillRect/>
                </a:stretch>
              </p:blipFill>
              <p:spPr>
                <a:xfrm>
                  <a:off x="8866418" y="2676997"/>
                  <a:ext cx="1310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05">
              <p14:nvContentPartPr>
                <p14:cNvPr id="413" name="Ink 412">
                  <a:extLst>
                    <a:ext uri="{FF2B5EF4-FFF2-40B4-BE49-F238E27FC236}">
                      <a16:creationId xmlns:a16="http://schemas.microsoft.com/office/drawing/2014/main" id="{CC8B6E47-D686-E3DB-7E8A-97C0DA29269B}"/>
                    </a:ext>
                  </a:extLst>
                </p14:cNvPr>
                <p14:cNvContentPartPr/>
                <p14:nvPr/>
              </p14:nvContentPartPr>
              <p14:xfrm>
                <a:off x="9072338" y="2710477"/>
                <a:ext cx="109800" cy="10800"/>
              </p14:xfrm>
            </p:contentPart>
          </mc:Choice>
          <mc:Fallback xmlns="">
            <p:pic>
              <p:nvPicPr>
                <p:cNvPr id="413" name="Ink 412">
                  <a:extLst>
                    <a:ext uri="{FF2B5EF4-FFF2-40B4-BE49-F238E27FC236}">
                      <a16:creationId xmlns:a16="http://schemas.microsoft.com/office/drawing/2014/main" id="{CC8B6E47-D686-E3DB-7E8A-97C0DA29269B}"/>
                    </a:ext>
                  </a:extLst>
                </p:cNvPr>
                <p:cNvPicPr/>
                <p:nvPr/>
              </p:nvPicPr>
              <p:blipFill>
                <a:blip r:embed="rId606"/>
                <a:stretch>
                  <a:fillRect/>
                </a:stretch>
              </p:blipFill>
              <p:spPr>
                <a:xfrm>
                  <a:off x="9054698" y="2692477"/>
                  <a:ext cx="1454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414" name="Ink 413">
                  <a:extLst>
                    <a:ext uri="{FF2B5EF4-FFF2-40B4-BE49-F238E27FC236}">
                      <a16:creationId xmlns:a16="http://schemas.microsoft.com/office/drawing/2014/main" id="{B2EB0695-E422-CBE9-615B-0AB1A7C7FC79}"/>
                    </a:ext>
                  </a:extLst>
                </p14:cNvPr>
                <p14:cNvContentPartPr/>
                <p14:nvPr/>
              </p14:nvContentPartPr>
              <p14:xfrm>
                <a:off x="9276458" y="2698957"/>
                <a:ext cx="176400" cy="10080"/>
              </p14:xfrm>
            </p:contentPart>
          </mc:Choice>
          <mc:Fallback xmlns="">
            <p:pic>
              <p:nvPicPr>
                <p:cNvPr id="414" name="Ink 413">
                  <a:extLst>
                    <a:ext uri="{FF2B5EF4-FFF2-40B4-BE49-F238E27FC236}">
                      <a16:creationId xmlns:a16="http://schemas.microsoft.com/office/drawing/2014/main" id="{B2EB0695-E422-CBE9-615B-0AB1A7C7FC79}"/>
                    </a:ext>
                  </a:extLst>
                </p:cNvPr>
                <p:cNvPicPr/>
                <p:nvPr/>
              </p:nvPicPr>
              <p:blipFill>
                <a:blip r:embed="rId608"/>
                <a:stretch>
                  <a:fillRect/>
                </a:stretch>
              </p:blipFill>
              <p:spPr>
                <a:xfrm>
                  <a:off x="9258458" y="2681317"/>
                  <a:ext cx="2120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415" name="Ink 414">
                  <a:extLst>
                    <a:ext uri="{FF2B5EF4-FFF2-40B4-BE49-F238E27FC236}">
                      <a16:creationId xmlns:a16="http://schemas.microsoft.com/office/drawing/2014/main" id="{FE18F621-18F3-F718-41BF-10100F7DE9D9}"/>
                    </a:ext>
                  </a:extLst>
                </p14:cNvPr>
                <p14:cNvContentPartPr/>
                <p14:nvPr/>
              </p14:nvContentPartPr>
              <p14:xfrm>
                <a:off x="9536018" y="2672677"/>
                <a:ext cx="201960" cy="26640"/>
              </p14:xfrm>
            </p:contentPart>
          </mc:Choice>
          <mc:Fallback xmlns="">
            <p:pic>
              <p:nvPicPr>
                <p:cNvPr id="415" name="Ink 414">
                  <a:extLst>
                    <a:ext uri="{FF2B5EF4-FFF2-40B4-BE49-F238E27FC236}">
                      <a16:creationId xmlns:a16="http://schemas.microsoft.com/office/drawing/2014/main" id="{FE18F621-18F3-F718-41BF-10100F7DE9D9}"/>
                    </a:ext>
                  </a:extLst>
                </p:cNvPr>
                <p:cNvPicPr/>
                <p:nvPr/>
              </p:nvPicPr>
              <p:blipFill>
                <a:blip r:embed="rId610"/>
                <a:stretch>
                  <a:fillRect/>
                </a:stretch>
              </p:blipFill>
              <p:spPr>
                <a:xfrm>
                  <a:off x="9518378" y="2655037"/>
                  <a:ext cx="2376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416" name="Ink 415">
                  <a:extLst>
                    <a:ext uri="{FF2B5EF4-FFF2-40B4-BE49-F238E27FC236}">
                      <a16:creationId xmlns:a16="http://schemas.microsoft.com/office/drawing/2014/main" id="{D8ED6FBD-B9FE-3DD3-C643-D80F6E27FB7F}"/>
                    </a:ext>
                  </a:extLst>
                </p14:cNvPr>
                <p14:cNvContentPartPr/>
                <p14:nvPr/>
              </p14:nvContentPartPr>
              <p14:xfrm>
                <a:off x="8700818" y="2575477"/>
                <a:ext cx="136800" cy="222840"/>
              </p14:xfrm>
            </p:contentPart>
          </mc:Choice>
          <mc:Fallback xmlns="">
            <p:pic>
              <p:nvPicPr>
                <p:cNvPr id="416" name="Ink 415">
                  <a:extLst>
                    <a:ext uri="{FF2B5EF4-FFF2-40B4-BE49-F238E27FC236}">
                      <a16:creationId xmlns:a16="http://schemas.microsoft.com/office/drawing/2014/main" id="{D8ED6FBD-B9FE-3DD3-C643-D80F6E27FB7F}"/>
                    </a:ext>
                  </a:extLst>
                </p:cNvPr>
                <p:cNvPicPr/>
                <p:nvPr/>
              </p:nvPicPr>
              <p:blipFill>
                <a:blip r:embed="rId612"/>
                <a:stretch>
                  <a:fillRect/>
                </a:stretch>
              </p:blipFill>
              <p:spPr>
                <a:xfrm>
                  <a:off x="8682818" y="2557477"/>
                  <a:ext cx="172440" cy="258480"/>
                </a:xfrm>
                <a:prstGeom prst="rect">
                  <a:avLst/>
                </a:prstGeom>
              </p:spPr>
            </p:pic>
          </mc:Fallback>
        </mc:AlternateContent>
      </p:grpSp>
      <p:grpSp>
        <p:nvGrpSpPr>
          <p:cNvPr id="424" name="Group 423">
            <a:extLst>
              <a:ext uri="{FF2B5EF4-FFF2-40B4-BE49-F238E27FC236}">
                <a16:creationId xmlns:a16="http://schemas.microsoft.com/office/drawing/2014/main" id="{21F2C0A2-A0C0-B824-D5E3-FBEB951CC4D6}"/>
              </a:ext>
            </a:extLst>
          </p:cNvPr>
          <p:cNvGrpSpPr/>
          <p:nvPr/>
        </p:nvGrpSpPr>
        <p:grpSpPr>
          <a:xfrm>
            <a:off x="9161618" y="2927197"/>
            <a:ext cx="378000" cy="299160"/>
            <a:chOff x="9161618" y="2927197"/>
            <a:chExt cx="378000" cy="299160"/>
          </a:xfrm>
        </p:grpSpPr>
        <mc:AlternateContent xmlns:mc="http://schemas.openxmlformats.org/markup-compatibility/2006" xmlns:p14="http://schemas.microsoft.com/office/powerpoint/2010/main">
          <mc:Choice Requires="p14">
            <p:contentPart p14:bwMode="auto" r:id="rId613">
              <p14:nvContentPartPr>
                <p14:cNvPr id="418" name="Ink 417">
                  <a:extLst>
                    <a:ext uri="{FF2B5EF4-FFF2-40B4-BE49-F238E27FC236}">
                      <a16:creationId xmlns:a16="http://schemas.microsoft.com/office/drawing/2014/main" id="{13C2DCC2-D0AE-195B-DDCA-46C85630BE16}"/>
                    </a:ext>
                  </a:extLst>
                </p14:cNvPr>
                <p14:cNvContentPartPr/>
                <p14:nvPr/>
              </p14:nvContentPartPr>
              <p14:xfrm>
                <a:off x="9161618" y="2927197"/>
                <a:ext cx="140400" cy="11520"/>
              </p14:xfrm>
            </p:contentPart>
          </mc:Choice>
          <mc:Fallback xmlns="">
            <p:pic>
              <p:nvPicPr>
                <p:cNvPr id="418" name="Ink 417">
                  <a:extLst>
                    <a:ext uri="{FF2B5EF4-FFF2-40B4-BE49-F238E27FC236}">
                      <a16:creationId xmlns:a16="http://schemas.microsoft.com/office/drawing/2014/main" id="{13C2DCC2-D0AE-195B-DDCA-46C85630BE16}"/>
                    </a:ext>
                  </a:extLst>
                </p:cNvPr>
                <p:cNvPicPr/>
                <p:nvPr/>
              </p:nvPicPr>
              <p:blipFill>
                <a:blip r:embed="rId614"/>
                <a:stretch>
                  <a:fillRect/>
                </a:stretch>
              </p:blipFill>
              <p:spPr>
                <a:xfrm>
                  <a:off x="9143618" y="2909557"/>
                  <a:ext cx="176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419" name="Ink 418">
                  <a:extLst>
                    <a:ext uri="{FF2B5EF4-FFF2-40B4-BE49-F238E27FC236}">
                      <a16:creationId xmlns:a16="http://schemas.microsoft.com/office/drawing/2014/main" id="{E0EDA6CB-898A-55A7-908F-805C1C5117BE}"/>
                    </a:ext>
                  </a:extLst>
                </p14:cNvPr>
                <p14:cNvContentPartPr/>
                <p14:nvPr/>
              </p14:nvContentPartPr>
              <p14:xfrm>
                <a:off x="9236858" y="2954197"/>
                <a:ext cx="15480" cy="186840"/>
              </p14:xfrm>
            </p:contentPart>
          </mc:Choice>
          <mc:Fallback xmlns="">
            <p:pic>
              <p:nvPicPr>
                <p:cNvPr id="419" name="Ink 418">
                  <a:extLst>
                    <a:ext uri="{FF2B5EF4-FFF2-40B4-BE49-F238E27FC236}">
                      <a16:creationId xmlns:a16="http://schemas.microsoft.com/office/drawing/2014/main" id="{E0EDA6CB-898A-55A7-908F-805C1C5117BE}"/>
                    </a:ext>
                  </a:extLst>
                </p:cNvPr>
                <p:cNvPicPr/>
                <p:nvPr/>
              </p:nvPicPr>
              <p:blipFill>
                <a:blip r:embed="rId616"/>
                <a:stretch>
                  <a:fillRect/>
                </a:stretch>
              </p:blipFill>
              <p:spPr>
                <a:xfrm>
                  <a:off x="9218858" y="2936557"/>
                  <a:ext cx="5112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420" name="Ink 419">
                  <a:extLst>
                    <a:ext uri="{FF2B5EF4-FFF2-40B4-BE49-F238E27FC236}">
                      <a16:creationId xmlns:a16="http://schemas.microsoft.com/office/drawing/2014/main" id="{FF86C933-829F-AA34-030D-CF240D5C9C4E}"/>
                    </a:ext>
                  </a:extLst>
                </p14:cNvPr>
                <p14:cNvContentPartPr/>
                <p14:nvPr/>
              </p14:nvContentPartPr>
              <p14:xfrm>
                <a:off x="9355658" y="3072997"/>
                <a:ext cx="6840" cy="121680"/>
              </p14:xfrm>
            </p:contentPart>
          </mc:Choice>
          <mc:Fallback xmlns="">
            <p:pic>
              <p:nvPicPr>
                <p:cNvPr id="420" name="Ink 419">
                  <a:extLst>
                    <a:ext uri="{FF2B5EF4-FFF2-40B4-BE49-F238E27FC236}">
                      <a16:creationId xmlns:a16="http://schemas.microsoft.com/office/drawing/2014/main" id="{FF86C933-829F-AA34-030D-CF240D5C9C4E}"/>
                    </a:ext>
                  </a:extLst>
                </p:cNvPr>
                <p:cNvPicPr/>
                <p:nvPr/>
              </p:nvPicPr>
              <p:blipFill>
                <a:blip r:embed="rId618"/>
                <a:stretch>
                  <a:fillRect/>
                </a:stretch>
              </p:blipFill>
              <p:spPr>
                <a:xfrm>
                  <a:off x="9338018" y="3054997"/>
                  <a:ext cx="424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421" name="Ink 420">
                  <a:extLst>
                    <a:ext uri="{FF2B5EF4-FFF2-40B4-BE49-F238E27FC236}">
                      <a16:creationId xmlns:a16="http://schemas.microsoft.com/office/drawing/2014/main" id="{3AAFBFD6-B1BD-4B7E-BE35-28478320D7D4}"/>
                    </a:ext>
                  </a:extLst>
                </p14:cNvPr>
                <p14:cNvContentPartPr/>
                <p14:nvPr/>
              </p14:nvContentPartPr>
              <p14:xfrm>
                <a:off x="9437018" y="3092077"/>
                <a:ext cx="102600" cy="91800"/>
              </p14:xfrm>
            </p:contentPart>
          </mc:Choice>
          <mc:Fallback xmlns="">
            <p:pic>
              <p:nvPicPr>
                <p:cNvPr id="421" name="Ink 420">
                  <a:extLst>
                    <a:ext uri="{FF2B5EF4-FFF2-40B4-BE49-F238E27FC236}">
                      <a16:creationId xmlns:a16="http://schemas.microsoft.com/office/drawing/2014/main" id="{3AAFBFD6-B1BD-4B7E-BE35-28478320D7D4}"/>
                    </a:ext>
                  </a:extLst>
                </p:cNvPr>
                <p:cNvPicPr/>
                <p:nvPr/>
              </p:nvPicPr>
              <p:blipFill>
                <a:blip r:embed="rId620"/>
                <a:stretch>
                  <a:fillRect/>
                </a:stretch>
              </p:blipFill>
              <p:spPr>
                <a:xfrm>
                  <a:off x="9419378" y="3074077"/>
                  <a:ext cx="1382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621">
              <p14:nvContentPartPr>
                <p14:cNvPr id="423" name="Ink 422">
                  <a:extLst>
                    <a:ext uri="{FF2B5EF4-FFF2-40B4-BE49-F238E27FC236}">
                      <a16:creationId xmlns:a16="http://schemas.microsoft.com/office/drawing/2014/main" id="{776BE06D-AD6E-9C46-6768-716173F27494}"/>
                    </a:ext>
                  </a:extLst>
                </p14:cNvPr>
                <p14:cNvContentPartPr/>
                <p14:nvPr/>
              </p14:nvContentPartPr>
              <p14:xfrm>
                <a:off x="9422258" y="3090277"/>
                <a:ext cx="89280" cy="136080"/>
              </p14:xfrm>
            </p:contentPart>
          </mc:Choice>
          <mc:Fallback xmlns="">
            <p:pic>
              <p:nvPicPr>
                <p:cNvPr id="423" name="Ink 422">
                  <a:extLst>
                    <a:ext uri="{FF2B5EF4-FFF2-40B4-BE49-F238E27FC236}">
                      <a16:creationId xmlns:a16="http://schemas.microsoft.com/office/drawing/2014/main" id="{776BE06D-AD6E-9C46-6768-716173F27494}"/>
                    </a:ext>
                  </a:extLst>
                </p:cNvPr>
                <p:cNvPicPr/>
                <p:nvPr/>
              </p:nvPicPr>
              <p:blipFill>
                <a:blip r:embed="rId622"/>
                <a:stretch>
                  <a:fillRect/>
                </a:stretch>
              </p:blipFill>
              <p:spPr>
                <a:xfrm>
                  <a:off x="9404618" y="3072637"/>
                  <a:ext cx="124920" cy="171720"/>
                </a:xfrm>
                <a:prstGeom prst="rect">
                  <a:avLst/>
                </a:prstGeom>
              </p:spPr>
            </p:pic>
          </mc:Fallback>
        </mc:AlternateContent>
      </p:grpSp>
      <p:sp>
        <p:nvSpPr>
          <p:cNvPr id="3" name="Title 3">
            <a:extLst>
              <a:ext uri="{FF2B5EF4-FFF2-40B4-BE49-F238E27FC236}">
                <a16:creationId xmlns:a16="http://schemas.microsoft.com/office/drawing/2014/main" id="{25792E7D-1A27-D14C-4AB3-7D84CF90E0B8}"/>
              </a:ext>
            </a:extLst>
          </p:cNvPr>
          <p:cNvSpPr txBox="1">
            <a:spLocks/>
          </p:cNvSpPr>
          <p:nvPr/>
        </p:nvSpPr>
        <p:spPr>
          <a:xfrm>
            <a:off x="0" y="-10281"/>
            <a:ext cx="12192000" cy="646331"/>
          </a:xfrm>
          <a:prstGeom prst="rect">
            <a:avLst/>
          </a:prstGeom>
          <a:solidFill>
            <a:schemeClr val="bg1">
              <a:lumMod val="85000"/>
            </a:schemeClr>
          </a:solidFill>
          <a:ln>
            <a:solidFill>
              <a:schemeClr val="accent6">
                <a:lumMod val="40000"/>
                <a:lumOff val="60000"/>
              </a:schemeClr>
            </a:solidFill>
          </a:ln>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Traffic Light</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11031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Object 7"/>
              <p:cNvSpPr txBox="1"/>
              <p:nvPr/>
            </p:nvSpPr>
            <p:spPr bwMode="auto">
              <a:xfrm>
                <a:off x="1233377" y="4524774"/>
                <a:ext cx="2022202" cy="1329596"/>
              </a:xfrm>
              <a:prstGeom prst="rect">
                <a:avLst/>
              </a:prstGeom>
              <a:noFill/>
            </p:spPr>
            <p:txBody>
              <a:bodyPr>
                <a:normAutofit/>
              </a:bodyPr>
              <a:lstStyle/>
              <a:p>
                <a:r>
                  <a:rPr lang="en-US" sz="2200">
                    <a:solidFill>
                      <a:srgbClr val="000000"/>
                    </a:solidFill>
                  </a:rPr>
                  <a:t>      </a:t>
                </a:r>
                <a14:m>
                  <m:oMath xmlns:m="http://schemas.openxmlformats.org/officeDocument/2006/math">
                    <m:nary>
                      <m:naryPr>
                        <m:chr m:val="∑"/>
                        <m:subHide m:val="on"/>
                        <m:supHide m:val="on"/>
                        <m:ctrlPr>
                          <a:rPr lang="en-US" sz="2200" i="1" smtClean="0">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=0</m:t>
                    </m:r>
                  </m:oMath>
                </a14:m>
                <a:endParaRPr lang="en-US" sz="2200">
                  <a:solidFill>
                    <a:srgbClr val="000000"/>
                  </a:solidFill>
                </a:endParaRPr>
              </a:p>
              <a:p>
                <a:endParaRPr lang="en-US" sz="2200" i="1">
                  <a:solidFill>
                    <a:srgbClr val="000000"/>
                  </a:solidFill>
                  <a:latin typeface="Cambria Math" panose="02040503050406030204" pitchFamily="18" charset="0"/>
                </a:endParaRPr>
              </a:p>
              <a:p>
                <a14:m>
                  <m:oMath xmlns:m="http://schemas.openxmlformats.org/officeDocument/2006/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3</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𝑔</m:t>
                        </m:r>
                      </m:sub>
                    </m:sSub>
                    <m:r>
                      <a:rPr lang="en-US" sz="2200" i="1">
                        <a:solidFill>
                          <a:srgbClr val="000000"/>
                        </a:solidFill>
                        <a:latin typeface="Cambria Math" panose="02040503050406030204" pitchFamily="18" charset="0"/>
                      </a:rPr>
                      <m:t>=0</m:t>
                    </m:r>
                  </m:oMath>
                </a14:m>
                <a:r>
                  <a:rPr lang="en-US" sz="2200">
                    <a:solidFill>
                      <a:srgbClr val="000000"/>
                    </a:solidFill>
                  </a:rPr>
                  <a:t> </a:t>
                </a:r>
                <a:endParaRPr lang="en-US" sz="2200"/>
              </a:p>
            </p:txBody>
          </p:sp>
        </mc:Choice>
        <mc:Fallback xmlns="">
          <p:sp>
            <p:nvSpPr>
              <p:cNvPr id="8" name="Object 7"/>
              <p:cNvSpPr txBox="1">
                <a:spLocks noRot="1" noChangeAspect="1" noMove="1" noResize="1" noEditPoints="1" noAdjustHandles="1" noChangeArrowheads="1" noChangeShapeType="1" noTextEdit="1"/>
              </p:cNvSpPr>
              <p:nvPr/>
            </p:nvSpPr>
            <p:spPr bwMode="auto">
              <a:xfrm>
                <a:off x="1233377" y="4524774"/>
                <a:ext cx="2022202" cy="1329596"/>
              </a:xfrm>
              <a:prstGeom prst="rect">
                <a:avLst/>
              </a:prstGeom>
              <a:blipFill>
                <a:blip r:embed="rId3"/>
                <a:stretch>
                  <a:fillRect l="-2108" t="-40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bwMode="auto">
              <a:xfrm>
                <a:off x="5037089" y="2958666"/>
                <a:ext cx="4548352" cy="2170943"/>
              </a:xfrm>
              <a:prstGeom prst="rect">
                <a:avLst/>
              </a:prstGeom>
              <a:noFill/>
            </p:spPr>
            <p:txBody>
              <a:bodyPr>
                <a:normAutofit/>
              </a:bodyPr>
              <a:lstStyle/>
              <a:p>
                <a:pPr/>
                <a14:m>
                  <m:oMathPara xmlns:m="http://schemas.openxmlformats.org/officeDocument/2006/math">
                    <m:oMathParaPr>
                      <m:jc m:val="left"/>
                    </m:oMathParaPr>
                    <m:oMath>
                      <m:bar>
                        <m:barPr>
                          <m:pos m:val="bot"/>
                          <m:ctrlPr>
                            <a:rPr lang="en-US" sz="2200" i="0">
                              <a:solidFill>
                                <a:srgbClr val="000000"/>
                              </a:solidFill>
                              <a:latin typeface="Cambria Math" panose="02040503050406030204" pitchFamily="18" charset="0"/>
                            </a:rPr>
                          </m:ctrlPr>
                        </m:barPr>
                        <m:e>
                          <m:r>
                            <m:rPr>
                              <m:nor/>
                            </m:rPr>
                            <a:rPr lang="en-US" sz="2200" i="0">
                              <a:solidFill>
                                <a:srgbClr val="000000"/>
                              </a:solidFill>
                              <a:latin typeface="Cambria Math" panose="02040503050406030204" pitchFamily="18" charset="0"/>
                            </a:rPr>
                            <m:t>Force   </m:t>
                          </m:r>
                          <m:r>
                            <a:rPr lang="en-US" sz="2200" i="1">
                              <a:solidFill>
                                <a:srgbClr val="000000"/>
                              </a:solidFill>
                              <a:latin typeface="Cambria Math" panose="02040503050406030204" pitchFamily="18" charset="0"/>
                            </a:rPr>
                            <m:t>𝑥</m:t>
                          </m:r>
                          <m:r>
                            <m:rPr>
                              <m:nor/>
                            </m:rPr>
                            <a:rPr lang="en-US" sz="2200" i="0">
                              <a:solidFill>
                                <a:srgbClr val="000000"/>
                              </a:solidFill>
                              <a:latin typeface="Cambria Math" panose="02040503050406030204" pitchFamily="18" charset="0"/>
                            </a:rPr>
                            <m:t> Component     </m:t>
                          </m:r>
                          <m:r>
                            <a:rPr lang="en-US" sz="2200" i="1">
                              <a:solidFill>
                                <a:srgbClr val="000000"/>
                              </a:solidFill>
                              <a:latin typeface="Cambria Math" panose="02040503050406030204" pitchFamily="18" charset="0"/>
                            </a:rPr>
                            <m:t>𝑦</m:t>
                          </m:r>
                          <m:r>
                            <m:rPr>
                              <m:nor/>
                            </m:rPr>
                            <a:rPr lang="en-US" sz="2200" i="0">
                              <a:solidFill>
                                <a:srgbClr val="000000"/>
                              </a:solidFill>
                              <a:latin typeface="Cambria Math" panose="02040503050406030204" pitchFamily="18" charset="0"/>
                            </a:rPr>
                            <m:t> Component</m:t>
                          </m:r>
                        </m:e>
                      </m:bar>
                    </m:oMath>
                    <m:oMath>
                      <m:bar>
                        <m:barPr>
                          <m:pos m:val="bot"/>
                          <m:ctrlPr>
                            <a:rPr lang="en-US" sz="2200" i="1">
                              <a:solidFill>
                                <a:srgbClr val="000000"/>
                              </a:solidFill>
                              <a:latin typeface="Cambria Math" panose="02040503050406030204" pitchFamily="18" charset="0"/>
                            </a:rPr>
                          </m:ctrlPr>
                        </m:barPr>
                        <m:e>
                          <m:m>
                            <m:mPr>
                              <m:plcHide m:val="on"/>
                              <m:mcs>
                                <m:mc>
                                  <m:mcPr>
                                    <m:count m:val="3"/>
                                    <m:mcJc m:val="center"/>
                                  </m:mcPr>
                                </m:mc>
                              </m:mcs>
                              <m:ctrlPr>
                                <a:rPr lang="en-US" sz="2200" i="1">
                                  <a:solidFill>
                                    <a:srgbClr val="000000"/>
                                  </a:solidFill>
                                  <a:latin typeface="Cambria Math" panose="02040503050406030204" pitchFamily="18" charset="0"/>
                                </a:rPr>
                              </m:ctrlPr>
                            </m:mPr>
                            <m:mr>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m:rPr>
                                            <m:sty m:val="p"/>
                                          </m:rPr>
                                          <a:rPr lang="en-US" sz="2200" i="1">
                                            <a:solidFill>
                                              <a:srgbClr val="000000"/>
                                            </a:solidFill>
                                            <a:latin typeface="Cambria Math" panose="02040503050406030204" pitchFamily="18" charset="0"/>
                                          </a:rPr>
                                          <m:t>T</m:t>
                                        </m:r>
                                      </m:e>
                                    </m:acc>
                                  </m:e>
                                  <m:sub>
                                    <m:r>
                                      <a:rPr lang="en-US" sz="2200" i="1">
                                        <a:solidFill>
                                          <a:srgbClr val="000000"/>
                                        </a:solidFill>
                                        <a:latin typeface="Cambria Math" panose="02040503050406030204" pitchFamily="18" charset="0"/>
                                      </a:rPr>
                                      <m:t>1</m:t>
                                    </m:r>
                                  </m:sub>
                                </m:sSub>
                              </m:e>
                              <m:e>
                                <m:r>
                                  <m:rPr>
                                    <m:nor/>
                                  </m:rPr>
                                  <a:rPr lang="en-US" sz="2200" i="0">
                                    <a:solidFill>
                                      <a:srgbClr val="000000"/>
                                    </a:solidFill>
                                    <a:latin typeface="Cambria Math" panose="02040503050406030204" pitchFamily="18" charset="0"/>
                                  </a:rPr>
                                  <m:t>  </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e>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e>
                            </m:mr>
                            <m:mr>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m:rPr>
                                            <m:sty m:val="p"/>
                                          </m:rPr>
                                          <a:rPr lang="en-US" sz="2200" i="1">
                                            <a:solidFill>
                                              <a:srgbClr val="000000"/>
                                            </a:solidFill>
                                            <a:latin typeface="Cambria Math" panose="02040503050406030204" pitchFamily="18" charset="0"/>
                                          </a:rPr>
                                          <m:t>T</m:t>
                                        </m:r>
                                      </m:e>
                                    </m:acc>
                                  </m:e>
                                  <m:sub>
                                    <m:r>
                                      <a:rPr lang="en-US" sz="2200" i="1">
                                        <a:solidFill>
                                          <a:srgbClr val="000000"/>
                                        </a:solidFill>
                                        <a:latin typeface="Cambria Math" panose="02040503050406030204" pitchFamily="18" charset="0"/>
                                      </a:rPr>
                                      <m:t>2</m:t>
                                    </m:r>
                                  </m:sub>
                                </m:sSub>
                              </m:e>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e>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e>
                            </m:mr>
                            <m:mr>
                              <m:e>
                                <m:r>
                                  <m:rPr>
                                    <m:nor/>
                                  </m:rPr>
                                  <a:rPr lang="en-US" sz="2200" i="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m:rPr>
                                            <m:sty m:val="p"/>
                                          </m:rPr>
                                          <a:rPr lang="en-US" sz="2200" i="1">
                                            <a:solidFill>
                                              <a:srgbClr val="000000"/>
                                            </a:solidFill>
                                            <a:latin typeface="Cambria Math" panose="02040503050406030204" pitchFamily="18" charset="0"/>
                                          </a:rPr>
                                          <m:t>T</m:t>
                                        </m:r>
                                      </m:e>
                                    </m:acc>
                                  </m:e>
                                  <m:sub>
                                    <m:r>
                                      <a:rPr lang="en-US" sz="2200" i="1">
                                        <a:solidFill>
                                          <a:srgbClr val="000000"/>
                                        </a:solidFill>
                                        <a:latin typeface="Cambria Math" panose="02040503050406030204" pitchFamily="18" charset="0"/>
                                      </a:rPr>
                                      <m:t>3</m:t>
                                    </m:r>
                                  </m:sub>
                                </m:sSub>
                              </m:e>
                              <m:e>
                                <m:r>
                                  <m:rPr>
                                    <m:nor/>
                                  </m:rPr>
                                  <a:rPr lang="en-US" sz="2200" i="0">
                                    <a:solidFill>
                                      <a:srgbClr val="000000"/>
                                    </a:solidFill>
                                    <a:latin typeface="Cambria Math" panose="02040503050406030204" pitchFamily="18" charset="0"/>
                                  </a:rPr>
                                  <m:t>   0</m:t>
                                </m:r>
                              </m:e>
                              <m:e>
                                <m:r>
                                  <m:rPr>
                                    <m:nor/>
                                  </m:rPr>
                                  <a:rPr lang="en-US" sz="2200" i="0">
                                    <a:solidFill>
                                      <a:srgbClr val="000000"/>
                                    </a:solidFill>
                                    <a:latin typeface="Cambria Math" panose="02040503050406030204" pitchFamily="18" charset="0"/>
                                  </a:rPr>
                                  <m:t>   </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m:rPr>
                                        <m:sty m:val="p"/>
                                      </m:rPr>
                                      <a:rPr lang="en-US" sz="2200" i="0">
                                        <a:solidFill>
                                          <a:srgbClr val="000000"/>
                                        </a:solidFill>
                                        <a:latin typeface="Cambria Math" panose="02040503050406030204" pitchFamily="18" charset="0"/>
                                      </a:rPr>
                                      <m:t>g</m:t>
                                    </m:r>
                                  </m:sub>
                                </m:sSub>
                              </m:e>
                            </m:mr>
                          </m:m>
                        </m:e>
                      </m:bar>
                    </m:oMath>
                  </m:oMathPara>
                </a14:m>
                <a:endParaRPr lang="en-US" sz="2200" dirty="0"/>
              </a:p>
            </p:txBody>
          </p:sp>
        </mc:Choice>
        <mc:Fallback xmlns="">
          <p:sp>
            <p:nvSpPr>
              <p:cNvPr id="9" name="Object 8"/>
              <p:cNvSpPr txBox="1">
                <a:spLocks noRot="1" noChangeAspect="1" noMove="1" noResize="1" noEditPoints="1" noAdjustHandles="1" noChangeArrowheads="1" noChangeShapeType="1" noTextEdit="1"/>
              </p:cNvSpPr>
              <p:nvPr/>
            </p:nvSpPr>
            <p:spPr bwMode="auto">
              <a:xfrm>
                <a:off x="5037089" y="2958666"/>
                <a:ext cx="4548352" cy="2170943"/>
              </a:xfrm>
              <a:prstGeom prst="rect">
                <a:avLst/>
              </a:prstGeom>
              <a:blipFill>
                <a:blip r:embed="rId4"/>
                <a:stretch>
                  <a:fillRect l="-134" r="-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p:cNvSpPr txBox="1"/>
              <p:nvPr/>
            </p:nvSpPr>
            <p:spPr bwMode="auto">
              <a:xfrm>
                <a:off x="5181718" y="5156308"/>
                <a:ext cx="5838825" cy="812921"/>
              </a:xfrm>
              <a:prstGeom prst="rect">
                <a:avLst/>
              </a:prstGeom>
              <a:noFill/>
            </p:spPr>
            <p:txBody>
              <a:bodyPr>
                <a:noAutofit/>
              </a:bodyPr>
              <a:lstStyle/>
              <a:p>
                <a:pPr/>
                <a14:m>
                  <m:oMathPara xmlns:m="http://schemas.openxmlformats.org/officeDocument/2006/math">
                    <m:oMathParaPr>
                      <m:jc m:val="left"/>
                    </m:oMathParaPr>
                    <m:oMath>
                      <m:nary>
                        <m:naryPr>
                          <m:chr m:val="∑"/>
                          <m:subHide m:val="on"/>
                          <m:supHide m:val="on"/>
                          <m:ctrlPr>
                            <a:rPr lang="en-US" sz="2200" i="1">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𝑥</m:t>
                              </m:r>
                            </m:sub>
                          </m:sSub>
                        </m:e>
                      </m:nary>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r>
                        <a:rPr lang="en-US" sz="2200" i="1">
                          <a:solidFill>
                            <a:srgbClr val="000000"/>
                          </a:solidFill>
                          <a:latin typeface="Cambria Math" panose="02040503050406030204" pitchFamily="18" charset="0"/>
                        </a:rPr>
                        <m:t>=0</m:t>
                      </m:r>
                      <m:r>
                        <a:rPr lang="en-US" sz="2200" b="0" i="1" smtClean="0">
                          <a:solidFill>
                            <a:srgbClr val="000000"/>
                          </a:solidFill>
                          <a:latin typeface="Cambria Math" panose="02040503050406030204" pitchFamily="18" charset="0"/>
                        </a:rPr>
                        <m:t>…(1)</m:t>
                      </m:r>
                    </m:oMath>
                  </m:oMathPara>
                </a14:m>
                <a:br>
                  <a:rPr lang="en-US" sz="2200" i="1">
                    <a:solidFill>
                      <a:srgbClr val="000000"/>
                    </a:solidFill>
                    <a:latin typeface="Cambria Math" panose="02040503050406030204" pitchFamily="18" charset="0"/>
                  </a:rPr>
                </a:br>
                <a:endParaRPr lang="en-US" sz="2200"/>
              </a:p>
            </p:txBody>
          </p:sp>
        </mc:Choice>
        <mc:Fallback xmlns="">
          <p:sp>
            <p:nvSpPr>
              <p:cNvPr id="10" name="Object 9"/>
              <p:cNvSpPr txBox="1">
                <a:spLocks noRot="1" noChangeAspect="1" noMove="1" noResize="1" noEditPoints="1" noAdjustHandles="1" noChangeArrowheads="1" noChangeShapeType="1" noTextEdit="1"/>
              </p:cNvSpPr>
              <p:nvPr/>
            </p:nvSpPr>
            <p:spPr bwMode="auto">
              <a:xfrm>
                <a:off x="5181718" y="5156308"/>
                <a:ext cx="5838825" cy="812921"/>
              </a:xfrm>
              <a:prstGeom prst="rect">
                <a:avLst/>
              </a:prstGeom>
              <a:blipFill>
                <a:blip r:embed="rId5"/>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3B0F221C-33F5-384A-F6CB-6C1F93543C12}"/>
              </a:ext>
            </a:extLst>
          </p:cNvPr>
          <p:cNvPicPr>
            <a:picLocks noChangeAspect="1"/>
          </p:cNvPicPr>
          <p:nvPr/>
        </p:nvPicPr>
        <p:blipFill>
          <a:blip r:embed="rId6"/>
          <a:stretch>
            <a:fillRect/>
          </a:stretch>
        </p:blipFill>
        <p:spPr>
          <a:xfrm>
            <a:off x="1537143" y="1003630"/>
            <a:ext cx="1212518" cy="3206658"/>
          </a:xfrm>
          <a:prstGeom prst="rect">
            <a:avLst/>
          </a:prstGeom>
        </p:spPr>
      </p:pic>
      <p:pic>
        <p:nvPicPr>
          <p:cNvPr id="7" name="Picture 6">
            <a:extLst>
              <a:ext uri="{FF2B5EF4-FFF2-40B4-BE49-F238E27FC236}">
                <a16:creationId xmlns:a16="http://schemas.microsoft.com/office/drawing/2014/main" id="{DC58BA99-96B3-5255-66F1-1B5DD636E015}"/>
              </a:ext>
            </a:extLst>
          </p:cNvPr>
          <p:cNvPicPr>
            <a:picLocks noChangeAspect="1"/>
          </p:cNvPicPr>
          <p:nvPr/>
        </p:nvPicPr>
        <p:blipFill>
          <a:blip r:embed="rId7"/>
          <a:stretch>
            <a:fillRect/>
          </a:stretch>
        </p:blipFill>
        <p:spPr>
          <a:xfrm>
            <a:off x="9514491" y="959212"/>
            <a:ext cx="2200704" cy="3010563"/>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71AF4AB-42FE-F706-418C-1E9671317DD6}"/>
                  </a:ext>
                </a:extLst>
              </p:cNvPr>
              <p:cNvSpPr txBox="1"/>
              <p:nvPr/>
            </p:nvSpPr>
            <p:spPr>
              <a:xfrm>
                <a:off x="1495744" y="5909250"/>
                <a:ext cx="2477166" cy="458395"/>
              </a:xfrm>
              <a:prstGeom prst="rect">
                <a:avLst/>
              </a:prstGeom>
              <a:solidFill>
                <a:schemeClr val="bg1">
                  <a:lumMod val="85000"/>
                </a:schemeClr>
              </a:solidFill>
            </p:spPr>
            <p:txBody>
              <a:bodyPr wrap="square">
                <a:spAutoFit/>
              </a:bodyPr>
              <a:lstStyle/>
              <a:p>
                <a:pPr/>
                <a14:m>
                  <m:oMathPara xmlns:m="http://schemas.openxmlformats.org/officeDocument/2006/math">
                    <m:oMathParaPr>
                      <m:jc m:val="left"/>
                    </m:oMathParaPr>
                    <m:oMath>
                      <m:r>
                        <a:rPr lang="en-US" sz="2200" i="1" smtClean="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3</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m:rPr>
                              <m:sty m:val="p"/>
                            </m:rPr>
                            <a:rPr lang="en-US" sz="2200" i="0">
                              <a:solidFill>
                                <a:srgbClr val="000000"/>
                              </a:solidFill>
                              <a:latin typeface="Cambria Math" panose="02040503050406030204" pitchFamily="18" charset="0"/>
                            </a:rPr>
                            <m:t>g</m:t>
                          </m:r>
                        </m:sub>
                      </m:sSub>
                      <m:r>
                        <a:rPr lang="en-US" sz="2200" b="0" i="1" smtClean="0">
                          <a:solidFill>
                            <a:srgbClr val="000000"/>
                          </a:solidFill>
                          <a:latin typeface="Cambria Math" panose="02040503050406030204" pitchFamily="18" charset="0"/>
                        </a:rPr>
                        <m:t>=122</m:t>
                      </m:r>
                      <m:r>
                        <a:rPr lang="en-US" sz="2200" b="0" i="1" smtClean="0">
                          <a:solidFill>
                            <a:srgbClr val="000000"/>
                          </a:solidFill>
                          <a:latin typeface="Cambria Math" panose="02040503050406030204" pitchFamily="18" charset="0"/>
                        </a:rPr>
                        <m:t>𝑁</m:t>
                      </m:r>
                    </m:oMath>
                  </m:oMathPara>
                </a14:m>
                <a:endParaRPr lang="en-US" sz="2200" dirty="0"/>
              </a:p>
            </p:txBody>
          </p:sp>
        </mc:Choice>
        <mc:Fallback xmlns="">
          <p:sp>
            <p:nvSpPr>
              <p:cNvPr id="18" name="TextBox 17">
                <a:extLst>
                  <a:ext uri="{FF2B5EF4-FFF2-40B4-BE49-F238E27FC236}">
                    <a16:creationId xmlns:a16="http://schemas.microsoft.com/office/drawing/2014/main" id="{671AF4AB-42FE-F706-418C-1E9671317DD6}"/>
                  </a:ext>
                </a:extLst>
              </p:cNvPr>
              <p:cNvSpPr txBox="1">
                <a:spLocks noRot="1" noChangeAspect="1" noMove="1" noResize="1" noEditPoints="1" noAdjustHandles="1" noChangeArrowheads="1" noChangeShapeType="1" noTextEdit="1"/>
              </p:cNvSpPr>
              <p:nvPr/>
            </p:nvSpPr>
            <p:spPr>
              <a:xfrm>
                <a:off x="1495744" y="5909250"/>
                <a:ext cx="2477166" cy="458395"/>
              </a:xfrm>
              <a:prstGeom prst="rect">
                <a:avLst/>
              </a:prstGeom>
              <a:blipFill>
                <a:blip r:embed="rId8"/>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E311D93-6436-B7EB-00F8-3280E33147F5}"/>
                  </a:ext>
                </a:extLst>
              </p:cNvPr>
              <p:cNvSpPr txBox="1"/>
              <p:nvPr/>
            </p:nvSpPr>
            <p:spPr>
              <a:xfrm>
                <a:off x="5263719" y="5920735"/>
                <a:ext cx="6097314" cy="912173"/>
              </a:xfrm>
              <a:prstGeom prst="rect">
                <a:avLst/>
              </a:prstGeom>
              <a:noFill/>
            </p:spPr>
            <p:txBody>
              <a:bodyPr wrap="square">
                <a:spAutoFit/>
              </a:bodyPr>
              <a:lstStyle/>
              <a:p>
                <a:pPr/>
                <a14:m>
                  <m:oMathPara xmlns:m="http://schemas.openxmlformats.org/officeDocument/2006/math">
                    <m:oMathParaPr>
                      <m:jc m:val="left"/>
                    </m:oMathParaPr>
                    <m:oMath>
                      <m:nary>
                        <m:naryPr>
                          <m:chr m:val="∑"/>
                          <m:subHide m:val="on"/>
                          <m:supHide m:val="on"/>
                          <m:ctrlPr>
                            <a:rPr lang="en-US" sz="2200" i="1" smtClean="0">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r>
                        <a:rPr lang="en-US" sz="2200" i="1">
                          <a:solidFill>
                            <a:srgbClr val="000000"/>
                          </a:solidFill>
                          <a:latin typeface="Cambria Math" panose="02040503050406030204" pitchFamily="18" charset="0"/>
                        </a:rPr>
                        <m:t>+</m:t>
                      </m:r>
                      <m:d>
                        <m:dPr>
                          <m:ctrlPr>
                            <a:rPr lang="en-US" sz="2200" i="1">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m:rPr>
                                  <m:sty m:val="p"/>
                                </m:rPr>
                                <a:rPr lang="en-US" sz="2200" i="0">
                                  <a:solidFill>
                                    <a:srgbClr val="000000"/>
                                  </a:solidFill>
                                  <a:latin typeface="Cambria Math" panose="02040503050406030204" pitchFamily="18" charset="0"/>
                                </a:rPr>
                                <m:t>g</m:t>
                              </m:r>
                            </m:sub>
                          </m:sSub>
                        </m:e>
                      </m:d>
                      <m:r>
                        <a:rPr lang="en-US" sz="2200" i="1">
                          <a:solidFill>
                            <a:srgbClr val="000000"/>
                          </a:solidFill>
                          <a:latin typeface="Cambria Math" panose="02040503050406030204" pitchFamily="18" charset="0"/>
                        </a:rPr>
                        <m:t>=0</m:t>
                      </m:r>
                      <m:r>
                        <a:rPr lang="en-US" sz="2200" b="0" i="1" smtClean="0">
                          <a:solidFill>
                            <a:srgbClr val="000000"/>
                          </a:solidFill>
                          <a:latin typeface="Cambria Math" panose="02040503050406030204" pitchFamily="18" charset="0"/>
                        </a:rPr>
                        <m:t>…(2)</m:t>
                      </m:r>
                    </m:oMath>
                  </m:oMathPara>
                </a14:m>
                <a:endParaRPr lang="en-US" sz="2200" dirty="0"/>
              </a:p>
            </p:txBody>
          </p:sp>
        </mc:Choice>
        <mc:Fallback xmlns="">
          <p:sp>
            <p:nvSpPr>
              <p:cNvPr id="20" name="TextBox 19">
                <a:extLst>
                  <a:ext uri="{FF2B5EF4-FFF2-40B4-BE49-F238E27FC236}">
                    <a16:creationId xmlns:a16="http://schemas.microsoft.com/office/drawing/2014/main" id="{3E311D93-6436-B7EB-00F8-3280E33147F5}"/>
                  </a:ext>
                </a:extLst>
              </p:cNvPr>
              <p:cNvSpPr txBox="1">
                <a:spLocks noRot="1" noChangeAspect="1" noMove="1" noResize="1" noEditPoints="1" noAdjustHandles="1" noChangeArrowheads="1" noChangeShapeType="1" noTextEdit="1"/>
              </p:cNvSpPr>
              <p:nvPr/>
            </p:nvSpPr>
            <p:spPr>
              <a:xfrm>
                <a:off x="5263719" y="5920735"/>
                <a:ext cx="6097314" cy="91217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30709226-AE1C-DDB4-F2AB-6509778C510A}"/>
                  </a:ext>
                </a:extLst>
              </p14:cNvPr>
              <p14:cNvContentPartPr/>
              <p14:nvPr/>
            </p14:nvContentPartPr>
            <p14:xfrm>
              <a:off x="10598018" y="2303317"/>
              <a:ext cx="5040" cy="70200"/>
            </p14:xfrm>
          </p:contentPart>
        </mc:Choice>
        <mc:Fallback xmlns="">
          <p:pic>
            <p:nvPicPr>
              <p:cNvPr id="16" name="Ink 15">
                <a:extLst>
                  <a:ext uri="{FF2B5EF4-FFF2-40B4-BE49-F238E27FC236}">
                    <a16:creationId xmlns:a16="http://schemas.microsoft.com/office/drawing/2014/main" id="{30709226-AE1C-DDB4-F2AB-6509778C510A}"/>
                  </a:ext>
                </a:extLst>
              </p:cNvPr>
              <p:cNvPicPr/>
              <p:nvPr/>
            </p:nvPicPr>
            <p:blipFill>
              <a:blip r:embed="rId11"/>
              <a:stretch>
                <a:fillRect/>
              </a:stretch>
            </p:blipFill>
            <p:spPr>
              <a:xfrm>
                <a:off x="10589018" y="2294317"/>
                <a:ext cx="22680" cy="87840"/>
              </a:xfrm>
              <a:prstGeom prst="rect">
                <a:avLst/>
              </a:prstGeom>
            </p:spPr>
          </p:pic>
        </mc:Fallback>
      </mc:AlternateContent>
      <p:cxnSp>
        <p:nvCxnSpPr>
          <p:cNvPr id="34" name="Straight Connector 33">
            <a:extLst>
              <a:ext uri="{FF2B5EF4-FFF2-40B4-BE49-F238E27FC236}">
                <a16:creationId xmlns:a16="http://schemas.microsoft.com/office/drawing/2014/main" id="{04CDD0BA-C642-4D55-3005-39642CAD9652}"/>
              </a:ext>
            </a:extLst>
          </p:cNvPr>
          <p:cNvCxnSpPr/>
          <p:nvPr/>
        </p:nvCxnSpPr>
        <p:spPr>
          <a:xfrm>
            <a:off x="4439138" y="3055815"/>
            <a:ext cx="0" cy="3777093"/>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5241C831-2C5F-8352-9B08-6590871838E4}"/>
              </a:ext>
            </a:extLst>
          </p:cNvPr>
          <p:cNvSpPr txBox="1">
            <a:spLocks/>
          </p:cNvSpPr>
          <p:nvPr/>
        </p:nvSpPr>
        <p:spPr>
          <a:xfrm>
            <a:off x="0" y="-10281"/>
            <a:ext cx="12192000" cy="646331"/>
          </a:xfrm>
          <a:prstGeom prst="rect">
            <a:avLst/>
          </a:prstGeom>
          <a:solidFill>
            <a:schemeClr val="bg1">
              <a:lumMod val="85000"/>
            </a:schemeClr>
          </a:solidFill>
          <a:ln>
            <a:solidFill>
              <a:schemeClr val="accent6">
                <a:lumMod val="40000"/>
                <a:lumOff val="60000"/>
              </a:schemeClr>
            </a:solidFill>
          </a:ln>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Traffic Light</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68763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8" grpId="0" animBg="1"/>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Object 9"/>
              <p:cNvSpPr txBox="1"/>
              <p:nvPr/>
            </p:nvSpPr>
            <p:spPr bwMode="auto">
              <a:xfrm>
                <a:off x="2746375" y="876299"/>
                <a:ext cx="6429156" cy="1291459"/>
              </a:xfrm>
              <a:prstGeom prst="rect">
                <a:avLst/>
              </a:prstGeom>
              <a:noFill/>
            </p:spPr>
            <p:txBody>
              <a:bodyPr>
                <a:normAutofit fontScale="92500" lnSpcReduction="10000"/>
              </a:bodyPr>
              <a:lstStyle/>
              <a:p>
                <a:pPr/>
                <a14:m>
                  <m:oMathPara xmlns:m="http://schemas.openxmlformats.org/officeDocument/2006/math">
                    <m:oMathParaPr>
                      <m:jc m:val="left"/>
                    </m:oMathParaPr>
                    <m:oMath>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func>
                        <m:funcPr>
                          <m:ctrlPr>
                            <a:rPr lang="en-US" sz="2400" i="0">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𝜃</m:t>
                              </m:r>
                            </m:e>
                            <m:sub>
                              <m:r>
                                <a:rPr lang="en-US" sz="2400" i="1">
                                  <a:solidFill>
                                    <a:srgbClr val="000000"/>
                                  </a:solidFill>
                                  <a:latin typeface="Cambria Math" panose="02040503050406030204" pitchFamily="18" charset="0"/>
                                </a:rPr>
                                <m:t>1</m:t>
                              </m:r>
                            </m:sub>
                          </m:sSub>
                        </m:e>
                      </m:func>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2</m:t>
                          </m:r>
                        </m:sub>
                      </m:sSub>
                      <m:func>
                        <m:funcPr>
                          <m:ctrlPr>
                            <a:rPr lang="en-US" sz="2400" i="0">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𝜃</m:t>
                              </m:r>
                            </m:e>
                            <m:sub>
                              <m:r>
                                <a:rPr lang="en-US" sz="2400" i="1">
                                  <a:solidFill>
                                    <a:srgbClr val="000000"/>
                                  </a:solidFill>
                                  <a:latin typeface="Cambria Math" panose="02040503050406030204" pitchFamily="18" charset="0"/>
                                </a:rPr>
                                <m:t>2</m:t>
                              </m:r>
                            </m:sub>
                          </m:sSub>
                        </m:e>
                      </m:func>
                      <m:r>
                        <a:rPr lang="en-US" sz="2400" i="1">
                          <a:solidFill>
                            <a:srgbClr val="000000"/>
                          </a:solidFill>
                          <a:latin typeface="Cambria Math" panose="02040503050406030204" pitchFamily="18" charset="0"/>
                        </a:rPr>
                        <m:t>=0</m:t>
                      </m:r>
                    </m:oMath>
                  </m:oMathPara>
                </a14:m>
                <a:endParaRPr lang="en-US" sz="2400" i="1">
                  <a:solidFill>
                    <a:srgbClr val="000000"/>
                  </a:solidFill>
                  <a:latin typeface="Cambria Math" panose="02040503050406030204" pitchFamily="18" charset="0"/>
                </a:endParaRPr>
              </a:p>
              <a:p>
                <a:endParaRPr lang="en-US" sz="2400" i="1">
                  <a:solidFill>
                    <a:srgbClr val="000000"/>
                  </a:solidFill>
                  <a:latin typeface="Cambria Math" panose="02040503050406030204" pitchFamily="18" charset="0"/>
                </a:endParaRPr>
              </a:p>
              <a:p>
                <a:r>
                  <a:rPr lang="en-US" sz="2400">
                    <a:solidFill>
                      <a:srgbClr val="000000"/>
                    </a:solidFill>
                  </a:rPr>
                  <a:t>                                </a:t>
                </a:r>
                <a14:m>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func>
                              <m:funcPr>
                                <m:ctrlPr>
                                  <a:rPr lang="en-US" sz="2400" i="0">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𝜃</m:t>
                                    </m:r>
                                  </m:e>
                                  <m:sub>
                                    <m:r>
                                      <a:rPr lang="en-US" sz="2400" i="1">
                                        <a:solidFill>
                                          <a:srgbClr val="000000"/>
                                        </a:solidFill>
                                        <a:latin typeface="Cambria Math" panose="02040503050406030204" pitchFamily="18" charset="0"/>
                                      </a:rPr>
                                      <m:t>1</m:t>
                                    </m:r>
                                  </m:sub>
                                </m:sSub>
                              </m:e>
                            </m:func>
                          </m:num>
                          <m:den>
                            <m:func>
                              <m:funcPr>
                                <m:ctrlPr>
                                  <a:rPr lang="en-US" sz="2400" i="0">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𝜃</m:t>
                                    </m:r>
                                  </m:e>
                                  <m:sub>
                                    <m:r>
                                      <a:rPr lang="en-US" sz="2400" i="1">
                                        <a:solidFill>
                                          <a:srgbClr val="000000"/>
                                        </a:solidFill>
                                        <a:latin typeface="Cambria Math" panose="02040503050406030204" pitchFamily="18" charset="0"/>
                                      </a:rPr>
                                      <m:t>2</m:t>
                                    </m:r>
                                  </m:sub>
                                </m:sSub>
                              </m:e>
                            </m:func>
                          </m:den>
                        </m:f>
                      </m:e>
                    </m:d>
                    <m:r>
                      <a:rPr lang="en-US" sz="2400" b="0" i="1" smtClean="0">
                        <a:solidFill>
                          <a:srgbClr val="000000"/>
                        </a:solidFill>
                        <a:latin typeface="Cambria Math" panose="02040503050406030204" pitchFamily="18" charset="0"/>
                      </a:rPr>
                      <m:t>…(3)</m:t>
                    </m:r>
                  </m:oMath>
                </a14:m>
                <a:endParaRPr lang="en-US" sz="2400"/>
              </a:p>
            </p:txBody>
          </p:sp>
        </mc:Choice>
        <mc:Fallback xmlns="">
          <p:sp>
            <p:nvSpPr>
              <p:cNvPr id="10" name="Object 9"/>
              <p:cNvSpPr txBox="1">
                <a:spLocks noRot="1" noChangeAspect="1" noMove="1" noResize="1" noEditPoints="1" noAdjustHandles="1" noChangeArrowheads="1" noChangeShapeType="1" noTextEdit="1"/>
              </p:cNvSpPr>
              <p:nvPr/>
            </p:nvSpPr>
            <p:spPr bwMode="auto">
              <a:xfrm>
                <a:off x="2746375" y="876299"/>
                <a:ext cx="6429156" cy="129145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p:cNvSpPr txBox="1"/>
              <p:nvPr/>
            </p:nvSpPr>
            <p:spPr bwMode="auto">
              <a:xfrm>
                <a:off x="462120" y="2699635"/>
                <a:ext cx="5276527" cy="1478234"/>
              </a:xfrm>
              <a:prstGeom prst="rect">
                <a:avLst/>
              </a:prstGeom>
              <a:noFill/>
            </p:spPr>
            <p:txBody>
              <a:bodyPr>
                <a:noAutofit/>
              </a:bodyPr>
              <a:lstStyle/>
              <a:p>
                <a:r>
                  <a:rPr lang="en-US" sz="2200" dirty="0">
                    <a:solidFill>
                      <a:srgbClr val="000000"/>
                    </a:solidFill>
                  </a:rPr>
                  <a:t>                   </a:t>
                </a:r>
                <a14:m>
                  <m:oMath xmlns:m="http://schemas.openxmlformats.org/officeDocument/2006/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r>
                      <a:rPr lang="en-US" sz="2200" i="1">
                        <a:solidFill>
                          <a:srgbClr val="000000"/>
                        </a:solidFill>
                        <a:latin typeface="Cambria Math" panose="02040503050406030204" pitchFamily="18" charset="0"/>
                      </a:rPr>
                      <m:t>+</m:t>
                    </m:r>
                    <m:d>
                      <m:dPr>
                        <m:ctrlPr>
                          <a:rPr lang="en-US" sz="2200" i="1">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m:rPr>
                                <m:sty m:val="p"/>
                              </m:rPr>
                              <a:rPr lang="en-US" sz="2200">
                                <a:solidFill>
                                  <a:srgbClr val="000000"/>
                                </a:solidFill>
                                <a:latin typeface="Cambria Math" panose="02040503050406030204" pitchFamily="18" charset="0"/>
                              </a:rPr>
                              <m:t>g</m:t>
                            </m:r>
                          </m:sub>
                        </m:sSub>
                      </m:e>
                    </m:d>
                    <m:r>
                      <a:rPr lang="en-US" sz="2200" i="1">
                        <a:solidFill>
                          <a:srgbClr val="000000"/>
                        </a:solidFill>
                        <a:latin typeface="Cambria Math" panose="02040503050406030204" pitchFamily="18" charset="0"/>
                      </a:rPr>
                      <m:t>=0</m:t>
                    </m:r>
                  </m:oMath>
                </a14:m>
                <a:endParaRPr lang="en-US" sz="2200" i="1" dirty="0">
                  <a:solidFill>
                    <a:srgbClr val="000000"/>
                  </a:solidFill>
                  <a:latin typeface="Cambria Math" panose="02040503050406030204" pitchFamily="18" charset="0"/>
                </a:endParaRPr>
              </a:p>
              <a:p>
                <a:endParaRPr lang="en-US" sz="2200" i="1"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d>
                        <m:dPr>
                          <m:ctrlPr>
                            <a:rPr lang="en-US" sz="2200" i="1">
                              <a:solidFill>
                                <a:srgbClr val="000000"/>
                              </a:solidFill>
                              <a:latin typeface="Cambria Math" panose="02040503050406030204" pitchFamily="18" charset="0"/>
                            </a:rPr>
                          </m:ctrlPr>
                        </m:dPr>
                        <m:e>
                          <m:f>
                            <m:fPr>
                              <m:ctrlPr>
                                <a:rPr lang="en-US" sz="2200" i="1">
                                  <a:solidFill>
                                    <a:srgbClr val="000000"/>
                                  </a:solidFill>
                                  <a:latin typeface="Cambria Math" panose="02040503050406030204" pitchFamily="18" charset="0"/>
                                </a:rPr>
                              </m:ctrlPr>
                            </m:fPr>
                            <m:num>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num>
                            <m:den>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den>
                          </m:f>
                        </m:e>
                      </m:d>
                      <m:d>
                        <m:dPr>
                          <m:ctrlPr>
                            <a:rPr lang="en-US" sz="2200" i="1">
                              <a:solidFill>
                                <a:srgbClr val="000000"/>
                              </a:solidFill>
                              <a:latin typeface="Cambria Math" panose="02040503050406030204" pitchFamily="18" charset="0"/>
                            </a:rPr>
                          </m:ctrlPr>
                        </m:dPr>
                        <m:e>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e>
                      </m:d>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m:rPr>
                              <m:sty m:val="p"/>
                            </m:rPr>
                            <a:rPr lang="en-US" sz="2200">
                              <a:solidFill>
                                <a:srgbClr val="000000"/>
                              </a:solidFill>
                              <a:latin typeface="Cambria Math" panose="02040503050406030204" pitchFamily="18" charset="0"/>
                            </a:rPr>
                            <m:t>g</m:t>
                          </m:r>
                        </m:sub>
                      </m:sSub>
                      <m:r>
                        <a:rPr lang="en-US" sz="2200" i="1">
                          <a:solidFill>
                            <a:srgbClr val="000000"/>
                          </a:solidFill>
                          <a:latin typeface="Cambria Math" panose="02040503050406030204" pitchFamily="18" charset="0"/>
                        </a:rPr>
                        <m:t>=0</m:t>
                      </m:r>
                    </m:oMath>
                  </m:oMathPara>
                </a14:m>
                <a:endParaRPr lang="en-US" sz="2200" dirty="0"/>
              </a:p>
            </p:txBody>
          </p:sp>
        </mc:Choice>
        <mc:Fallback xmlns="">
          <p:sp>
            <p:nvSpPr>
              <p:cNvPr id="11" name="Object 10"/>
              <p:cNvSpPr txBox="1">
                <a:spLocks noRot="1" noChangeAspect="1" noMove="1" noResize="1" noEditPoints="1" noAdjustHandles="1" noChangeArrowheads="1" noChangeShapeType="1" noTextEdit="1"/>
              </p:cNvSpPr>
              <p:nvPr/>
            </p:nvSpPr>
            <p:spPr bwMode="auto">
              <a:xfrm>
                <a:off x="462120" y="2699635"/>
                <a:ext cx="5276527" cy="1478234"/>
              </a:xfrm>
              <a:prstGeom prst="rect">
                <a:avLst/>
              </a:prstGeom>
              <a:blipFill>
                <a:blip r:embed="rId4"/>
                <a:stretch>
                  <a:fillRect b="-33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11"/>
              <p:cNvSpPr txBox="1"/>
              <p:nvPr/>
            </p:nvSpPr>
            <p:spPr bwMode="auto">
              <a:xfrm>
                <a:off x="1632868" y="4477419"/>
                <a:ext cx="3435732" cy="1006475"/>
              </a:xfrm>
              <a:prstGeom prst="rect">
                <a:avLst/>
              </a:prstGeom>
              <a:noFill/>
            </p:spPr>
            <p:txBody>
              <a:bodyPr>
                <a:no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r>
                        <a:rPr lang="en-US" sz="2200" i="1">
                          <a:solidFill>
                            <a:srgbClr val="000000"/>
                          </a:solidFill>
                          <a:latin typeface="Cambria Math" panose="02040503050406030204" pitchFamily="18" charset="0"/>
                        </a:rPr>
                        <m:t>=</m:t>
                      </m:r>
                      <m:f>
                        <m:fPr>
                          <m:ctrlPr>
                            <a:rPr lang="en-US" sz="2200" i="1">
                              <a:solidFill>
                                <a:srgbClr val="000000"/>
                              </a:solidFill>
                              <a:latin typeface="Cambria Math" panose="02040503050406030204" pitchFamily="18" charset="0"/>
                            </a:rPr>
                          </m:ctrlPr>
                        </m:fPr>
                        <m:num>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m:rPr>
                                  <m:sty m:val="p"/>
                                </m:rPr>
                                <a:rPr lang="en-US" sz="2200">
                                  <a:solidFill>
                                    <a:srgbClr val="000000"/>
                                  </a:solidFill>
                                  <a:latin typeface="Cambria Math" panose="02040503050406030204" pitchFamily="18" charset="0"/>
                                </a:rPr>
                                <m:t>g</m:t>
                              </m:r>
                            </m:sub>
                          </m:sSub>
                        </m:num>
                        <m:den>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r>
                            <a:rPr lang="en-US" sz="2200" i="1">
                              <a:solidFill>
                                <a:srgbClr val="000000"/>
                              </a:solidFill>
                              <a:latin typeface="Cambria Math" panose="02040503050406030204" pitchFamily="18" charset="0"/>
                            </a:rPr>
                            <m:t>+</m:t>
                          </m:r>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1</m:t>
                                  </m:r>
                                </m:sub>
                              </m:sSub>
                            </m:e>
                          </m:func>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tan</m:t>
                              </m:r>
                            </m:fName>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𝜃</m:t>
                                  </m:r>
                                </m:e>
                                <m:sub>
                                  <m:r>
                                    <a:rPr lang="en-US" sz="2200" i="1">
                                      <a:solidFill>
                                        <a:srgbClr val="000000"/>
                                      </a:solidFill>
                                      <a:latin typeface="Cambria Math" panose="02040503050406030204" pitchFamily="18" charset="0"/>
                                    </a:rPr>
                                    <m:t>2</m:t>
                                  </m:r>
                                </m:sub>
                              </m:sSub>
                            </m:e>
                          </m:func>
                        </m:den>
                      </m:f>
                    </m:oMath>
                  </m:oMathPara>
                </a14:m>
                <a:endParaRPr lang="en-US" sz="2200" dirty="0"/>
              </a:p>
            </p:txBody>
          </p:sp>
        </mc:Choice>
        <mc:Fallback xmlns="">
          <p:sp>
            <p:nvSpPr>
              <p:cNvPr id="12" name="Object 11"/>
              <p:cNvSpPr txBox="1">
                <a:spLocks noRot="1" noChangeAspect="1" noMove="1" noResize="1" noEditPoints="1" noAdjustHandles="1" noChangeArrowheads="1" noChangeShapeType="1" noTextEdit="1"/>
              </p:cNvSpPr>
              <p:nvPr/>
            </p:nvSpPr>
            <p:spPr bwMode="auto">
              <a:xfrm>
                <a:off x="1632868" y="4477419"/>
                <a:ext cx="3435732" cy="100647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12"/>
              <p:cNvSpPr txBox="1"/>
              <p:nvPr/>
            </p:nvSpPr>
            <p:spPr bwMode="auto">
              <a:xfrm>
                <a:off x="702704" y="5622056"/>
                <a:ext cx="5851525" cy="904875"/>
              </a:xfrm>
              <a:prstGeom prst="rect">
                <a:avLst/>
              </a:prstGeom>
              <a:noFill/>
            </p:spPr>
            <p:txBody>
              <a:bodyPr>
                <a:norm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1</m:t>
                          </m:r>
                        </m:sub>
                      </m:sSub>
                      <m:r>
                        <a:rPr lang="en-US" sz="2200" i="1">
                          <a:solidFill>
                            <a:srgbClr val="000000"/>
                          </a:solidFill>
                          <a:latin typeface="Cambria Math" panose="02040503050406030204" pitchFamily="18" charset="0"/>
                        </a:rPr>
                        <m:t>=</m:t>
                      </m:r>
                      <m:f>
                        <m:fPr>
                          <m:ctrlPr>
                            <a:rPr lang="en-US" sz="2200" i="1">
                              <a:solidFill>
                                <a:srgbClr val="000000"/>
                              </a:solidFill>
                              <a:latin typeface="Cambria Math" panose="02040503050406030204" pitchFamily="18" charset="0"/>
                            </a:rPr>
                          </m:ctrlPr>
                        </m:fPr>
                        <m:num>
                          <m:r>
                            <a:rPr lang="en-US" sz="2200" i="1">
                              <a:solidFill>
                                <a:srgbClr val="000000"/>
                              </a:solidFill>
                              <a:latin typeface="Cambria Math" panose="02040503050406030204" pitchFamily="18" charset="0"/>
                            </a:rPr>
                            <m:t>122</m:t>
                          </m:r>
                          <m:r>
                            <m:rPr>
                              <m:nor/>
                            </m:rPr>
                            <a:rPr lang="en-US" sz="2200" i="0">
                              <a:solidFill>
                                <a:srgbClr val="000000"/>
                              </a:solidFill>
                              <a:latin typeface="Cambria Math" panose="02040503050406030204" pitchFamily="18" charset="0"/>
                            </a:rPr>
                            <m:t> N</m:t>
                          </m:r>
                        </m:num>
                        <m:den>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sin</m:t>
                              </m:r>
                            </m:fName>
                            <m:e>
                              <m:r>
                                <a:rPr lang="en-US" sz="2200" i="1">
                                  <a:solidFill>
                                    <a:srgbClr val="000000"/>
                                  </a:solidFill>
                                  <a:latin typeface="Cambria Math" panose="02040503050406030204" pitchFamily="18" charset="0"/>
                                </a:rPr>
                                <m:t>3</m:t>
                              </m:r>
                            </m:e>
                          </m:func>
                          <m:r>
                            <a:rPr lang="en-US" sz="2200" i="1">
                              <a:solidFill>
                                <a:srgbClr val="000000"/>
                              </a:solidFill>
                              <a:latin typeface="Cambria Math" panose="02040503050406030204" pitchFamily="18" charset="0"/>
                            </a:rPr>
                            <m:t>7.0°+</m:t>
                          </m:r>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r>
                                <a:rPr lang="en-US" sz="2200" i="1">
                                  <a:solidFill>
                                    <a:srgbClr val="000000"/>
                                  </a:solidFill>
                                  <a:latin typeface="Cambria Math" panose="02040503050406030204" pitchFamily="18" charset="0"/>
                                </a:rPr>
                                <m:t>3</m:t>
                              </m:r>
                            </m:e>
                          </m:func>
                          <m:r>
                            <a:rPr lang="en-US" sz="2200" i="1">
                              <a:solidFill>
                                <a:srgbClr val="000000"/>
                              </a:solidFill>
                              <a:latin typeface="Cambria Math" panose="02040503050406030204" pitchFamily="18" charset="0"/>
                            </a:rPr>
                            <m:t>7.0°</m:t>
                          </m:r>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tan</m:t>
                              </m:r>
                            </m:fName>
                            <m:e>
                              <m:r>
                                <a:rPr lang="en-US" sz="2200" i="1">
                                  <a:solidFill>
                                    <a:srgbClr val="000000"/>
                                  </a:solidFill>
                                  <a:latin typeface="Cambria Math" panose="02040503050406030204" pitchFamily="18" charset="0"/>
                                </a:rPr>
                                <m:t>5</m:t>
                              </m:r>
                            </m:e>
                          </m:func>
                          <m:r>
                            <a:rPr lang="en-US" sz="2200" i="1">
                              <a:solidFill>
                                <a:srgbClr val="000000"/>
                              </a:solidFill>
                              <a:latin typeface="Cambria Math" panose="02040503050406030204" pitchFamily="18" charset="0"/>
                            </a:rPr>
                            <m:t>3.0°</m:t>
                          </m:r>
                        </m:den>
                      </m:f>
                      <m:r>
                        <a:rPr lang="en-US" sz="2200" i="1">
                          <a:solidFill>
                            <a:srgbClr val="000000"/>
                          </a:solidFill>
                          <a:latin typeface="Cambria Math" panose="02040503050406030204" pitchFamily="18" charset="0"/>
                        </a:rPr>
                        <m:t>=</m:t>
                      </m:r>
                      <m:borderBox>
                        <m:borderBoxPr>
                          <m:ctrlPr>
                            <a:rPr lang="en-US" sz="2200" i="1">
                              <a:solidFill>
                                <a:srgbClr val="000000"/>
                              </a:solidFill>
                              <a:latin typeface="Cambria Math" panose="02040503050406030204" pitchFamily="18" charset="0"/>
                            </a:rPr>
                          </m:ctrlPr>
                        </m:borderBoxPr>
                        <m:e>
                          <m:r>
                            <a:rPr lang="en-US" sz="2200" i="1">
                              <a:solidFill>
                                <a:srgbClr val="000000"/>
                              </a:solidFill>
                              <a:latin typeface="Cambria Math" panose="02040503050406030204" pitchFamily="18" charset="0"/>
                            </a:rPr>
                            <m:t>73.4</m:t>
                          </m:r>
                          <m:r>
                            <m:rPr>
                              <m:nor/>
                            </m:rPr>
                            <a:rPr lang="en-US" sz="2200" i="0">
                              <a:solidFill>
                                <a:srgbClr val="000000"/>
                              </a:solidFill>
                              <a:latin typeface="Cambria Math" panose="02040503050406030204" pitchFamily="18" charset="0"/>
                            </a:rPr>
                            <m:t> N</m:t>
                          </m:r>
                        </m:e>
                      </m:borderBox>
                    </m:oMath>
                  </m:oMathPara>
                </a14:m>
                <a:endParaRPr lang="en-US" sz="2200"/>
              </a:p>
            </p:txBody>
          </p:sp>
        </mc:Choice>
        <mc:Fallback xmlns="">
          <p:sp>
            <p:nvSpPr>
              <p:cNvPr id="13" name="Object 12"/>
              <p:cNvSpPr txBox="1">
                <a:spLocks noRot="1" noChangeAspect="1" noMove="1" noResize="1" noEditPoints="1" noAdjustHandles="1" noChangeArrowheads="1" noChangeShapeType="1" noTextEdit="1"/>
              </p:cNvSpPr>
              <p:nvPr/>
            </p:nvSpPr>
            <p:spPr bwMode="auto">
              <a:xfrm>
                <a:off x="702704" y="5622056"/>
                <a:ext cx="5851525" cy="90487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3"/>
              <p:cNvSpPr txBox="1"/>
              <p:nvPr/>
            </p:nvSpPr>
            <p:spPr bwMode="auto">
              <a:xfrm>
                <a:off x="7363666" y="5651500"/>
                <a:ext cx="4702175" cy="914400"/>
              </a:xfrm>
              <a:prstGeom prst="rect">
                <a:avLst/>
              </a:prstGeom>
              <a:noFill/>
            </p:spPr>
            <p:txBody>
              <a:bodyPr>
                <a:norm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𝑇</m:t>
                          </m:r>
                        </m:e>
                        <m:sub>
                          <m:r>
                            <a:rPr lang="en-US" sz="2200" i="1">
                              <a:solidFill>
                                <a:srgbClr val="000000"/>
                              </a:solidFill>
                              <a:latin typeface="Cambria Math" panose="02040503050406030204" pitchFamily="18" charset="0"/>
                            </a:rPr>
                            <m:t>2</m:t>
                          </m:r>
                        </m:sub>
                      </m:sSub>
                      <m:r>
                        <a:rPr lang="en-US" sz="2200" i="1">
                          <a:solidFill>
                            <a:srgbClr val="000000"/>
                          </a:solidFill>
                          <a:latin typeface="Cambria Math" panose="02040503050406030204" pitchFamily="18" charset="0"/>
                        </a:rPr>
                        <m:t>=</m:t>
                      </m:r>
                      <m:d>
                        <m:dPr>
                          <m:ctrlPr>
                            <a:rPr lang="en-US" sz="2200" i="1">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73.4</m:t>
                          </m:r>
                          <m:r>
                            <m:rPr>
                              <m:nor/>
                            </m:rPr>
                            <a:rPr lang="en-US" sz="2200" i="0">
                              <a:solidFill>
                                <a:srgbClr val="000000"/>
                              </a:solidFill>
                              <a:latin typeface="Cambria Math" panose="02040503050406030204" pitchFamily="18" charset="0"/>
                            </a:rPr>
                            <m:t> N</m:t>
                          </m:r>
                        </m:e>
                      </m:d>
                      <m:d>
                        <m:dPr>
                          <m:ctrlPr>
                            <a:rPr lang="en-US" sz="2200" i="1">
                              <a:solidFill>
                                <a:srgbClr val="000000"/>
                              </a:solidFill>
                              <a:latin typeface="Cambria Math" panose="02040503050406030204" pitchFamily="18" charset="0"/>
                            </a:rPr>
                          </m:ctrlPr>
                        </m:dPr>
                        <m:e>
                          <m:f>
                            <m:fPr>
                              <m:ctrlPr>
                                <a:rPr lang="en-US" sz="2200" i="1">
                                  <a:solidFill>
                                    <a:srgbClr val="000000"/>
                                  </a:solidFill>
                                  <a:latin typeface="Cambria Math" panose="02040503050406030204" pitchFamily="18" charset="0"/>
                                </a:rPr>
                              </m:ctrlPr>
                            </m:fPr>
                            <m:num>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r>
                                    <a:rPr lang="en-US" sz="2200" i="1">
                                      <a:solidFill>
                                        <a:srgbClr val="000000"/>
                                      </a:solidFill>
                                      <a:latin typeface="Cambria Math" panose="02040503050406030204" pitchFamily="18" charset="0"/>
                                    </a:rPr>
                                    <m:t>3</m:t>
                                  </m:r>
                                </m:e>
                              </m:func>
                              <m:r>
                                <a:rPr lang="en-US" sz="2200" i="1">
                                  <a:solidFill>
                                    <a:srgbClr val="000000"/>
                                  </a:solidFill>
                                  <a:latin typeface="Cambria Math" panose="02040503050406030204" pitchFamily="18" charset="0"/>
                                </a:rPr>
                                <m:t>7.0°</m:t>
                              </m:r>
                            </m:num>
                            <m:den>
                              <m:func>
                                <m:funcPr>
                                  <m:ctrlPr>
                                    <a:rPr lang="en-US" sz="2200" i="0">
                                      <a:solidFill>
                                        <a:srgbClr val="000000"/>
                                      </a:solidFill>
                                      <a:latin typeface="Cambria Math" panose="02040503050406030204" pitchFamily="18" charset="0"/>
                                    </a:rPr>
                                  </m:ctrlPr>
                                </m:funcPr>
                                <m:fName>
                                  <m:r>
                                    <m:rPr>
                                      <m:sty m:val="p"/>
                                    </m:rPr>
                                    <a:rPr lang="en-US" sz="2200" i="0">
                                      <a:solidFill>
                                        <a:srgbClr val="000000"/>
                                      </a:solidFill>
                                      <a:latin typeface="Cambria Math" panose="02040503050406030204" pitchFamily="18" charset="0"/>
                                    </a:rPr>
                                    <m:t>cos</m:t>
                                  </m:r>
                                </m:fName>
                                <m:e>
                                  <m:r>
                                    <a:rPr lang="en-US" sz="2200" i="1">
                                      <a:solidFill>
                                        <a:srgbClr val="000000"/>
                                      </a:solidFill>
                                      <a:latin typeface="Cambria Math" panose="02040503050406030204" pitchFamily="18" charset="0"/>
                                    </a:rPr>
                                    <m:t>5</m:t>
                                  </m:r>
                                </m:e>
                              </m:func>
                              <m:r>
                                <a:rPr lang="en-US" sz="2200" i="1">
                                  <a:solidFill>
                                    <a:srgbClr val="000000"/>
                                  </a:solidFill>
                                  <a:latin typeface="Cambria Math" panose="02040503050406030204" pitchFamily="18" charset="0"/>
                                </a:rPr>
                                <m:t>3.0°</m:t>
                              </m:r>
                            </m:den>
                          </m:f>
                        </m:e>
                      </m:d>
                      <m:r>
                        <a:rPr lang="en-US" sz="2200" i="1">
                          <a:solidFill>
                            <a:srgbClr val="000000"/>
                          </a:solidFill>
                          <a:latin typeface="Cambria Math" panose="02040503050406030204" pitchFamily="18" charset="0"/>
                        </a:rPr>
                        <m:t>=</m:t>
                      </m:r>
                      <m:borderBox>
                        <m:borderBoxPr>
                          <m:ctrlPr>
                            <a:rPr lang="en-US" sz="2200" i="1">
                              <a:solidFill>
                                <a:srgbClr val="000000"/>
                              </a:solidFill>
                              <a:latin typeface="Cambria Math" panose="02040503050406030204" pitchFamily="18" charset="0"/>
                            </a:rPr>
                          </m:ctrlPr>
                        </m:borderBoxPr>
                        <m:e>
                          <m:r>
                            <a:rPr lang="en-US" sz="2200" i="1">
                              <a:solidFill>
                                <a:srgbClr val="000000"/>
                              </a:solidFill>
                              <a:latin typeface="Cambria Math" panose="02040503050406030204" pitchFamily="18" charset="0"/>
                            </a:rPr>
                            <m:t>97.4</m:t>
                          </m:r>
                          <m:r>
                            <m:rPr>
                              <m:nor/>
                            </m:rPr>
                            <a:rPr lang="en-US" sz="2200" i="0">
                              <a:solidFill>
                                <a:srgbClr val="000000"/>
                              </a:solidFill>
                              <a:latin typeface="Cambria Math" panose="02040503050406030204" pitchFamily="18" charset="0"/>
                            </a:rPr>
                            <m:t> N</m:t>
                          </m:r>
                        </m:e>
                      </m:borderBox>
                    </m:oMath>
                  </m:oMathPara>
                </a14:m>
                <a:endParaRPr lang="en-US" sz="2200"/>
              </a:p>
            </p:txBody>
          </p:sp>
        </mc:Choice>
        <mc:Fallback xmlns="">
          <p:sp>
            <p:nvSpPr>
              <p:cNvPr id="14" name="Object 13"/>
              <p:cNvSpPr txBox="1">
                <a:spLocks noRot="1" noChangeAspect="1" noMove="1" noResize="1" noEditPoints="1" noAdjustHandles="1" noChangeArrowheads="1" noChangeShapeType="1" noTextEdit="1"/>
              </p:cNvSpPr>
              <p:nvPr/>
            </p:nvSpPr>
            <p:spPr bwMode="auto">
              <a:xfrm>
                <a:off x="7363666" y="5651500"/>
                <a:ext cx="4702175" cy="914400"/>
              </a:xfrm>
              <a:prstGeom prst="rect">
                <a:avLst/>
              </a:prstGeom>
              <a:blipFill>
                <a:blip r:embed="rId7"/>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284F9C32-CAF2-C180-F051-066A1250246A}"/>
              </a:ext>
            </a:extLst>
          </p:cNvPr>
          <p:cNvSpPr txBox="1"/>
          <p:nvPr/>
        </p:nvSpPr>
        <p:spPr>
          <a:xfrm>
            <a:off x="402015" y="929745"/>
            <a:ext cx="2096805" cy="400110"/>
          </a:xfrm>
          <a:prstGeom prst="rect">
            <a:avLst/>
          </a:prstGeom>
          <a:noFill/>
        </p:spPr>
        <p:txBody>
          <a:bodyPr wrap="square" rtlCol="0">
            <a:spAutoFit/>
          </a:bodyPr>
          <a:lstStyle/>
          <a:p>
            <a:r>
              <a:rPr lang="en-US" sz="2000">
                <a:solidFill>
                  <a:srgbClr val="0070C0"/>
                </a:solidFill>
                <a:latin typeface="Times New Roman" panose="02020603050405020304" pitchFamily="18" charset="0"/>
                <a:cs typeface="Times New Roman" panose="02020603050405020304" pitchFamily="18" charset="0"/>
              </a:rPr>
              <a:t>From equation (1)</a:t>
            </a:r>
          </a:p>
        </p:txBody>
      </p:sp>
      <p:sp>
        <p:nvSpPr>
          <p:cNvPr id="8" name="TextBox 7">
            <a:extLst>
              <a:ext uri="{FF2B5EF4-FFF2-40B4-BE49-F238E27FC236}">
                <a16:creationId xmlns:a16="http://schemas.microsoft.com/office/drawing/2014/main" id="{6E1B88B3-ADBC-0D51-6623-FAC2A623D5AE}"/>
              </a:ext>
            </a:extLst>
          </p:cNvPr>
          <p:cNvSpPr txBox="1"/>
          <p:nvPr/>
        </p:nvSpPr>
        <p:spPr>
          <a:xfrm>
            <a:off x="388876" y="2130557"/>
            <a:ext cx="6185344" cy="400110"/>
          </a:xfrm>
          <a:prstGeom prst="rect">
            <a:avLst/>
          </a:prstGeom>
          <a:noFill/>
        </p:spPr>
        <p:txBody>
          <a:bodyPr wrap="square" rtlCol="0">
            <a:spAutoFit/>
          </a:bodyPr>
          <a:lstStyle/>
          <a:p>
            <a:r>
              <a:rPr lang="en-US" sz="2000">
                <a:solidFill>
                  <a:srgbClr val="0070C0"/>
                </a:solidFill>
                <a:latin typeface="Times New Roman" panose="02020603050405020304" pitchFamily="18" charset="0"/>
                <a:cs typeface="Times New Roman" panose="02020603050405020304" pitchFamily="18" charset="0"/>
              </a:rPr>
              <a:t>Substituting the value of T</a:t>
            </a:r>
            <a:r>
              <a:rPr lang="en-US" sz="2000" baseline="-25000">
                <a:solidFill>
                  <a:srgbClr val="0070C0"/>
                </a:solidFill>
                <a:latin typeface="Times New Roman" panose="02020603050405020304" pitchFamily="18" charset="0"/>
                <a:cs typeface="Times New Roman" panose="02020603050405020304" pitchFamily="18" charset="0"/>
              </a:rPr>
              <a:t>2</a:t>
            </a:r>
            <a:r>
              <a:rPr lang="en-US" sz="2000">
                <a:solidFill>
                  <a:srgbClr val="0070C0"/>
                </a:solidFill>
                <a:latin typeface="Times New Roman" panose="02020603050405020304" pitchFamily="18" charset="0"/>
                <a:cs typeface="Times New Roman" panose="02020603050405020304" pitchFamily="18" charset="0"/>
              </a:rPr>
              <a:t> from (3) into equation (2)</a:t>
            </a:r>
          </a:p>
        </p:txBody>
      </p:sp>
      <p:cxnSp>
        <p:nvCxnSpPr>
          <p:cNvPr id="21" name="Straight Connector 20">
            <a:extLst>
              <a:ext uri="{FF2B5EF4-FFF2-40B4-BE49-F238E27FC236}">
                <a16:creationId xmlns:a16="http://schemas.microsoft.com/office/drawing/2014/main" id="{CEE9F8C0-A413-8904-92EE-22EFDBFA60D9}"/>
              </a:ext>
            </a:extLst>
          </p:cNvPr>
          <p:cNvCxnSpPr/>
          <p:nvPr/>
        </p:nvCxnSpPr>
        <p:spPr>
          <a:xfrm>
            <a:off x="6897414" y="5139559"/>
            <a:ext cx="0" cy="171844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DABE719-AE7B-0876-CFF2-B05AAB5D980A}"/>
              </a:ext>
            </a:extLst>
          </p:cNvPr>
          <p:cNvSpPr txBox="1"/>
          <p:nvPr/>
        </p:nvSpPr>
        <p:spPr>
          <a:xfrm>
            <a:off x="7154937" y="5073461"/>
            <a:ext cx="4826866" cy="400110"/>
          </a:xfrm>
          <a:prstGeom prst="rect">
            <a:avLst/>
          </a:prstGeom>
          <a:noFill/>
        </p:spPr>
        <p:txBody>
          <a:bodyPr wrap="square" rtlCol="0">
            <a:spAutoFit/>
          </a:bodyPr>
          <a:lstStyle/>
          <a:p>
            <a:r>
              <a:rPr lang="en-US" sz="2000">
                <a:solidFill>
                  <a:srgbClr val="0070C0"/>
                </a:solidFill>
                <a:latin typeface="Times New Roman" panose="02020603050405020304" pitchFamily="18" charset="0"/>
                <a:cs typeface="Times New Roman" panose="02020603050405020304" pitchFamily="18" charset="0"/>
              </a:rPr>
              <a:t>Substituting the value of T</a:t>
            </a:r>
            <a:r>
              <a:rPr lang="en-US" sz="2000" baseline="-25000">
                <a:solidFill>
                  <a:srgbClr val="0070C0"/>
                </a:solidFill>
                <a:latin typeface="Times New Roman" panose="02020603050405020304" pitchFamily="18" charset="0"/>
                <a:cs typeface="Times New Roman" panose="02020603050405020304" pitchFamily="18" charset="0"/>
              </a:rPr>
              <a:t>1</a:t>
            </a:r>
            <a:r>
              <a:rPr lang="en-US" sz="2000">
                <a:solidFill>
                  <a:srgbClr val="0070C0"/>
                </a:solidFill>
                <a:latin typeface="Times New Roman" panose="02020603050405020304" pitchFamily="18" charset="0"/>
                <a:cs typeface="Times New Roman" panose="02020603050405020304" pitchFamily="18" charset="0"/>
              </a:rPr>
              <a:t> into equation (3)</a:t>
            </a:r>
          </a:p>
        </p:txBody>
      </p:sp>
      <p:sp>
        <p:nvSpPr>
          <p:cNvPr id="5" name="Title 3">
            <a:extLst>
              <a:ext uri="{FF2B5EF4-FFF2-40B4-BE49-F238E27FC236}">
                <a16:creationId xmlns:a16="http://schemas.microsoft.com/office/drawing/2014/main" id="{5D7DE0A6-9441-8613-4686-2B0E8C955A9C}"/>
              </a:ext>
            </a:extLst>
          </p:cNvPr>
          <p:cNvSpPr txBox="1">
            <a:spLocks/>
          </p:cNvSpPr>
          <p:nvPr/>
        </p:nvSpPr>
        <p:spPr>
          <a:xfrm>
            <a:off x="0" y="-10281"/>
            <a:ext cx="12192000" cy="646331"/>
          </a:xfrm>
          <a:prstGeom prst="rect">
            <a:avLst/>
          </a:prstGeom>
          <a:solidFill>
            <a:schemeClr val="bg1">
              <a:lumMod val="85000"/>
            </a:schemeClr>
          </a:solidFill>
          <a:ln>
            <a:solidFill>
              <a:schemeClr val="accent6">
                <a:lumMod val="40000"/>
                <a:lumOff val="60000"/>
              </a:schemeClr>
            </a:solidFill>
          </a:ln>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Traffic Light</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95709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8"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A0AA153-680C-400B-966A-9A5AC433EBCA}"/>
              </a:ext>
            </a:extLst>
          </p:cNvPr>
          <p:cNvSpPr/>
          <p:nvPr/>
        </p:nvSpPr>
        <p:spPr>
          <a:xfrm>
            <a:off x="1967286" y="1059333"/>
            <a:ext cx="5544559" cy="4324261"/>
          </a:xfrm>
          <a:prstGeom prst="rect">
            <a:avLst/>
          </a:prstGeom>
        </p:spPr>
        <p:txBody>
          <a:bodyPr wrap="square">
            <a:spAutoFit/>
          </a:bodyPr>
          <a:lstStyle/>
          <a:p>
            <a:pPr marL="285750" indent="-285750">
              <a:spcAft>
                <a:spcPts val="900"/>
              </a:spcAft>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Force of static friction </a:t>
            </a:r>
            <a:r>
              <a:rPr lang="en-US" sz="2400" b="1" i="1">
                <a:latin typeface="Times New Roman" panose="02020603050405020304" pitchFamily="18" charset="0"/>
                <a:cs typeface="Times New Roman" panose="02020603050405020304" pitchFamily="18" charset="0"/>
              </a:rPr>
              <a:t>f</a:t>
            </a:r>
            <a:r>
              <a:rPr lang="en-US" sz="2400" i="1" baseline="-25000">
                <a:latin typeface="Times New Roman" panose="02020603050405020304" pitchFamily="18" charset="0"/>
                <a:cs typeface="Times New Roman" panose="02020603050405020304" pitchFamily="18" charset="0"/>
              </a:rPr>
              <a:t>s</a:t>
            </a:r>
          </a:p>
          <a:p>
            <a:pPr marL="285750" indent="-285750">
              <a:spcAft>
                <a:spcPts val="600"/>
              </a:spcAft>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As long as trash can not move  </a:t>
            </a:r>
            <a:r>
              <a:rPr lang="en-US" sz="2400" i="1">
                <a:latin typeface="Times New Roman" panose="02020603050405020304" pitchFamily="18" charset="0"/>
                <a:cs typeface="Times New Roman" panose="02020603050405020304" pitchFamily="18" charset="0"/>
              </a:rPr>
              <a:t>f</a:t>
            </a:r>
            <a:r>
              <a:rPr lang="en-US" sz="2400" i="1" baseline="-25000">
                <a:latin typeface="Times New Roman" panose="02020603050405020304" pitchFamily="18" charset="0"/>
                <a:cs typeface="Times New Roman" panose="02020603050405020304" pitchFamily="18" charset="0"/>
              </a:rPr>
              <a:t>s </a:t>
            </a:r>
            <a:r>
              <a:rPr lang="en-US" sz="2400">
                <a:latin typeface="Times New Roman" panose="02020603050405020304" pitchFamily="18" charset="0"/>
                <a:cs typeface="Times New Roman" panose="02020603050405020304" pitchFamily="18" charset="0"/>
              </a:rPr>
              <a:t>= </a:t>
            </a:r>
            <a:r>
              <a:rPr lang="en-US" sz="2400" i="1">
                <a:latin typeface="Times New Roman" panose="02020603050405020304" pitchFamily="18" charset="0"/>
                <a:cs typeface="Times New Roman" panose="02020603050405020304" pitchFamily="18" charset="0"/>
              </a:rPr>
              <a:t>F</a:t>
            </a:r>
            <a:r>
              <a:rPr lang="en-US"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sym typeface="Symbol" panose="05050102010706020507" pitchFamily="18" charset="2"/>
            </a:endParaRPr>
          </a:p>
          <a:p>
            <a:pPr marL="1085850" lvl="2" indent="-171450" defTabSz="457200">
              <a:spcAft>
                <a:spcPts val="600"/>
              </a:spcAft>
              <a:buFont typeface="Arial" panose="020B0604020202020204" pitchFamily="34" charset="0"/>
              <a:buChar char="•"/>
              <a:defRPr/>
            </a:pPr>
            <a:r>
              <a:rPr lang="en-US" sz="2400">
                <a:latin typeface="Times New Roman" panose="02020603050405020304" pitchFamily="18" charset="0"/>
                <a:cs typeface="Times New Roman" panose="02020603050405020304" pitchFamily="18" charset="0"/>
                <a:sym typeface="Symbol" panose="05050102010706020507" pitchFamily="18" charset="2"/>
              </a:rPr>
              <a:t>If</a:t>
            </a:r>
            <a:r>
              <a:rPr lang="en-US" sz="24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F</a:t>
            </a:r>
            <a:r>
              <a:rPr lang="en-US" sz="2400">
                <a:latin typeface="Times New Roman" panose="02020603050405020304" pitchFamily="18" charset="0"/>
                <a:cs typeface="Times New Roman" panose="02020603050405020304" pitchFamily="18" charset="0"/>
              </a:rPr>
              <a:t> increases </a:t>
            </a:r>
            <a:r>
              <a:rPr lang="en-US" sz="2400">
                <a:latin typeface="Times New Roman" panose="02020603050405020304" pitchFamily="18" charset="0"/>
                <a:cs typeface="Times New Roman" panose="02020603050405020304" pitchFamily="18" charset="0"/>
                <a:sym typeface="Symbol" panose="05050102010706020507" pitchFamily="18" charset="2"/>
              </a:rPr>
              <a:t></a:t>
            </a:r>
            <a:r>
              <a:rPr lang="en-US" sz="24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f</a:t>
            </a:r>
            <a:r>
              <a:rPr lang="en-US" sz="2400" i="1" baseline="-25000">
                <a:latin typeface="Times New Roman" panose="02020603050405020304" pitchFamily="18" charset="0"/>
                <a:cs typeface="Times New Roman" panose="02020603050405020304" pitchFamily="18" charset="0"/>
              </a:rPr>
              <a:t>s</a:t>
            </a:r>
            <a:r>
              <a:rPr lang="en-US" sz="2400" i="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also increases</a:t>
            </a:r>
          </a:p>
          <a:p>
            <a:pPr marL="1085850" lvl="2" indent="-171450" defTabSz="457200">
              <a:spcAft>
                <a:spcPts val="1200"/>
              </a:spcAft>
              <a:buFont typeface="Arial" panose="020B0604020202020204" pitchFamily="34" charset="0"/>
              <a:buChar char="•"/>
              <a:defRPr/>
            </a:pPr>
            <a:r>
              <a:rPr lang="en-US" sz="2400">
                <a:latin typeface="Times New Roman" panose="02020603050405020304" pitchFamily="18" charset="0"/>
                <a:cs typeface="Times New Roman" panose="02020603050405020304" pitchFamily="18" charset="0"/>
              </a:rPr>
              <a:t>If </a:t>
            </a:r>
            <a:r>
              <a:rPr lang="en-US" sz="2400" b="1" i="1">
                <a:latin typeface="Times New Roman" panose="02020603050405020304" pitchFamily="18" charset="0"/>
                <a:cs typeface="Times New Roman" panose="02020603050405020304" pitchFamily="18" charset="0"/>
              </a:rPr>
              <a:t>F</a:t>
            </a:r>
            <a:r>
              <a:rPr lang="en-US" sz="2400">
                <a:latin typeface="Times New Roman" panose="02020603050405020304" pitchFamily="18" charset="0"/>
                <a:cs typeface="Times New Roman" panose="02020603050405020304" pitchFamily="18" charset="0"/>
              </a:rPr>
              <a:t> decreases </a:t>
            </a:r>
            <a:r>
              <a:rPr lang="en-US" sz="2400">
                <a:latin typeface="Times New Roman" panose="02020603050405020304" pitchFamily="18" charset="0"/>
                <a:cs typeface="Times New Roman" panose="02020603050405020304" pitchFamily="18" charset="0"/>
                <a:sym typeface="Symbol" panose="05050102010706020507" pitchFamily="18" charset="2"/>
              </a:rPr>
              <a:t></a:t>
            </a:r>
            <a:r>
              <a:rPr lang="en-US" sz="24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f</a:t>
            </a:r>
            <a:r>
              <a:rPr lang="en-US" sz="2400" i="1" baseline="-25000">
                <a:latin typeface="Times New Roman" panose="02020603050405020304" pitchFamily="18" charset="0"/>
                <a:cs typeface="Times New Roman" panose="02020603050405020304" pitchFamily="18" charset="0"/>
              </a:rPr>
              <a:t>s</a:t>
            </a:r>
            <a:r>
              <a:rPr lang="en-US" sz="2400" i="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also decreases</a:t>
            </a:r>
          </a:p>
          <a:p>
            <a:pPr marL="285750" indent="-285750">
              <a:spcAft>
                <a:spcPts val="900"/>
              </a:spcAft>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Friction force arises from nature of the two surfaces and is always parallel to the surface.</a:t>
            </a:r>
          </a:p>
          <a:p>
            <a:pPr marL="285750" indent="-285750">
              <a:spcAft>
                <a:spcPts val="900"/>
              </a:spcAft>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Because of their roughness, contact made only at a few locations where peaks of material touch.</a:t>
            </a:r>
          </a:p>
        </p:txBody>
      </p:sp>
      <p:grpSp>
        <p:nvGrpSpPr>
          <p:cNvPr id="5" name="Group 4">
            <a:extLst>
              <a:ext uri="{FF2B5EF4-FFF2-40B4-BE49-F238E27FC236}">
                <a16:creationId xmlns:a16="http://schemas.microsoft.com/office/drawing/2014/main" id="{9ACC9313-C9CE-8432-AEEF-BCBE310CE6CE}"/>
              </a:ext>
            </a:extLst>
          </p:cNvPr>
          <p:cNvGrpSpPr/>
          <p:nvPr/>
        </p:nvGrpSpPr>
        <p:grpSpPr>
          <a:xfrm>
            <a:off x="7875153" y="1059332"/>
            <a:ext cx="2349563" cy="4400306"/>
            <a:chOff x="6351152" y="1471313"/>
            <a:chExt cx="2349563" cy="4400306"/>
          </a:xfrm>
        </p:grpSpPr>
        <p:pic>
          <p:nvPicPr>
            <p:cNvPr id="4" name="Picture 3" descr="Two illustrations show a trash can that is pulled toward the right side with arrows indicating the force vectors acting on it. A third illustration shows a graph representing the forces acting in the static and kinetic regions Illustration a shows a trash can with four forces acting on it from the central point on the base of the trash can. An arrow moving downward from the point is marked m g. An equal length arrow is pointing upward from the point and is marked vector n. An arrow of the same length is pointing toward the left and is labeled lowercase vector f subscript s. An arrow of the same length is pointing toward the right and is labeled uppercase F. The text mentions that for small applied forces, the magnitude of the force of static friction equals the magnitude of the applied force. Illustration b shows the trash can moving towards the right with four forces acting on it from the central point on the base of the trash can. An arrow moving downward from the point is marked m g. An equal length arrow is pointing upward from the point and is marked vector n. A much shorter arrow is pointing toward the left and is labeled lowercase vector f subscript k. A much longer arrow is pointing toward the right and is labeled uppercase F. The text mentions that when the magnitude of the applied force exceeds the magnitude of the maximum force of static friction, the trash can breaks free and accelerates to the right. Part c is a graph that shows frictional force, modulus of lowercase vector f, along the y axis and the applied force uppercase F is along the x-axis. The graph starts from zero point as a straight diagonal line moving upward up to a specific point marked lowercase and italics f with subscript s max. When uppercase F increases further, the graph suddenly dips and curves to a horizontal line parallel to the x axis. The slope of the diagonal portion of the graph is labeled as lowercase italic f subscript s, which is equal to uppercase italic F. The vertical height of the graph in the horizontal section of the graph is labeled lowercase italics f with subscript k, which is equal to the Greek alphabet mu subscript k and n. The diagonal portion of the graph is labeled as static region, while the rest of the graph is labeled as kinetic region.">
              <a:extLst>
                <a:ext uri="{FF2B5EF4-FFF2-40B4-BE49-F238E27FC236}">
                  <a16:creationId xmlns:a16="http://schemas.microsoft.com/office/drawing/2014/main" id="{3B874CC1-6D09-4E1D-9400-0B3123E3D6B7}"/>
                </a:ext>
              </a:extLst>
            </p:cNvPr>
            <p:cNvPicPr>
              <a:picLocks noChangeAspect="1"/>
            </p:cNvPicPr>
            <p:nvPr/>
          </p:nvPicPr>
          <p:blipFill>
            <a:blip r:embed="rId3"/>
            <a:stretch>
              <a:fillRect/>
            </a:stretch>
          </p:blipFill>
          <p:spPr>
            <a:xfrm>
              <a:off x="6351152" y="1471313"/>
              <a:ext cx="2349563" cy="4400306"/>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69A6D1-A1C2-E39C-8BEA-0B642F4E8B49}"/>
                    </a:ext>
                  </a:extLst>
                </p:cNvPr>
                <p:cNvSpPr txBox="1"/>
                <p:nvPr/>
              </p:nvSpPr>
              <p:spPr>
                <a:xfrm>
                  <a:off x="7448812" y="4107653"/>
                  <a:ext cx="190758" cy="276166"/>
                </a:xfrm>
                <a:prstGeom prst="rect">
                  <a:avLst/>
                </a:prstGeom>
                <a:solidFill>
                  <a:schemeClr val="bg1">
                    <a:lumMod val="85000"/>
                  </a:schemeClr>
                </a:solidFill>
              </p:spPr>
              <p:txBody>
                <a:bodyPr wrap="square" lIns="0" tIns="0" rIns="0" bIns="0" rtlCol="0">
                  <a:spAutoFit/>
                </a:bodyPr>
                <a:lstStyle/>
                <a:p>
                  <a:r>
                    <a:rPr lang="en-US" sz="1600">
                      <a:cs typeface="Times New Roman" panose="02020603050405020304" pitchFamily="18" charset="0"/>
                    </a:rPr>
                    <a:t> </a:t>
                  </a:r>
                  <a14:m>
                    <m:oMath xmlns:m="http://schemas.openxmlformats.org/officeDocument/2006/math">
                      <m:acc>
                        <m:accPr>
                          <m:chr m:val="⃗"/>
                          <m:ctrlPr>
                            <a:rPr lang="en-US" sz="1600">
                              <a:latin typeface="Cambria Math" panose="02040503050406030204" pitchFamily="18" charset="0"/>
                              <a:cs typeface="Times New Roman" panose="02020603050405020304" pitchFamily="18" charset="0"/>
                            </a:rPr>
                          </m:ctrlPr>
                        </m:accPr>
                        <m:e>
                          <m:r>
                            <m:rPr>
                              <m:sty m:val="p"/>
                            </m:rPr>
                            <a:rPr lang="en-US" sz="1600">
                              <a:latin typeface="Cambria Math" panose="02040503050406030204" pitchFamily="18" charset="0"/>
                              <a:cs typeface="Times New Roman" panose="02020603050405020304" pitchFamily="18" charset="0"/>
                            </a:rPr>
                            <m:t>N</m:t>
                          </m:r>
                        </m:e>
                      </m:acc>
                    </m:oMath>
                  </a14:m>
                  <a:endParaRPr lang="en-US" sz="160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5C69A6D1-A1C2-E39C-8BEA-0B642F4E8B49}"/>
                    </a:ext>
                  </a:extLst>
                </p:cNvPr>
                <p:cNvSpPr txBox="1">
                  <a:spLocks noRot="1" noChangeAspect="1" noMove="1" noResize="1" noEditPoints="1" noAdjustHandles="1" noChangeArrowheads="1" noChangeShapeType="1" noTextEdit="1"/>
                </p:cNvSpPr>
                <p:nvPr/>
              </p:nvSpPr>
              <p:spPr>
                <a:xfrm>
                  <a:off x="7448812" y="4107653"/>
                  <a:ext cx="190758" cy="276166"/>
                </a:xfrm>
                <a:prstGeom prst="rect">
                  <a:avLst/>
                </a:prstGeom>
                <a:blipFill>
                  <a:blip r:embed="rId4"/>
                  <a:stretch>
                    <a:fillRect l="-12903" r="-32258" b="-4348"/>
                  </a:stretch>
                </a:blipFill>
              </p:spPr>
              <p:txBody>
                <a:bodyPr/>
                <a:lstStyle/>
                <a:p>
                  <a:r>
                    <a:rPr lang="en-US">
                      <a:noFill/>
                    </a:rPr>
                    <a:t> </a:t>
                  </a:r>
                </a:p>
              </p:txBody>
            </p:sp>
          </mc:Fallback>
        </mc:AlternateContent>
      </p:grpSp>
      <p:sp>
        <p:nvSpPr>
          <p:cNvPr id="7" name="Title 3">
            <a:extLst>
              <a:ext uri="{FF2B5EF4-FFF2-40B4-BE49-F238E27FC236}">
                <a16:creationId xmlns:a16="http://schemas.microsoft.com/office/drawing/2014/main" id="{9523E40A-8AE9-AA8C-FBC2-7038530A359E}"/>
              </a:ext>
            </a:extLst>
          </p:cNvPr>
          <p:cNvSpPr txBox="1">
            <a:spLocks/>
          </p:cNvSpPr>
          <p:nvPr/>
        </p:nvSpPr>
        <p:spPr>
          <a:xfrm>
            <a:off x="0" y="-10283"/>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Force of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Static Friction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pic>
        <p:nvPicPr>
          <p:cNvPr id="10" name="Picture Placeholder 2" descr="Figure_06_01_01.jpg">
            <a:extLst>
              <a:ext uri="{FF2B5EF4-FFF2-40B4-BE49-F238E27FC236}">
                <a16:creationId xmlns:a16="http://schemas.microsoft.com/office/drawing/2014/main" id="{D936235A-57A1-8A7F-6C6E-3051DE90537F}"/>
              </a:ext>
            </a:extLst>
          </p:cNvPr>
          <p:cNvPicPr>
            <a:picLocks noChangeAspect="1"/>
          </p:cNvPicPr>
          <p:nvPr/>
        </p:nvPicPr>
        <p:blipFill>
          <a:blip r:embed="rId5">
            <a:extLst>
              <a:ext uri="{28A0092B-C50C-407E-A947-70E740481C1C}">
                <a14:useLocalDpi xmlns:a14="http://schemas.microsoft.com/office/drawing/2010/main" val="0"/>
              </a:ext>
            </a:extLst>
          </a:blip>
          <a:srcRect t="-4268" b="-4268"/>
          <a:stretch>
            <a:fillRect/>
          </a:stretch>
        </p:blipFill>
        <p:spPr>
          <a:xfrm>
            <a:off x="723481" y="5414735"/>
            <a:ext cx="2647930" cy="1149574"/>
          </a:xfrm>
          <a:prstGeom prst="rect">
            <a:avLst/>
          </a:prstGeom>
        </p:spPr>
      </p:pic>
    </p:spTree>
    <p:extLst>
      <p:ext uri="{BB962C8B-B14F-4D97-AF65-F5344CB8AC3E}">
        <p14:creationId xmlns:p14="http://schemas.microsoft.com/office/powerpoint/2010/main" val="380319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6671A5-4EA2-4CEF-BCD6-0B104722D390}"/>
              </a:ext>
            </a:extLst>
          </p:cNvPr>
          <p:cNvSpPr/>
          <p:nvPr/>
        </p:nvSpPr>
        <p:spPr>
          <a:xfrm>
            <a:off x="5146431" y="1540443"/>
            <a:ext cx="5197104" cy="1685077"/>
          </a:xfrm>
          <a:prstGeom prst="rect">
            <a:avLst/>
          </a:prstGeom>
        </p:spPr>
        <p:txBody>
          <a:bodyPr wrap="square">
            <a:spAutoFit/>
          </a:bodyPr>
          <a:lstStyle/>
          <a:p>
            <a:pPr marL="285750" indent="-285750" defTabSz="457200">
              <a:spcAft>
                <a:spcPts val="900"/>
              </a:spcAft>
              <a:buFont typeface="Wingdings" panose="05000000000000000000" pitchFamily="2" charset="2"/>
              <a:buChar char="§"/>
              <a:defRPr/>
            </a:pPr>
            <a:r>
              <a:rPr lang="en-US" sz="2400">
                <a:latin typeface="Times New Roman" panose="02020603050405020304" pitchFamily="18" charset="0"/>
                <a:cs typeface="Times New Roman" panose="02020603050405020304" pitchFamily="18" charset="0"/>
              </a:rPr>
              <a:t>Friction force for object in motion: </a:t>
            </a:r>
            <a:r>
              <a:rPr lang="en-US" sz="2400" b="1">
                <a:latin typeface="Times New Roman" panose="02020603050405020304" pitchFamily="18" charset="0"/>
                <a:cs typeface="Times New Roman" panose="02020603050405020304" pitchFamily="18" charset="0"/>
              </a:rPr>
              <a:t>force of kinetic friction </a:t>
            </a:r>
            <a:r>
              <a:rPr lang="en-US" sz="2400" b="1" err="1">
                <a:latin typeface="Times New Roman" panose="02020603050405020304" pitchFamily="18" charset="0"/>
                <a:cs typeface="Times New Roman" panose="02020603050405020304" pitchFamily="18" charset="0"/>
              </a:rPr>
              <a:t>f</a:t>
            </a:r>
            <a:r>
              <a:rPr lang="en-US" sz="2400" i="1" baseline="-25000" err="1">
                <a:latin typeface="Times New Roman" panose="02020603050405020304" pitchFamily="18" charset="0"/>
                <a:cs typeface="Times New Roman" panose="02020603050405020304" pitchFamily="18" charset="0"/>
              </a:rPr>
              <a:t>k</a:t>
            </a:r>
            <a:r>
              <a:rPr lang="en-US" sz="2400">
                <a:latin typeface="Times New Roman" panose="02020603050405020304" pitchFamily="18" charset="0"/>
                <a:cs typeface="Times New Roman" panose="02020603050405020304" pitchFamily="18" charset="0"/>
              </a:rPr>
              <a:t> </a:t>
            </a:r>
          </a:p>
          <a:p>
            <a:pPr marL="285750" indent="-285750" defTabSz="457200">
              <a:spcAft>
                <a:spcPts val="900"/>
              </a:spcAft>
              <a:buFont typeface="Wingdings" panose="05000000000000000000" pitchFamily="2" charset="2"/>
              <a:buChar char="§"/>
              <a:defRPr/>
            </a:pPr>
            <a:r>
              <a:rPr lang="en-US" sz="2400">
                <a:latin typeface="Times New Roman" panose="02020603050405020304" pitchFamily="18" charset="0"/>
                <a:cs typeface="Times New Roman" panose="02020603050405020304" pitchFamily="18" charset="0"/>
              </a:rPr>
              <a:t>When trash can in motion: force of kinetic friction &lt; </a:t>
            </a:r>
            <a:r>
              <a:rPr lang="en-US" sz="2400" i="1">
                <a:latin typeface="Times New Roman" panose="02020603050405020304" pitchFamily="18" charset="0"/>
                <a:cs typeface="Times New Roman" panose="02020603050405020304" pitchFamily="18" charset="0"/>
              </a:rPr>
              <a:t>f</a:t>
            </a:r>
            <a:r>
              <a:rPr lang="en-US" sz="2400" i="1" baseline="-25000">
                <a:latin typeface="Times New Roman" panose="02020603050405020304" pitchFamily="18" charset="0"/>
                <a:cs typeface="Times New Roman" panose="02020603050405020304" pitchFamily="18" charset="0"/>
              </a:rPr>
              <a:t>s</a:t>
            </a:r>
            <a:r>
              <a:rPr lang="en-US" sz="2400" baseline="-25000">
                <a:latin typeface="Times New Roman" panose="02020603050405020304" pitchFamily="18" charset="0"/>
                <a:cs typeface="Times New Roman" panose="02020603050405020304" pitchFamily="18" charset="0"/>
              </a:rPr>
              <a:t>,max</a:t>
            </a:r>
            <a:r>
              <a:rPr lang="en-US" sz="2400">
                <a:latin typeface="Times New Roman" panose="02020603050405020304" pitchFamily="18" charset="0"/>
                <a:cs typeface="Times New Roman" panose="02020603050405020304" pitchFamily="18" charset="0"/>
              </a:rPr>
              <a:t> </a:t>
            </a:r>
          </a:p>
        </p:txBody>
      </p:sp>
      <p:grpSp>
        <p:nvGrpSpPr>
          <p:cNvPr id="8" name="Group 7">
            <a:extLst>
              <a:ext uri="{FF2B5EF4-FFF2-40B4-BE49-F238E27FC236}">
                <a16:creationId xmlns:a16="http://schemas.microsoft.com/office/drawing/2014/main" id="{F8AD18DD-FCC4-BC38-38CA-C062F706F55E}"/>
              </a:ext>
            </a:extLst>
          </p:cNvPr>
          <p:cNvGrpSpPr/>
          <p:nvPr/>
        </p:nvGrpSpPr>
        <p:grpSpPr>
          <a:xfrm>
            <a:off x="2209762" y="1102292"/>
            <a:ext cx="8210626" cy="4815908"/>
            <a:chOff x="466687" y="1540442"/>
            <a:chExt cx="8210626" cy="4815908"/>
          </a:xfrm>
        </p:grpSpPr>
        <p:grpSp>
          <p:nvGrpSpPr>
            <p:cNvPr id="6" name="Group 5">
              <a:extLst>
                <a:ext uri="{FF2B5EF4-FFF2-40B4-BE49-F238E27FC236}">
                  <a16:creationId xmlns:a16="http://schemas.microsoft.com/office/drawing/2014/main" id="{11A24918-A460-5C09-36A1-62B079AB9C53}"/>
                </a:ext>
              </a:extLst>
            </p:cNvPr>
            <p:cNvGrpSpPr/>
            <p:nvPr/>
          </p:nvGrpSpPr>
          <p:grpSpPr>
            <a:xfrm>
              <a:off x="466687" y="1540442"/>
              <a:ext cx="8210626" cy="4815908"/>
              <a:chOff x="466687" y="1540442"/>
              <a:chExt cx="8210626" cy="4815908"/>
            </a:xfrm>
          </p:grpSpPr>
          <p:pic>
            <p:nvPicPr>
              <p:cNvPr id="4" name="Picture 3" descr="Two illustrations show a trash can that is pulled toward the right side with arrows indicating the force vectors acting on it. A third illustration shows a graph representing the forces acting in the static and kinetic regions Illustration a shows a trash can with four forces acting on it from the central point on the base of the trash can. An arrow moving downward from the point is marked m g. An equal length arrow is pointing upward from the point and is marked vector n. An arrow of the same length is pointing toward the left and is labeled lowercase vector f subscript s. An arrow of the same length is pointing toward the right and is labeled uppercase F. The text mentions that for small applied forces, the magnitude of the force of static friction equals the magnitude of the applied force. Illustration b shows the trash can moving towards the right with four forces acting on it from the central point on the base of the trash can. An arrow moving downward from the point is marked m g. An equal length arrow is pointing upward from the point and is marked vector n. A much shorter arrow is pointing toward the left and is labeled lowercase vector f subscript k. A much longer arrow is pointing toward the right and is labeled uppercase F. The text mentions that when the magnitude of the applied force exceeds the magnitude of the maximum force of static friction, the trash can breaks free and accelerates to the right. Part c is a graph that shows frictional force, modulus of lowercase vector f, along the y axis and the applied force uppercase F is along the x-axis. The graph starts from zero point as a straight diagonal line moving upward up to a specific point marked lowercase and italics f with subscript s max. When uppercase F increases further, the graph suddenly dips and curves to a horizontal line parallel to the x axis. The slope of the diagonal portion of the graph is labeled as lowercase italic f subscript s, which is equal to uppercase italic F. The vertical height of the graph in the horizontal section of the graph is labeled lowercase italics f with subscript k, which is equal to the Greek alphabet mu subscript k and n. The diagonal portion of the graph is labeled as static region, while the rest of the graph is labeled as kinetic region.">
                <a:extLst>
                  <a:ext uri="{FF2B5EF4-FFF2-40B4-BE49-F238E27FC236}">
                    <a16:creationId xmlns:a16="http://schemas.microsoft.com/office/drawing/2014/main" id="{0669BA7D-A975-46C1-979C-4261E669B9E7}"/>
                  </a:ext>
                </a:extLst>
              </p:cNvPr>
              <p:cNvPicPr>
                <a:picLocks noChangeAspect="1"/>
              </p:cNvPicPr>
              <p:nvPr/>
            </p:nvPicPr>
            <p:blipFill>
              <a:blip r:embed="rId3"/>
              <a:stretch>
                <a:fillRect/>
              </a:stretch>
            </p:blipFill>
            <p:spPr>
              <a:xfrm>
                <a:off x="466687" y="1540442"/>
                <a:ext cx="8210626" cy="4815908"/>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5856DC-9068-32C8-48EB-C580867C2144}"/>
                      </a:ext>
                    </a:extLst>
                  </p:cNvPr>
                  <p:cNvSpPr txBox="1"/>
                  <p:nvPr/>
                </p:nvSpPr>
                <p:spPr>
                  <a:xfrm>
                    <a:off x="1477215" y="4490204"/>
                    <a:ext cx="221214" cy="310598"/>
                  </a:xfrm>
                  <a:prstGeom prst="rect">
                    <a:avLst/>
                  </a:prstGeom>
                  <a:solidFill>
                    <a:schemeClr val="bg1">
                      <a:lumMod val="85000"/>
                    </a:schemeClr>
                  </a:solidFill>
                </p:spPr>
                <p:txBody>
                  <a:bodyPr wrap="none" lIns="0" tIns="0" rIns="0" bIns="0" rtlCol="0">
                    <a:spAutoFit/>
                  </a:bodyPr>
                  <a:lstStyle/>
                  <a:p>
                    <a:r>
                      <a:rPr lang="en-US" sz="2000">
                        <a:cs typeface="Times New Roman" panose="02020603050405020304" pitchFamily="18" charset="0"/>
                      </a:rPr>
                      <a:t> </a:t>
                    </a:r>
                    <a14:m>
                      <m:oMath xmlns:m="http://schemas.openxmlformats.org/officeDocument/2006/math">
                        <m:acc>
                          <m:accPr>
                            <m:chr m:val="⃗"/>
                            <m:ctrlPr>
                              <a:rPr lang="en-US">
                                <a:latin typeface="Cambria Math" panose="02040503050406030204" pitchFamily="18" charset="0"/>
                                <a:cs typeface="Times New Roman" panose="02020603050405020304" pitchFamily="18" charset="0"/>
                              </a:rPr>
                            </m:ctrlPr>
                          </m:accPr>
                          <m:e>
                            <m:r>
                              <m:rPr>
                                <m:sty m:val="p"/>
                              </m:rPr>
                              <a:rPr lang="en-US">
                                <a:latin typeface="Cambria Math" panose="02040503050406030204" pitchFamily="18" charset="0"/>
                                <a:cs typeface="Times New Roman" panose="02020603050405020304" pitchFamily="18" charset="0"/>
                              </a:rPr>
                              <m:t>N</m:t>
                            </m:r>
                          </m:e>
                        </m:acc>
                      </m:oMath>
                    </a14:m>
                    <a:endParaRPr lang="en-US">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885856DC-9068-32C8-48EB-C580867C2144}"/>
                      </a:ext>
                    </a:extLst>
                  </p:cNvPr>
                  <p:cNvSpPr txBox="1">
                    <a:spLocks noRot="1" noChangeAspect="1" noMove="1" noResize="1" noEditPoints="1" noAdjustHandles="1" noChangeArrowheads="1" noChangeShapeType="1" noTextEdit="1"/>
                  </p:cNvSpPr>
                  <p:nvPr/>
                </p:nvSpPr>
                <p:spPr>
                  <a:xfrm>
                    <a:off x="1477215" y="4490204"/>
                    <a:ext cx="221214" cy="310598"/>
                  </a:xfrm>
                  <a:prstGeom prst="rect">
                    <a:avLst/>
                  </a:prstGeom>
                  <a:blipFill>
                    <a:blip r:embed="rId4"/>
                    <a:stretch>
                      <a:fillRect l="-10811" r="-32432" b="-392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AF17CF2-EC16-76ED-434E-C1A02767E9ED}"/>
                    </a:ext>
                  </a:extLst>
                </p:cNvPr>
                <p:cNvSpPr txBox="1"/>
                <p:nvPr/>
              </p:nvSpPr>
              <p:spPr>
                <a:xfrm>
                  <a:off x="7467475" y="5273973"/>
                  <a:ext cx="948738"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left"/>
                      </m:oMathParaPr>
                      <m:o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𝑓</m:t>
                            </m:r>
                          </m:e>
                          <m:sub>
                            <m:r>
                              <a:rPr lang="en-US" i="1">
                                <a:latin typeface="Cambria Math" panose="02040503050406030204" pitchFamily="18" charset="0"/>
                                <a:cs typeface="Times New Roman" panose="02020603050405020304" pitchFamily="18" charset="0"/>
                              </a:rPr>
                              <m:t>𝑘</m:t>
                            </m:r>
                          </m:sub>
                        </m:sSub>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ea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𝜇</m:t>
                            </m:r>
                          </m:e>
                          <m:sub>
                            <m:r>
                              <a:rPr lang="en-US" i="1">
                                <a:latin typeface="Cambria Math" panose="02040503050406030204" pitchFamily="18" charset="0"/>
                                <a:cs typeface="Times New Roman" panose="02020603050405020304" pitchFamily="18" charset="0"/>
                              </a:rPr>
                              <m:t>𝑘</m:t>
                            </m:r>
                          </m:sub>
                        </m:sSub>
                        <m:r>
                          <m:rPr>
                            <m:sty m:val="p"/>
                          </m:rPr>
                          <a:rPr lang="en-US">
                            <a:latin typeface="Cambria Math" panose="02040503050406030204" pitchFamily="18" charset="0"/>
                            <a:cs typeface="Times New Roman" panose="02020603050405020304" pitchFamily="18" charset="0"/>
                          </a:rPr>
                          <m:t>N</m:t>
                        </m:r>
                      </m:oMath>
                    </m:oMathPara>
                  </a14:m>
                  <a:endParaRPr lang="en-US">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AF17CF2-EC16-76ED-434E-C1A02767E9ED}"/>
                    </a:ext>
                  </a:extLst>
                </p:cNvPr>
                <p:cNvSpPr txBox="1">
                  <a:spLocks noRot="1" noChangeAspect="1" noMove="1" noResize="1" noEditPoints="1" noAdjustHandles="1" noChangeArrowheads="1" noChangeShapeType="1" noTextEdit="1"/>
                </p:cNvSpPr>
                <p:nvPr/>
              </p:nvSpPr>
              <p:spPr>
                <a:xfrm>
                  <a:off x="7467475" y="5273973"/>
                  <a:ext cx="948738" cy="276999"/>
                </a:xfrm>
                <a:prstGeom prst="rect">
                  <a:avLst/>
                </a:prstGeom>
                <a:blipFill>
                  <a:blip r:embed="rId5"/>
                  <a:stretch>
                    <a:fillRect l="-11538" r="-3846" b="-34783"/>
                  </a:stretch>
                </a:blipFill>
              </p:spPr>
              <p:txBody>
                <a:bodyPr/>
                <a:lstStyle/>
                <a:p>
                  <a:r>
                    <a:rPr lang="en-US">
                      <a:noFill/>
                    </a:rPr>
                    <a:t> </a:t>
                  </a:r>
                </a:p>
              </p:txBody>
            </p:sp>
          </mc:Fallback>
        </mc:AlternateContent>
      </p:grpSp>
      <p:sp>
        <p:nvSpPr>
          <p:cNvPr id="11" name="Title 3">
            <a:extLst>
              <a:ext uri="{FF2B5EF4-FFF2-40B4-BE49-F238E27FC236}">
                <a16:creationId xmlns:a16="http://schemas.microsoft.com/office/drawing/2014/main" id="{571F170D-F287-D98C-C6FB-2FD3895C16BF}"/>
              </a:ext>
            </a:extLst>
          </p:cNvPr>
          <p:cNvSpPr txBox="1">
            <a:spLocks/>
          </p:cNvSpPr>
          <p:nvPr/>
        </p:nvSpPr>
        <p:spPr>
          <a:xfrm>
            <a:off x="0" y="-33731"/>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Force of Kinetic Friction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
        <p:nvSpPr>
          <p:cNvPr id="9" name="Title 3">
            <a:extLst>
              <a:ext uri="{FF2B5EF4-FFF2-40B4-BE49-F238E27FC236}">
                <a16:creationId xmlns:a16="http://schemas.microsoft.com/office/drawing/2014/main" id="{BD68C5F6-5E26-0086-39EF-2D0FF53F5A30}"/>
              </a:ext>
            </a:extLst>
          </p:cNvPr>
          <p:cNvSpPr txBox="1">
            <a:spLocks/>
          </p:cNvSpPr>
          <p:nvPr/>
        </p:nvSpPr>
        <p:spPr>
          <a:xfrm>
            <a:off x="0" y="-10283"/>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Force of </a:t>
            </a: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Kinetic Friction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338110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1398F422-2A60-91A0-D593-6E3FB95977BC}"/>
              </a:ext>
            </a:extLst>
          </p:cNvPr>
          <p:cNvSpPr txBox="1">
            <a:spLocks noChangeArrowheads="1"/>
          </p:cNvSpPr>
          <p:nvPr/>
        </p:nvSpPr>
        <p:spPr bwMode="auto">
          <a:xfrm>
            <a:off x="1933910" y="1556793"/>
            <a:ext cx="37338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2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Force of static Friction</a:t>
            </a: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 </a:t>
            </a:r>
            <a:r>
              <a:rPr lang="en-US" sz="2200" dirty="0">
                <a:latin typeface="Times New Roman" panose="02020603050405020304" pitchFamily="18" charset="0"/>
                <a:ea typeface="ＭＳ Ｐゴシック" charset="0"/>
                <a:cs typeface="Times New Roman" panose="02020603050405020304" pitchFamily="18" charset="0"/>
              </a:rPr>
              <a:t>also called </a:t>
            </a:r>
            <a:r>
              <a:rPr lang="en-US" sz="2200" u="sng" dirty="0">
                <a:latin typeface="Times New Roman" panose="02020603050405020304" pitchFamily="18" charset="0"/>
                <a:ea typeface="ＭＳ Ｐゴシック" charset="0"/>
                <a:cs typeface="Times New Roman" panose="02020603050405020304" pitchFamily="18" charset="0"/>
              </a:rPr>
              <a:t>starting friction</a:t>
            </a:r>
            <a:r>
              <a:rPr lang="en-US" sz="2200" dirty="0">
                <a:latin typeface="Times New Roman" panose="02020603050405020304" pitchFamily="18" charset="0"/>
                <a:ea typeface="ＭＳ Ｐゴシック" charset="0"/>
                <a:cs typeface="Times New Roman" panose="02020603050405020304" pitchFamily="18" charset="0"/>
              </a:rPr>
              <a:t>, is when the object is about to START moving.</a:t>
            </a:r>
          </a:p>
        </p:txBody>
      </p:sp>
      <mc:AlternateContent xmlns:mc="http://schemas.openxmlformats.org/markup-compatibility/2006" xmlns:a14="http://schemas.microsoft.com/office/drawing/2010/main">
        <mc:Choice Requires="a14">
          <p:sp>
            <p:nvSpPr>
              <p:cNvPr id="6" name="Object 2">
                <a:extLst>
                  <a:ext uri="{FF2B5EF4-FFF2-40B4-BE49-F238E27FC236}">
                    <a16:creationId xmlns:a16="http://schemas.microsoft.com/office/drawing/2014/main" id="{5AC9E253-0F1B-4742-4122-3996FCBF1C22}"/>
                  </a:ext>
                </a:extLst>
              </p:cNvPr>
              <p:cNvSpPr txBox="1"/>
              <p:nvPr/>
            </p:nvSpPr>
            <p:spPr bwMode="auto">
              <a:xfrm>
                <a:off x="2686980" y="5007742"/>
                <a:ext cx="2066330" cy="890951"/>
              </a:xfrm>
              <a:prstGeom prst="rect">
                <a:avLst/>
              </a:prstGeom>
              <a:solidFill>
                <a:srgbClr val="F8F973"/>
              </a:solidFill>
            </p:spPr>
            <p:txBody>
              <a:bodyPr>
                <a:noAutofit/>
              </a:bodyPr>
              <a:lstStyle/>
              <a:p>
                <a:pPr/>
                <a14:m>
                  <m:oMathPara xmlns:m="http://schemas.openxmlformats.org/officeDocument/2006/math">
                    <m:oMath>
                      <m:sSub>
                        <m:sSubPr>
                          <m:ctrlPr>
                            <a:rPr lang="en-US" sz="4000" i="1">
                              <a:solidFill>
                                <a:srgbClr val="000000"/>
                              </a:solidFill>
                              <a:latin typeface="Cambria Math" panose="02040503050406030204" pitchFamily="18" charset="0"/>
                            </a:rPr>
                          </m:ctrlPr>
                        </m:sSubPr>
                        <m:e>
                          <m:r>
                            <a:rPr lang="en-US" sz="4000" i="1">
                              <a:solidFill>
                                <a:srgbClr val="000000"/>
                              </a:solidFill>
                              <a:latin typeface="Cambria Math" panose="02040503050406030204" pitchFamily="18" charset="0"/>
                            </a:rPr>
                            <m:t>𝑓</m:t>
                          </m:r>
                        </m:e>
                        <m:sub>
                          <m:r>
                            <a:rPr lang="en-US" sz="4000" i="1">
                              <a:solidFill>
                                <a:srgbClr val="000000"/>
                              </a:solidFill>
                              <a:latin typeface="Cambria Math" panose="02040503050406030204" pitchFamily="18" charset="0"/>
                            </a:rPr>
                            <m:t>𝑘</m:t>
                          </m:r>
                        </m:sub>
                      </m:sSub>
                      <m:r>
                        <a:rPr lang="en-US" sz="4000" i="1">
                          <a:solidFill>
                            <a:srgbClr val="000000"/>
                          </a:solidFill>
                          <a:latin typeface="Cambria Math" panose="02040503050406030204" pitchFamily="18" charset="0"/>
                          <a:ea typeface="Cambria Math" panose="02040503050406030204" pitchFamily="18" charset="0"/>
                        </a:rPr>
                        <m:t>&lt;</m:t>
                      </m:r>
                      <m:sSub>
                        <m:sSubPr>
                          <m:ctrlPr>
                            <a:rPr lang="en-US" sz="4000" b="0" i="1" smtClean="0">
                              <a:solidFill>
                                <a:srgbClr val="000000"/>
                              </a:solidFill>
                              <a:latin typeface="Cambria Math" panose="02040503050406030204" pitchFamily="18" charset="0"/>
                              <a:ea typeface="Cambria Math" panose="02040503050406030204" pitchFamily="18" charset="0"/>
                            </a:rPr>
                          </m:ctrlPr>
                        </m:sSubPr>
                        <m:e>
                          <m:r>
                            <a:rPr lang="en-US" sz="4000" b="0" i="1" smtClean="0">
                              <a:solidFill>
                                <a:srgbClr val="000000"/>
                              </a:solidFill>
                              <a:latin typeface="Cambria Math" panose="02040503050406030204" pitchFamily="18" charset="0"/>
                              <a:ea typeface="Cambria Math" panose="02040503050406030204" pitchFamily="18" charset="0"/>
                            </a:rPr>
                            <m:t>𝑓</m:t>
                          </m:r>
                        </m:e>
                        <m:sub>
                          <m:r>
                            <a:rPr lang="en-US" sz="4000" b="0" i="1" smtClean="0">
                              <a:solidFill>
                                <a:srgbClr val="000000"/>
                              </a:solidFill>
                              <a:latin typeface="Cambria Math" panose="02040503050406030204" pitchFamily="18" charset="0"/>
                              <a:ea typeface="Cambria Math" panose="02040503050406030204" pitchFamily="18" charset="0"/>
                            </a:rPr>
                            <m:t>𝑠</m:t>
                          </m:r>
                        </m:sub>
                      </m:sSub>
                    </m:oMath>
                  </m:oMathPara>
                </a14:m>
                <a:endParaRPr lang="en-US" sz="4000">
                  <a:latin typeface="Times New Roman" panose="02020603050405020304" pitchFamily="18" charset="0"/>
                  <a:cs typeface="Times New Roman" panose="02020603050405020304" pitchFamily="18" charset="0"/>
                </a:endParaRPr>
              </a:p>
            </p:txBody>
          </p:sp>
        </mc:Choice>
        <mc:Fallback xmlns="">
          <p:sp>
            <p:nvSpPr>
              <p:cNvPr id="6" name="Object 2">
                <a:extLst>
                  <a:ext uri="{FF2B5EF4-FFF2-40B4-BE49-F238E27FC236}">
                    <a16:creationId xmlns:a16="http://schemas.microsoft.com/office/drawing/2014/main" id="{5AC9E253-0F1B-4742-4122-3996FCBF1C22}"/>
                  </a:ext>
                </a:extLst>
              </p:cNvPr>
              <p:cNvSpPr txBox="1">
                <a:spLocks noRot="1" noChangeAspect="1" noMove="1" noResize="1" noEditPoints="1" noAdjustHandles="1" noChangeArrowheads="1" noChangeShapeType="1" noTextEdit="1"/>
              </p:cNvSpPr>
              <p:nvPr/>
            </p:nvSpPr>
            <p:spPr bwMode="auto">
              <a:xfrm>
                <a:off x="2686980" y="5007742"/>
                <a:ext cx="2066330" cy="890951"/>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F59C44B-9547-F30C-E455-F38825AE0BFC}"/>
              </a:ext>
            </a:extLst>
          </p:cNvPr>
          <p:cNvSpPr txBox="1"/>
          <p:nvPr/>
        </p:nvSpPr>
        <p:spPr>
          <a:xfrm>
            <a:off x="8258510" y="202326"/>
            <a:ext cx="2614808" cy="3962400"/>
          </a:xfrm>
          <a:prstGeom prst="rect">
            <a:avLst/>
          </a:prstGeom>
          <a:solidFill>
            <a:schemeClr val="bg1"/>
          </a:solidFill>
        </p:spPr>
        <p:txBody>
          <a:bodyPr wrap="square" rtlCol="0">
            <a:spAutoFit/>
          </a:bodyPr>
          <a:lstStyle/>
          <a:p>
            <a:endParaRPr lang="en-US"/>
          </a:p>
        </p:txBody>
      </p:sp>
      <p:sp>
        <p:nvSpPr>
          <p:cNvPr id="8" name="TextBox 7">
            <a:extLst>
              <a:ext uri="{FF2B5EF4-FFF2-40B4-BE49-F238E27FC236}">
                <a16:creationId xmlns:a16="http://schemas.microsoft.com/office/drawing/2014/main" id="{EC0D7922-633D-6D16-3797-C2E3AD8BB357}"/>
              </a:ext>
            </a:extLst>
          </p:cNvPr>
          <p:cNvSpPr txBox="1"/>
          <p:nvPr/>
        </p:nvSpPr>
        <p:spPr>
          <a:xfrm>
            <a:off x="1933910" y="3141622"/>
            <a:ext cx="3581400" cy="1477328"/>
          </a:xfrm>
          <a:prstGeom prst="rect">
            <a:avLst/>
          </a:prstGeom>
          <a:noFill/>
        </p:spPr>
        <p:txBody>
          <a:bodyPr wrap="square" rtlCol="0">
            <a:spAutoFit/>
          </a:bodyPr>
          <a:lstStyle/>
          <a:p>
            <a:r>
              <a:rPr lang="en-US" sz="2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Force of kinetic friction, </a:t>
            </a:r>
            <a:r>
              <a:rPr lang="en-US" sz="2200" dirty="0">
                <a:latin typeface="Times New Roman" panose="02020603050405020304" pitchFamily="18" charset="0"/>
                <a:ea typeface="ＭＳ Ｐゴシック" charset="0"/>
                <a:cs typeface="Times New Roman" panose="02020603050405020304" pitchFamily="18" charset="0"/>
              </a:rPr>
              <a:t>also called </a:t>
            </a:r>
            <a:r>
              <a:rPr lang="en-US" sz="2200" u="sng" dirty="0">
                <a:latin typeface="Times New Roman" panose="02020603050405020304" pitchFamily="18" charset="0"/>
                <a:ea typeface="ＭＳ Ｐゴシック" charset="0"/>
                <a:cs typeface="Times New Roman" panose="02020603050405020304" pitchFamily="18" charset="0"/>
              </a:rPr>
              <a:t>sliding friction,</a:t>
            </a:r>
            <a:r>
              <a:rPr lang="en-US" sz="2200" dirty="0">
                <a:latin typeface="Times New Roman" panose="02020603050405020304" pitchFamily="18" charset="0"/>
                <a:ea typeface="ＭＳ Ｐゴシック" charset="0"/>
                <a:cs typeface="Times New Roman" panose="02020603050405020304" pitchFamily="18" charset="0"/>
              </a:rPr>
              <a:t> is when the object is MOVING.</a:t>
            </a:r>
          </a:p>
          <a:p>
            <a:endParaRPr lang="en-US" sz="2200" dirty="0"/>
          </a:p>
        </p:txBody>
      </p:sp>
      <p:sp>
        <p:nvSpPr>
          <p:cNvPr id="9" name="TextBox 8">
            <a:extLst>
              <a:ext uri="{FF2B5EF4-FFF2-40B4-BE49-F238E27FC236}">
                <a16:creationId xmlns:a16="http://schemas.microsoft.com/office/drawing/2014/main" id="{1F38ED65-AEB0-1BAE-0554-57D1A0DEF025}"/>
              </a:ext>
            </a:extLst>
          </p:cNvPr>
          <p:cNvSpPr txBox="1"/>
          <p:nvPr/>
        </p:nvSpPr>
        <p:spPr>
          <a:xfrm>
            <a:off x="1781510" y="780672"/>
            <a:ext cx="3990584" cy="461665"/>
          </a:xfrm>
          <a:prstGeom prst="rect">
            <a:avLst/>
          </a:prstGeom>
          <a:noFill/>
        </p:spPr>
        <p:txBody>
          <a:bodyPr wrap="square">
            <a:spAutoFit/>
          </a:bodyPr>
          <a:lstStyle/>
          <a:p>
            <a:pPr>
              <a:spcBef>
                <a:spcPct val="50000"/>
              </a:spcBef>
              <a:defRPr/>
            </a:pPr>
            <a:r>
              <a:rPr lang="en-US" sz="2400" b="1">
                <a:solidFill>
                  <a:schemeClr val="bg1"/>
                </a:solidFill>
                <a:latin typeface="Times New Roman" panose="02020603050405020304" pitchFamily="18" charset="0"/>
                <a:ea typeface="ＭＳ Ｐゴシック" charset="0"/>
                <a:cs typeface="Times New Roman" panose="02020603050405020304" pitchFamily="18" charset="0"/>
              </a:rPr>
              <a:t>Two types of friction forces</a:t>
            </a:r>
          </a:p>
        </p:txBody>
      </p:sp>
      <p:grpSp>
        <p:nvGrpSpPr>
          <p:cNvPr id="10" name="Group 9">
            <a:extLst>
              <a:ext uri="{FF2B5EF4-FFF2-40B4-BE49-F238E27FC236}">
                <a16:creationId xmlns:a16="http://schemas.microsoft.com/office/drawing/2014/main" id="{F8634884-121A-4414-64F1-A2D8BA28A981}"/>
              </a:ext>
            </a:extLst>
          </p:cNvPr>
          <p:cNvGrpSpPr/>
          <p:nvPr/>
        </p:nvGrpSpPr>
        <p:grpSpPr>
          <a:xfrm>
            <a:off x="8429820" y="127986"/>
            <a:ext cx="2488964" cy="3884340"/>
            <a:chOff x="8425551" y="76200"/>
            <a:chExt cx="2448000" cy="3886200"/>
          </a:xfrm>
        </p:grpSpPr>
        <p:pic>
          <p:nvPicPr>
            <p:cNvPr id="11" name="Picture 10">
              <a:extLst>
                <a:ext uri="{FF2B5EF4-FFF2-40B4-BE49-F238E27FC236}">
                  <a16:creationId xmlns:a16="http://schemas.microsoft.com/office/drawing/2014/main" id="{88011790-0CCC-31E3-18A9-90BC2EF632F3}"/>
                </a:ext>
              </a:extLst>
            </p:cNvPr>
            <p:cNvPicPr>
              <a:picLocks noChangeAspect="1"/>
            </p:cNvPicPr>
            <p:nvPr/>
          </p:nvPicPr>
          <p:blipFill>
            <a:blip r:embed="rId3"/>
            <a:stretch>
              <a:fillRect/>
            </a:stretch>
          </p:blipFill>
          <p:spPr>
            <a:xfrm>
              <a:off x="8425551" y="76200"/>
              <a:ext cx="2448000" cy="388620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F346DB1-C41B-D074-40BC-F4A65C73FA0B}"/>
                    </a:ext>
                  </a:extLst>
                </p:cNvPr>
                <p:cNvSpPr txBox="1"/>
                <p:nvPr/>
              </p:nvSpPr>
              <p:spPr>
                <a:xfrm>
                  <a:off x="9314775" y="2449844"/>
                  <a:ext cx="190758" cy="276166"/>
                </a:xfrm>
                <a:prstGeom prst="rect">
                  <a:avLst/>
                </a:prstGeom>
                <a:solidFill>
                  <a:schemeClr val="bg1">
                    <a:lumMod val="85000"/>
                  </a:schemeClr>
                </a:solidFill>
              </p:spPr>
              <p:txBody>
                <a:bodyPr wrap="square" lIns="0" tIns="0" rIns="0" bIns="0" rtlCol="0">
                  <a:spAutoFit/>
                </a:bodyPr>
                <a:lstStyle/>
                <a:p>
                  <a:r>
                    <a:rPr lang="en-US" sz="1600">
                      <a:cs typeface="Times New Roman" panose="02020603050405020304" pitchFamily="18" charset="0"/>
                    </a:rPr>
                    <a:t> </a:t>
                  </a:r>
                  <a14:m>
                    <m:oMath xmlns:m="http://schemas.openxmlformats.org/officeDocument/2006/math">
                      <m:acc>
                        <m:accPr>
                          <m:chr m:val="⃗"/>
                          <m:ctrlPr>
                            <a:rPr lang="en-US" sz="1600" b="0" i="0" smtClean="0">
                              <a:latin typeface="Cambria Math" panose="02040503050406030204" pitchFamily="18" charset="0"/>
                              <a:cs typeface="Times New Roman" panose="02020603050405020304" pitchFamily="18" charset="0"/>
                            </a:rPr>
                          </m:ctrlPr>
                        </m:accPr>
                        <m:e>
                          <m:r>
                            <m:rPr>
                              <m:sty m:val="p"/>
                            </m:rPr>
                            <a:rPr lang="en-US" sz="1600" b="0" i="0" smtClean="0">
                              <a:latin typeface="Cambria Math" panose="02040503050406030204" pitchFamily="18" charset="0"/>
                              <a:cs typeface="Times New Roman" panose="02020603050405020304" pitchFamily="18" charset="0"/>
                            </a:rPr>
                            <m:t>N</m:t>
                          </m:r>
                        </m:e>
                      </m:acc>
                    </m:oMath>
                  </a14:m>
                  <a:endParaRPr lang="en-US" sz="160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1F346DB1-C41B-D074-40BC-F4A65C73FA0B}"/>
                    </a:ext>
                  </a:extLst>
                </p:cNvPr>
                <p:cNvSpPr txBox="1">
                  <a:spLocks noRot="1" noChangeAspect="1" noMove="1" noResize="1" noEditPoints="1" noAdjustHandles="1" noChangeArrowheads="1" noChangeShapeType="1" noTextEdit="1"/>
                </p:cNvSpPr>
                <p:nvPr/>
              </p:nvSpPr>
              <p:spPr>
                <a:xfrm>
                  <a:off x="9314775" y="2449844"/>
                  <a:ext cx="190758" cy="276166"/>
                </a:xfrm>
                <a:prstGeom prst="rect">
                  <a:avLst/>
                </a:prstGeom>
                <a:blipFill>
                  <a:blip r:embed="rId4"/>
                  <a:stretch>
                    <a:fillRect l="-9375" r="-31250" b="-6667"/>
                  </a:stretch>
                </a:blipFill>
              </p:spPr>
              <p:txBody>
                <a:bodyPr/>
                <a:lstStyle/>
                <a:p>
                  <a:r>
                    <a:rPr lang="en-US">
                      <a:noFill/>
                    </a:rPr>
                    <a:t> </a:t>
                  </a:r>
                </a:p>
              </p:txBody>
            </p:sp>
          </mc:Fallback>
        </mc:AlternateContent>
      </p:grpSp>
      <p:pic>
        <p:nvPicPr>
          <p:cNvPr id="13" name="Picture 12">
            <a:extLst>
              <a:ext uri="{FF2B5EF4-FFF2-40B4-BE49-F238E27FC236}">
                <a16:creationId xmlns:a16="http://schemas.microsoft.com/office/drawing/2014/main" id="{04979627-7C63-32B2-97C2-AA3CF9EF4323}"/>
              </a:ext>
            </a:extLst>
          </p:cNvPr>
          <p:cNvPicPr>
            <a:picLocks noChangeAspect="1"/>
          </p:cNvPicPr>
          <p:nvPr/>
        </p:nvPicPr>
        <p:blipFill>
          <a:blip r:embed="rId5"/>
          <a:stretch>
            <a:fillRect/>
          </a:stretch>
        </p:blipFill>
        <p:spPr>
          <a:xfrm>
            <a:off x="6193977" y="126126"/>
            <a:ext cx="2251097" cy="3920785"/>
          </a:xfrm>
          <a:prstGeom prst="rect">
            <a:avLst/>
          </a:prstGeom>
        </p:spPr>
      </p:pic>
      <p:pic>
        <p:nvPicPr>
          <p:cNvPr id="14" name="Picture 13">
            <a:extLst>
              <a:ext uri="{FF2B5EF4-FFF2-40B4-BE49-F238E27FC236}">
                <a16:creationId xmlns:a16="http://schemas.microsoft.com/office/drawing/2014/main" id="{1D8308A7-68D0-F7D9-D258-27184DFF48D4}"/>
              </a:ext>
            </a:extLst>
          </p:cNvPr>
          <p:cNvPicPr>
            <a:picLocks noChangeAspect="1"/>
          </p:cNvPicPr>
          <p:nvPr/>
        </p:nvPicPr>
        <p:blipFill>
          <a:blip r:embed="rId6"/>
          <a:stretch>
            <a:fillRect/>
          </a:stretch>
        </p:blipFill>
        <p:spPr>
          <a:xfrm>
            <a:off x="6228987" y="4072415"/>
            <a:ext cx="4172408" cy="2718489"/>
          </a:xfrm>
          <a:prstGeom prst="rect">
            <a:avLst/>
          </a:prstGeom>
        </p:spPr>
      </p:pic>
      <p:sp>
        <p:nvSpPr>
          <p:cNvPr id="15" name="Oval 3">
            <a:extLst>
              <a:ext uri="{FF2B5EF4-FFF2-40B4-BE49-F238E27FC236}">
                <a16:creationId xmlns:a16="http://schemas.microsoft.com/office/drawing/2014/main" id="{6F72A657-1E45-4122-DEED-F04FDE3A4746}"/>
              </a:ext>
            </a:extLst>
          </p:cNvPr>
          <p:cNvSpPr>
            <a:spLocks noChangeArrowheads="1"/>
          </p:cNvSpPr>
          <p:nvPr/>
        </p:nvSpPr>
        <p:spPr bwMode="auto">
          <a:xfrm>
            <a:off x="6306898" y="4121251"/>
            <a:ext cx="2138176" cy="2310113"/>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spcBef>
                <a:spcPct val="50000"/>
              </a:spcBef>
              <a:defRPr/>
            </a:pPr>
            <a:endParaRPr lang="en-US">
              <a:latin typeface="Arial" charset="0"/>
              <a:ea typeface="ＭＳ Ｐゴシック" charset="0"/>
            </a:endParaRPr>
          </a:p>
        </p:txBody>
      </p:sp>
      <p:sp>
        <p:nvSpPr>
          <p:cNvPr id="16" name="Oval 5">
            <a:extLst>
              <a:ext uri="{FF2B5EF4-FFF2-40B4-BE49-F238E27FC236}">
                <a16:creationId xmlns:a16="http://schemas.microsoft.com/office/drawing/2014/main" id="{9E073275-539F-547A-12FF-52816B059E55}"/>
              </a:ext>
            </a:extLst>
          </p:cNvPr>
          <p:cNvSpPr>
            <a:spLocks noChangeArrowheads="1"/>
          </p:cNvSpPr>
          <p:nvPr/>
        </p:nvSpPr>
        <p:spPr bwMode="auto">
          <a:xfrm>
            <a:off x="8522985" y="4692977"/>
            <a:ext cx="1744842" cy="1769917"/>
          </a:xfrm>
          <a:prstGeom prst="ellipse">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spcBef>
                <a:spcPct val="50000"/>
              </a:spcBef>
              <a:defRPr/>
            </a:pPr>
            <a:endParaRPr lang="en-US">
              <a:latin typeface="Arial" charset="0"/>
              <a:ea typeface="ＭＳ Ｐゴシック" charset="0"/>
            </a:endParaRPr>
          </a:p>
        </p:txBody>
      </p:sp>
      <p:sp>
        <p:nvSpPr>
          <p:cNvPr id="18" name="Title 3">
            <a:extLst>
              <a:ext uri="{FF2B5EF4-FFF2-40B4-BE49-F238E27FC236}">
                <a16:creationId xmlns:a16="http://schemas.microsoft.com/office/drawing/2014/main" id="{11760C9B-E376-3AEE-B8D5-4599E96362A4}"/>
              </a:ext>
            </a:extLst>
          </p:cNvPr>
          <p:cNvSpPr txBox="1">
            <a:spLocks/>
          </p:cNvSpPr>
          <p:nvPr/>
        </p:nvSpPr>
        <p:spPr>
          <a:xfrm>
            <a:off x="533401" y="177284"/>
            <a:ext cx="5043592" cy="978729"/>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r>
              <a:rPr lang="en-US" sz="32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Two</a:t>
            </a:r>
            <a:r>
              <a:rPr lang="en-US" sz="3200" b="1" dirty="0">
                <a:latin typeface="Times New Roman" panose="02020603050405020304" pitchFamily="18" charset="0"/>
                <a:ea typeface="STKaiti" panose="020B0503020204020204" pitchFamily="2" charset="-122"/>
                <a:cs typeface="Times New Roman" panose="02020603050405020304" pitchFamily="18" charset="0"/>
              </a:rPr>
              <a:t> types of Frictional Forces</a:t>
            </a:r>
          </a:p>
        </p:txBody>
      </p:sp>
    </p:spTree>
    <p:extLst>
      <p:ext uri="{BB962C8B-B14F-4D97-AF65-F5344CB8AC3E}">
        <p14:creationId xmlns:p14="http://schemas.microsoft.com/office/powerpoint/2010/main" val="303947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97993B-0A5D-44FD-858A-C309728040A6}"/>
              </a:ext>
            </a:extLst>
          </p:cNvPr>
          <p:cNvSpPr/>
          <p:nvPr/>
        </p:nvSpPr>
        <p:spPr>
          <a:xfrm>
            <a:off x="2040241" y="2786627"/>
            <a:ext cx="8111519" cy="3139321"/>
          </a:xfrm>
          <a:prstGeom prst="rect">
            <a:avLst/>
          </a:prstGeom>
        </p:spPr>
        <p:txBody>
          <a:bodyPr wrap="square">
            <a:spAutoFit/>
          </a:bodyPr>
          <a:lstStyle/>
          <a:p>
            <a:pPr marL="285750" indent="-285750">
              <a:spcAft>
                <a:spcPts val="1200"/>
              </a:spcAft>
              <a:buFont typeface="Wingdings" panose="05000000000000000000" pitchFamily="2" charset="2"/>
              <a:buChar char="§"/>
            </a:pPr>
            <a:r>
              <a:rPr 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sz="2400" i="1" baseline="-25000" dirty="0">
                <a:latin typeface="Times New Roman" panose="02020603050405020304" pitchFamily="18" charset="0"/>
                <a:cs typeface="Times New Roman" panose="02020603050405020304" pitchFamily="18" charset="0"/>
              </a:rPr>
              <a:t>s</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coefficient </a:t>
            </a:r>
            <a:r>
              <a:rPr lang="en-US" sz="2400" b="1" dirty="0">
                <a:latin typeface="Times New Roman" panose="02020603050405020304" pitchFamily="18" charset="0"/>
                <a:cs typeface="Times New Roman" panose="02020603050405020304" pitchFamily="18" charset="0"/>
              </a:rPr>
              <a:t>of static friction</a:t>
            </a:r>
          </a:p>
          <a:p>
            <a:pPr marL="285750" indent="-285750">
              <a:spcAft>
                <a:spcPts val="1200"/>
              </a:spcAft>
              <a:buFont typeface="Wingdings" panose="05000000000000000000" pitchFamily="2" charset="2"/>
              <a:buChar char="§"/>
            </a:pPr>
            <a:r>
              <a:rPr 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sz="2400" i="1" baseline="-25000" dirty="0">
                <a:latin typeface="Times New Roman" panose="02020603050405020304" pitchFamily="18" charset="0"/>
                <a:cs typeface="Times New Roman" panose="02020603050405020304" pitchFamily="18" charset="0"/>
              </a:rPr>
              <a:t>k </a:t>
            </a:r>
            <a:r>
              <a:rPr lang="en-US" sz="2400" dirty="0">
                <a:latin typeface="Times New Roman" panose="02020603050405020304" pitchFamily="18" charset="0"/>
                <a:cs typeface="Times New Roman" panose="02020603050405020304" pitchFamily="18" charset="0"/>
              </a:rPr>
              <a:t>= </a:t>
            </a:r>
            <a:r>
              <a:rPr lang="en-US" sz="24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coefficient</a:t>
            </a:r>
            <a:r>
              <a:rPr lang="en-US" sz="2400" b="1" dirty="0">
                <a:latin typeface="Times New Roman" panose="02020603050405020304" pitchFamily="18" charset="0"/>
                <a:cs typeface="Times New Roman" panose="02020603050405020304" pitchFamily="18" charset="0"/>
              </a:rPr>
              <a:t> of kinetic friction </a:t>
            </a:r>
          </a:p>
          <a:p>
            <a:pPr marL="285750" indent="-285750">
              <a:spcAft>
                <a:spcPts val="120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Values of </a:t>
            </a:r>
            <a:r>
              <a:rPr 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sz="2400" i="1" baseline="-25000" dirty="0">
                <a:latin typeface="Times New Roman" panose="02020603050405020304" pitchFamily="18" charset="0"/>
                <a:cs typeface="Times New Roman" panose="02020603050405020304" pitchFamily="18" charset="0"/>
              </a:rPr>
              <a:t>k </a:t>
            </a:r>
            <a:r>
              <a:rPr lang="en-US" sz="2400" dirty="0">
                <a:latin typeface="Times New Roman" panose="02020603050405020304" pitchFamily="18" charset="0"/>
                <a:cs typeface="Times New Roman" panose="02020603050405020304" pitchFamily="18" charset="0"/>
              </a:rPr>
              <a:t>and</a:t>
            </a:r>
            <a:r>
              <a:rPr lang="en-US" sz="2400" i="1"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sz="2400" i="1" baseline="-25000" dirty="0">
                <a:latin typeface="Times New Roman" panose="02020603050405020304" pitchFamily="18" charset="0"/>
                <a:cs typeface="Times New Roman" panose="02020603050405020304" pitchFamily="18" charset="0"/>
              </a:rPr>
              <a:t>s</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depend on nature of the surfaces, typical values: 0.03 to 1.0 </a:t>
            </a: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sz="2400" dirty="0">
                <a:latin typeface="Times New Roman" panose="02020603050405020304" pitchFamily="18" charset="0"/>
                <a:cs typeface="Times New Roman" panose="02020603050405020304" pitchFamily="18" charset="0"/>
              </a:rPr>
              <a:t>generally </a:t>
            </a:r>
            <a:r>
              <a:rPr 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sz="2400" i="1" baseline="-25000" dirty="0">
                <a:latin typeface="Times New Roman" panose="02020603050405020304" pitchFamily="18" charset="0"/>
                <a:cs typeface="Times New Roman" panose="02020603050405020304" pitchFamily="18" charset="0"/>
              </a:rPr>
              <a:t>k </a:t>
            </a:r>
            <a:r>
              <a:rPr lang="en-US" sz="2400" dirty="0">
                <a:latin typeface="Times New Roman" panose="02020603050405020304" pitchFamily="18" charset="0"/>
                <a:cs typeface="Times New Roman" panose="02020603050405020304" pitchFamily="18" charset="0"/>
              </a:rPr>
              <a:t>&lt; </a:t>
            </a:r>
            <a:r>
              <a:rPr lang="en-US" sz="2400" i="1" dirty="0">
                <a:latin typeface="Times New Roman" panose="02020603050405020304" pitchFamily="18" charset="0"/>
                <a:cs typeface="Times New Roman" panose="02020603050405020304" pitchFamily="18" charset="0"/>
                <a:sym typeface="Symbol" panose="05050102010706020507" pitchFamily="18" charset="2"/>
              </a:rPr>
              <a:t></a:t>
            </a:r>
            <a:r>
              <a:rPr lang="en-US" sz="2400" i="1" baseline="-25000" dirty="0">
                <a:latin typeface="Times New Roman" panose="02020603050405020304" pitchFamily="18" charset="0"/>
                <a:cs typeface="Times New Roman" panose="02020603050405020304" pitchFamily="18" charset="0"/>
              </a:rPr>
              <a:t>s</a:t>
            </a:r>
            <a:endParaRPr lang="en-US" sz="2400" dirty="0">
              <a:latin typeface="Times New Roman" panose="02020603050405020304" pitchFamily="18" charset="0"/>
              <a:cs typeface="Times New Roman" panose="02020603050405020304" pitchFamily="18" charset="0"/>
            </a:endParaRPr>
          </a:p>
          <a:p>
            <a:pPr marL="285750" indent="-285750">
              <a:spcAft>
                <a:spcPts val="1200"/>
              </a:spcAft>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Direction</a:t>
            </a:r>
            <a:r>
              <a:rPr lang="en-US" sz="2400" dirty="0">
                <a:latin typeface="Times New Roman" panose="02020603050405020304" pitchFamily="18" charset="0"/>
                <a:cs typeface="Times New Roman" panose="02020603050405020304" pitchFamily="18" charset="0"/>
              </a:rPr>
              <a:t> of friction force parallel to surface and opposite to the actual motion (kinetic friction) or the impending motion (static friction) of the object relative to the surface.</a:t>
            </a:r>
          </a:p>
        </p:txBody>
      </p:sp>
      <p:grpSp>
        <p:nvGrpSpPr>
          <p:cNvPr id="11" name="Group 10">
            <a:extLst>
              <a:ext uri="{FF2B5EF4-FFF2-40B4-BE49-F238E27FC236}">
                <a16:creationId xmlns:a16="http://schemas.microsoft.com/office/drawing/2014/main" id="{8CAE3CEA-5870-494F-B492-201BB3A76CFB}"/>
              </a:ext>
            </a:extLst>
          </p:cNvPr>
          <p:cNvGrpSpPr/>
          <p:nvPr/>
        </p:nvGrpSpPr>
        <p:grpSpPr>
          <a:xfrm>
            <a:off x="2040241" y="1212852"/>
            <a:ext cx="6797373" cy="635000"/>
            <a:chOff x="516240" y="1416050"/>
            <a:chExt cx="6797373" cy="635000"/>
          </a:xfrm>
        </p:grpSpPr>
        <mc:AlternateContent xmlns:mc="http://schemas.openxmlformats.org/markup-compatibility/2006" xmlns:a14="http://schemas.microsoft.com/office/drawing/2010/main">
          <mc:Choice Requires="a14">
            <p:sp>
              <p:nvSpPr>
                <p:cNvPr id="4" name="Object 3"/>
                <p:cNvSpPr txBox="1"/>
                <p:nvPr/>
              </p:nvSpPr>
              <p:spPr bwMode="auto">
                <a:xfrm>
                  <a:off x="2817813" y="1431925"/>
                  <a:ext cx="1509712" cy="595313"/>
                </a:xfrm>
                <a:prstGeom prst="rect">
                  <a:avLst/>
                </a:prstGeom>
                <a:noFill/>
              </p:spPr>
              <p:txBody>
                <a:bodyPr>
                  <a:normAutofit/>
                </a:bodyPr>
                <a:lstStyle/>
                <a:p>
                  <a:pPr/>
                  <a14:m>
                    <m:oMathPara xmlns:m="http://schemas.openxmlformats.org/officeDocument/2006/math">
                      <m:oMathParaPr>
                        <m:jc m:val="left"/>
                      </m:oMathParaPr>
                      <m:o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𝑓</m:t>
                                </m:r>
                              </m:e>
                            </m:acc>
                          </m:e>
                          <m:sub>
                            <m:r>
                              <a:rPr lang="en-US" sz="2400" i="1">
                                <a:solidFill>
                                  <a:srgbClr val="000000"/>
                                </a:solidFill>
                                <a:latin typeface="Cambria Math" panose="02040503050406030204" pitchFamily="18" charset="0"/>
                              </a:rPr>
                              <m:t>𝑠</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𝜇</m:t>
                            </m:r>
                          </m:e>
                          <m:sub>
                            <m:r>
                              <a:rPr lang="en-US" sz="2400" i="1">
                                <a:solidFill>
                                  <a:srgbClr val="000000"/>
                                </a:solidFill>
                                <a:latin typeface="Cambria Math" panose="02040503050406030204" pitchFamily="18" charset="0"/>
                              </a:rPr>
                              <m:t>𝑠</m:t>
                            </m:r>
                          </m:sub>
                        </m:sSub>
                        <m:acc>
                          <m:accPr>
                            <m:chr m:val="⃗"/>
                            <m:ctrlPr>
                              <a:rPr lang="en-US" sz="2400">
                                <a:solidFill>
                                  <a:srgbClr val="000000"/>
                                </a:solidFill>
                                <a:latin typeface="Cambria Math" panose="02040503050406030204" pitchFamily="18" charset="0"/>
                              </a:rPr>
                            </m:ctrlPr>
                          </m:accPr>
                          <m:e>
                            <m:r>
                              <m:rPr>
                                <m:sty m:val="p"/>
                              </m:rPr>
                              <a:rPr lang="en-US" sz="2400">
                                <a:solidFill>
                                  <a:srgbClr val="000000"/>
                                </a:solidFill>
                                <a:latin typeface="Cambria Math" panose="02040503050406030204" pitchFamily="18" charset="0"/>
                              </a:rPr>
                              <m:t>N</m:t>
                            </m:r>
                          </m:e>
                        </m:acc>
                      </m:oMath>
                    </m:oMathPara>
                  </a14:m>
                  <a:endParaRPr lang="en-US" sz="2400" dirty="0"/>
                </a:p>
              </p:txBody>
            </p:sp>
          </mc:Choice>
          <mc:Fallback xmlns="">
            <p:sp>
              <p:nvSpPr>
                <p:cNvPr id="4" name="Object 3"/>
                <p:cNvSpPr txBox="1">
                  <a:spLocks noRot="1" noChangeAspect="1" noMove="1" noResize="1" noEditPoints="1" noAdjustHandles="1" noChangeArrowheads="1" noChangeShapeType="1" noTextEdit="1"/>
                </p:cNvSpPr>
                <p:nvPr/>
              </p:nvSpPr>
              <p:spPr bwMode="auto">
                <a:xfrm>
                  <a:off x="2817813" y="1431925"/>
                  <a:ext cx="1509712" cy="59531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p:cNvSpPr txBox="1"/>
                <p:nvPr/>
              </p:nvSpPr>
              <p:spPr bwMode="auto">
                <a:xfrm>
                  <a:off x="4572000" y="1416050"/>
                  <a:ext cx="2741613" cy="635000"/>
                </a:xfrm>
                <a:prstGeom prst="rect">
                  <a:avLst/>
                </a:prstGeom>
                <a:noFill/>
              </p:spPr>
              <p:txBody>
                <a:bodyPr>
                  <a:normAutofit/>
                </a:bodyPr>
                <a:lstStyle/>
                <a:p>
                  <a:pPr/>
                  <a14:m>
                    <m:oMathPara xmlns:m="http://schemas.openxmlformats.org/officeDocument/2006/math">
                      <m:oMathParaPr>
                        <m:jc m:val="left"/>
                      </m:oMathParaPr>
                      <m:o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𝑓</m:t>
                                </m:r>
                              </m:e>
                            </m:acc>
                          </m:e>
                          <m:sub>
                            <m:r>
                              <a:rPr lang="en-US" sz="2400" i="1">
                                <a:solidFill>
                                  <a:srgbClr val="000000"/>
                                </a:solidFill>
                                <a:latin typeface="Cambria Math" panose="02040503050406030204" pitchFamily="18" charset="0"/>
                              </a:rPr>
                              <m:t>𝑠</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𝑓</m:t>
                                </m:r>
                              </m:e>
                            </m:acc>
                          </m:e>
                          <m:sub>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𝑚𝑎𝑥</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𝜇</m:t>
                            </m:r>
                          </m:e>
                          <m:sub>
                            <m:r>
                              <a:rPr lang="en-US" sz="2400" i="1">
                                <a:solidFill>
                                  <a:srgbClr val="000000"/>
                                </a:solidFill>
                                <a:latin typeface="Cambria Math" panose="02040503050406030204" pitchFamily="18" charset="0"/>
                              </a:rPr>
                              <m:t>𝑠</m:t>
                            </m:r>
                          </m:sub>
                        </m:sSub>
                        <m:acc>
                          <m:accPr>
                            <m:chr m:val="⃗"/>
                            <m:ctrlPr>
                              <a:rPr lang="en-US" sz="2400">
                                <a:solidFill>
                                  <a:srgbClr val="000000"/>
                                </a:solidFill>
                                <a:latin typeface="Cambria Math" panose="02040503050406030204" pitchFamily="18" charset="0"/>
                              </a:rPr>
                            </m:ctrlPr>
                          </m:accPr>
                          <m:e>
                            <m:r>
                              <m:rPr>
                                <m:sty m:val="p"/>
                              </m:rPr>
                              <a:rPr lang="en-US" sz="2400">
                                <a:solidFill>
                                  <a:srgbClr val="000000"/>
                                </a:solidFill>
                                <a:latin typeface="Cambria Math" panose="02040503050406030204" pitchFamily="18" charset="0"/>
                              </a:rPr>
                              <m:t>N</m:t>
                            </m:r>
                          </m:e>
                        </m:acc>
                      </m:oMath>
                    </m:oMathPara>
                  </a14:m>
                  <a:endParaRPr lang="en-US" sz="2400" dirty="0"/>
                </a:p>
              </p:txBody>
            </p:sp>
          </mc:Choice>
          <mc:Fallback xmlns="">
            <p:sp>
              <p:nvSpPr>
                <p:cNvPr id="7" name="Object 6"/>
                <p:cNvSpPr txBox="1">
                  <a:spLocks noRot="1" noChangeAspect="1" noMove="1" noResize="1" noEditPoints="1" noAdjustHandles="1" noChangeArrowheads="1" noChangeShapeType="1" noTextEdit="1"/>
                </p:cNvSpPr>
                <p:nvPr/>
              </p:nvSpPr>
              <p:spPr bwMode="auto">
                <a:xfrm>
                  <a:off x="4572000" y="1416050"/>
                  <a:ext cx="2741613" cy="635000"/>
                </a:xfrm>
                <a:prstGeom prst="rect">
                  <a:avLst/>
                </a:prstGeom>
                <a:blipFill>
                  <a:blip r:embed="rId4"/>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99BF87BD-7F73-46D1-8E2A-1C812B5EF1F5}"/>
                </a:ext>
              </a:extLst>
            </p:cNvPr>
            <p:cNvSpPr/>
            <p:nvPr/>
          </p:nvSpPr>
          <p:spPr>
            <a:xfrm>
              <a:off x="516240" y="1489520"/>
              <a:ext cx="2247731" cy="492443"/>
            </a:xfrm>
            <a:prstGeom prst="rect">
              <a:avLst/>
            </a:prstGeom>
          </p:spPr>
          <p:txBody>
            <a:bodyPr wrap="none">
              <a:spAutoFit/>
            </a:bodyPr>
            <a:lstStyle/>
            <a:p>
              <a:r>
                <a:rPr lang="en-US" sz="2600" b="1" dirty="0">
                  <a:latin typeface="Times New Roman" panose="02020603050405020304" pitchFamily="18" charset="0"/>
                  <a:cs typeface="Times New Roman" panose="02020603050405020304" pitchFamily="18" charset="0"/>
                </a:rPr>
                <a:t>Static friction:</a:t>
              </a:r>
              <a:endParaRPr lang="en-US" sz="2600" dirty="0"/>
            </a:p>
          </p:txBody>
        </p:sp>
      </p:grpSp>
      <p:grpSp>
        <p:nvGrpSpPr>
          <p:cNvPr id="12" name="Group 11">
            <a:extLst>
              <a:ext uri="{FF2B5EF4-FFF2-40B4-BE49-F238E27FC236}">
                <a16:creationId xmlns:a16="http://schemas.microsoft.com/office/drawing/2014/main" id="{B0DBDF38-B001-43CD-A36F-EF2BCC2BC5A6}"/>
              </a:ext>
            </a:extLst>
          </p:cNvPr>
          <p:cNvGrpSpPr/>
          <p:nvPr/>
        </p:nvGrpSpPr>
        <p:grpSpPr>
          <a:xfrm>
            <a:off x="2040240" y="1986971"/>
            <a:ext cx="4019248" cy="595313"/>
            <a:chOff x="516240" y="2162541"/>
            <a:chExt cx="4019248" cy="595313"/>
          </a:xfrm>
        </p:grpSpPr>
        <mc:AlternateContent xmlns:mc="http://schemas.openxmlformats.org/markup-compatibility/2006" xmlns:a14="http://schemas.microsoft.com/office/drawing/2010/main">
          <mc:Choice Requires="a14">
            <p:sp>
              <p:nvSpPr>
                <p:cNvPr id="5" name="Object 4"/>
                <p:cNvSpPr txBox="1"/>
                <p:nvPr/>
              </p:nvSpPr>
              <p:spPr bwMode="auto">
                <a:xfrm>
                  <a:off x="2986088" y="2162541"/>
                  <a:ext cx="1549400" cy="595313"/>
                </a:xfrm>
                <a:prstGeom prst="rect">
                  <a:avLst/>
                </a:prstGeom>
                <a:noFill/>
              </p:spPr>
              <p:txBody>
                <a:bodyPr>
                  <a:normAutofit/>
                </a:bodyPr>
                <a:lstStyle/>
                <a:p>
                  <a:pPr/>
                  <a14:m>
                    <m:oMathPara xmlns:m="http://schemas.openxmlformats.org/officeDocument/2006/math">
                      <m:oMathParaPr>
                        <m:jc m:val="left"/>
                      </m:oMathParaPr>
                      <m:o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𝑓</m:t>
                                </m:r>
                              </m:e>
                            </m:acc>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𝜇</m:t>
                            </m:r>
                          </m:e>
                          <m:sub>
                            <m:r>
                              <a:rPr lang="en-US" sz="2400" i="1">
                                <a:solidFill>
                                  <a:srgbClr val="000000"/>
                                </a:solidFill>
                                <a:latin typeface="Cambria Math" panose="02040503050406030204" pitchFamily="18" charset="0"/>
                              </a:rPr>
                              <m:t>𝑘</m:t>
                            </m:r>
                          </m:sub>
                        </m:sSub>
                        <m:acc>
                          <m:accPr>
                            <m:chr m:val="⃗"/>
                            <m:ctrlPr>
                              <a:rPr lang="en-US" sz="2400">
                                <a:solidFill>
                                  <a:srgbClr val="000000"/>
                                </a:solidFill>
                                <a:latin typeface="Cambria Math" panose="02040503050406030204" pitchFamily="18" charset="0"/>
                              </a:rPr>
                            </m:ctrlPr>
                          </m:accPr>
                          <m:e>
                            <m:r>
                              <m:rPr>
                                <m:sty m:val="p"/>
                              </m:rPr>
                              <a:rPr lang="en-US" sz="2400">
                                <a:solidFill>
                                  <a:srgbClr val="000000"/>
                                </a:solidFill>
                                <a:latin typeface="Cambria Math" panose="02040503050406030204" pitchFamily="18" charset="0"/>
                              </a:rPr>
                              <m:t>N</m:t>
                            </m:r>
                          </m:e>
                        </m:acc>
                      </m:oMath>
                    </m:oMathPara>
                  </a14:m>
                  <a:endParaRPr lang="en-US" sz="2400" dirty="0"/>
                </a:p>
              </p:txBody>
            </p:sp>
          </mc:Choice>
          <mc:Fallback xmlns="">
            <p:sp>
              <p:nvSpPr>
                <p:cNvPr id="5" name="Object 4"/>
                <p:cNvSpPr txBox="1">
                  <a:spLocks noRot="1" noChangeAspect="1" noMove="1" noResize="1" noEditPoints="1" noAdjustHandles="1" noChangeArrowheads="1" noChangeShapeType="1" noTextEdit="1"/>
                </p:cNvSpPr>
                <p:nvPr/>
              </p:nvSpPr>
              <p:spPr bwMode="auto">
                <a:xfrm>
                  <a:off x="2986088" y="2162541"/>
                  <a:ext cx="1549400" cy="595313"/>
                </a:xfrm>
                <a:prstGeom prst="rect">
                  <a:avLst/>
                </a:prstGeom>
                <a:blipFill>
                  <a:blip r:embed="rId5"/>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22A16091-C697-46CB-9DC4-2D5D6D534AFC}"/>
                </a:ext>
              </a:extLst>
            </p:cNvPr>
            <p:cNvSpPr/>
            <p:nvPr/>
          </p:nvSpPr>
          <p:spPr>
            <a:xfrm>
              <a:off x="516240" y="2186095"/>
              <a:ext cx="2470548" cy="492443"/>
            </a:xfrm>
            <a:prstGeom prst="rect">
              <a:avLst/>
            </a:prstGeom>
          </p:spPr>
          <p:txBody>
            <a:bodyPr wrap="none">
              <a:spAutoFit/>
            </a:bodyPr>
            <a:lstStyle/>
            <a:p>
              <a:r>
                <a:rPr lang="en-US" sz="2600" b="1">
                  <a:latin typeface="Times New Roman" panose="02020603050405020304" pitchFamily="18" charset="0"/>
                  <a:cs typeface="Times New Roman" panose="02020603050405020304" pitchFamily="18" charset="0"/>
                </a:rPr>
                <a:t>Kinetic friction:</a:t>
              </a:r>
              <a:endParaRPr lang="en-US" sz="2600"/>
            </a:p>
          </p:txBody>
        </p:sp>
      </p:grpSp>
      <p:sp>
        <p:nvSpPr>
          <p:cNvPr id="13" name="Title 3">
            <a:extLst>
              <a:ext uri="{FF2B5EF4-FFF2-40B4-BE49-F238E27FC236}">
                <a16:creationId xmlns:a16="http://schemas.microsoft.com/office/drawing/2014/main" id="{E9738102-93DD-93DF-37B7-B01626E18D8D}"/>
              </a:ext>
            </a:extLst>
          </p:cNvPr>
          <p:cNvSpPr txBox="1">
            <a:spLocks/>
          </p:cNvSpPr>
          <p:nvPr/>
        </p:nvSpPr>
        <p:spPr>
          <a:xfrm>
            <a:off x="0" y="-10284"/>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Coefficient of Friction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2" name="Object 6">
                <a:extLst>
                  <a:ext uri="{FF2B5EF4-FFF2-40B4-BE49-F238E27FC236}">
                    <a16:creationId xmlns:a16="http://schemas.microsoft.com/office/drawing/2014/main" id="{92835E6F-9B1D-EC21-68AB-662E2254DB15}"/>
                  </a:ext>
                </a:extLst>
              </p:cNvPr>
              <p:cNvSpPr txBox="1"/>
              <p:nvPr/>
            </p:nvSpPr>
            <p:spPr bwMode="auto">
              <a:xfrm>
                <a:off x="6975232" y="2029560"/>
                <a:ext cx="2741613" cy="635000"/>
              </a:xfrm>
              <a:prstGeom prst="rect">
                <a:avLst/>
              </a:prstGeom>
              <a:noFill/>
            </p:spPr>
            <p:txBody>
              <a:bodyPr>
                <a:normAutofit/>
              </a:bodyPr>
              <a:lstStyle/>
              <a:p>
                <a:pPr/>
                <a14:m>
                  <m:oMathPara xmlns:m="http://schemas.openxmlformats.org/officeDocument/2006/math">
                    <m:oMathParaPr>
                      <m:jc m:val="left"/>
                    </m:oMathParaPr>
                    <m:oMath>
                      <m:acc>
                        <m:accPr>
                          <m:chr m:val="⃗"/>
                          <m:ctrlPr>
                            <a:rPr lang="en-US" sz="2400" b="0" i="1" smtClean="0">
                              <a:solidFill>
                                <a:srgbClr val="000000"/>
                              </a:solidFill>
                              <a:latin typeface="Cambria Math" panose="02040503050406030204" pitchFamily="18" charset="0"/>
                            </a:rPr>
                          </m:ctrlPr>
                        </m:accPr>
                        <m:e>
                          <m:r>
                            <a:rPr lang="en-US" sz="2400" b="0" i="1" smtClean="0">
                              <a:solidFill>
                                <a:srgbClr val="000000"/>
                              </a:solidFill>
                              <a:latin typeface="Cambria Math" panose="02040503050406030204" pitchFamily="18" charset="0"/>
                            </a:rPr>
                            <m:t>𝑓</m:t>
                          </m:r>
                        </m:e>
                      </m:acc>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ea typeface="Cambria Math" panose="02040503050406030204" pitchFamily="18" charset="0"/>
                        </a:rPr>
                        <m:t>𝜇</m:t>
                      </m:r>
                      <m:r>
                        <a:rPr lang="en-US" sz="2400" b="0" i="1" smtClean="0">
                          <a:solidFill>
                            <a:srgbClr val="000000"/>
                          </a:solidFill>
                          <a:latin typeface="Cambria Math" panose="02040503050406030204" pitchFamily="18" charset="0"/>
                          <a:ea typeface="Cambria Math" panose="02040503050406030204" pitchFamily="18" charset="0"/>
                        </a:rPr>
                        <m:t> </m:t>
                      </m:r>
                      <m:acc>
                        <m:accPr>
                          <m:chr m:val="⃗"/>
                          <m:ctrlPr>
                            <a:rPr lang="en-US" sz="2400">
                              <a:solidFill>
                                <a:srgbClr val="000000"/>
                              </a:solidFill>
                              <a:latin typeface="Cambria Math" panose="02040503050406030204" pitchFamily="18" charset="0"/>
                            </a:rPr>
                          </m:ctrlPr>
                        </m:accPr>
                        <m:e>
                          <m:r>
                            <m:rPr>
                              <m:sty m:val="p"/>
                            </m:rPr>
                            <a:rPr lang="en-US" sz="2400">
                              <a:solidFill>
                                <a:srgbClr val="000000"/>
                              </a:solidFill>
                              <a:latin typeface="Cambria Math" panose="02040503050406030204" pitchFamily="18" charset="0"/>
                            </a:rPr>
                            <m:t>N</m:t>
                          </m:r>
                        </m:e>
                      </m:acc>
                    </m:oMath>
                  </m:oMathPara>
                </a14:m>
                <a:endParaRPr lang="en-US" sz="2400" dirty="0"/>
              </a:p>
            </p:txBody>
          </p:sp>
        </mc:Choice>
        <mc:Fallback>
          <p:sp>
            <p:nvSpPr>
              <p:cNvPr id="2" name="Object 6">
                <a:extLst>
                  <a:ext uri="{FF2B5EF4-FFF2-40B4-BE49-F238E27FC236}">
                    <a16:creationId xmlns:a16="http://schemas.microsoft.com/office/drawing/2014/main" id="{92835E6F-9B1D-EC21-68AB-662E2254DB15}"/>
                  </a:ext>
                </a:extLst>
              </p:cNvPr>
              <p:cNvSpPr txBox="1">
                <a:spLocks noRot="1" noChangeAspect="1" noMove="1" noResize="1" noEditPoints="1" noAdjustHandles="1" noChangeArrowheads="1" noChangeShapeType="1" noTextEdit="1"/>
              </p:cNvSpPr>
              <p:nvPr/>
            </p:nvSpPr>
            <p:spPr bwMode="auto">
              <a:xfrm>
                <a:off x="6975232" y="2029560"/>
                <a:ext cx="2741613" cy="63500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165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DE764-0213-0D6A-F4FF-377C002DC4F1}"/>
              </a:ext>
            </a:extLst>
          </p:cNvPr>
          <p:cNvSpPr txBox="1">
            <a:spLocks/>
          </p:cNvSpPr>
          <p:nvPr/>
        </p:nvSpPr>
        <p:spPr>
          <a:xfrm>
            <a:off x="1524000" y="10869"/>
            <a:ext cx="9144000" cy="1121740"/>
          </a:xfrm>
          <a:prstGeom prst="rect">
            <a:avLst/>
          </a:prstGeom>
        </p:spPr>
        <p:txBody>
          <a:bodyPr/>
          <a:lstStyle>
            <a:lvl1pPr algn="ctr" defTabSz="914400" rtl="0" eaLnBrk="1" latinLnBrk="0" hangingPunct="1">
              <a:spcBef>
                <a:spcPct val="0"/>
              </a:spcBef>
              <a:buNone/>
              <a:defRPr sz="4400" b="1" kern="1200">
                <a:solidFill>
                  <a:schemeClr val="bg1"/>
                </a:solidFill>
                <a:latin typeface="Times New Roman" panose="02020603050405020304" pitchFamily="18" charset="0"/>
                <a:ea typeface="+mj-ea"/>
                <a:cs typeface="Times New Roman" panose="02020603050405020304" pitchFamily="18" charset="0"/>
              </a:defRPr>
            </a:lvl1pPr>
          </a:lstStyle>
          <a:p>
            <a:r>
              <a:rPr lang="en-US"/>
              <a:t>Coefficients of Friction</a:t>
            </a:r>
          </a:p>
        </p:txBody>
      </p:sp>
      <p:sp>
        <p:nvSpPr>
          <p:cNvPr id="3" name="Title 3">
            <a:extLst>
              <a:ext uri="{FF2B5EF4-FFF2-40B4-BE49-F238E27FC236}">
                <a16:creationId xmlns:a16="http://schemas.microsoft.com/office/drawing/2014/main" id="{E579F297-D718-CAF1-652F-03AB9516FD76}"/>
              </a:ext>
            </a:extLst>
          </p:cNvPr>
          <p:cNvSpPr txBox="1">
            <a:spLocks/>
          </p:cNvSpPr>
          <p:nvPr/>
        </p:nvSpPr>
        <p:spPr>
          <a:xfrm>
            <a:off x="0" y="5348"/>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Coefficient of Friction</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pic>
        <p:nvPicPr>
          <p:cNvPr id="6" name="Picture 5">
            <a:extLst>
              <a:ext uri="{FF2B5EF4-FFF2-40B4-BE49-F238E27FC236}">
                <a16:creationId xmlns:a16="http://schemas.microsoft.com/office/drawing/2014/main" id="{C8E092C9-B803-D055-8046-6DC246E147BB}"/>
              </a:ext>
            </a:extLst>
          </p:cNvPr>
          <p:cNvPicPr>
            <a:picLocks noChangeAspect="1"/>
          </p:cNvPicPr>
          <p:nvPr/>
        </p:nvPicPr>
        <p:blipFill>
          <a:blip r:embed="rId2"/>
          <a:stretch>
            <a:fillRect/>
          </a:stretch>
        </p:blipFill>
        <p:spPr>
          <a:xfrm>
            <a:off x="2217084" y="1133187"/>
            <a:ext cx="7757832" cy="5159187"/>
          </a:xfrm>
          <a:prstGeom prst="rect">
            <a:avLst/>
          </a:prstGeom>
        </p:spPr>
      </p:pic>
      <p:sp>
        <p:nvSpPr>
          <p:cNvPr id="5" name="Title 3">
            <a:extLst>
              <a:ext uri="{FF2B5EF4-FFF2-40B4-BE49-F238E27FC236}">
                <a16:creationId xmlns:a16="http://schemas.microsoft.com/office/drawing/2014/main" id="{1599C00C-9A9A-6487-6EAA-E019517C866E}"/>
              </a:ext>
            </a:extLst>
          </p:cNvPr>
          <p:cNvSpPr txBox="1">
            <a:spLocks/>
          </p:cNvSpPr>
          <p:nvPr/>
        </p:nvSpPr>
        <p:spPr>
          <a:xfrm>
            <a:off x="0" y="-10284"/>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0000FF"/>
                </a:solidFill>
                <a:latin typeface="Times New Roman" panose="02020603050405020304" pitchFamily="18" charset="0"/>
                <a:ea typeface="STKaiti" panose="020B0503020204020204" pitchFamily="2" charset="-122"/>
                <a:cs typeface="Times New Roman" panose="02020603050405020304" pitchFamily="18" charset="0"/>
              </a:rPr>
              <a:t>Coefficient of Friction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437151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BF67F64-8FB1-5115-336E-8D1CEDFC26DB}"/>
              </a:ext>
            </a:extLst>
          </p:cNvPr>
          <p:cNvSpPr txBox="1">
            <a:spLocks/>
          </p:cNvSpPr>
          <p:nvPr/>
        </p:nvSpPr>
        <p:spPr>
          <a:xfrm>
            <a:off x="838200" y="1411410"/>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dirty="0">
                <a:latin typeface="Times New Roman" panose="02020603050405020304" pitchFamily="18" charset="0"/>
                <a:cs typeface="Times New Roman" panose="02020603050405020304" pitchFamily="18" charset="0"/>
              </a:rPr>
              <a:t>Is it harder to move a box is not moving or one that is already moving?</a:t>
            </a:r>
          </a:p>
          <a:p>
            <a:pPr marL="0" indent="0">
              <a:buFont typeface="Arial" panose="020B0604020202020204" pitchFamily="34" charset="0"/>
              <a:buNone/>
            </a:pPr>
            <a:endParaRPr lang="en-US" sz="36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lphaLcPeriod"/>
            </a:pPr>
            <a:r>
              <a:rPr lang="en-US" sz="3600" dirty="0">
                <a:latin typeface="Times New Roman" panose="02020603050405020304" pitchFamily="18" charset="0"/>
                <a:cs typeface="Times New Roman" panose="02020603050405020304" pitchFamily="18" charset="0"/>
              </a:rPr>
              <a:t>Not moving</a:t>
            </a:r>
          </a:p>
          <a:p>
            <a:pPr marL="514350" indent="-514350">
              <a:buFont typeface="Arial" panose="020B0604020202020204" pitchFamily="34" charset="0"/>
              <a:buAutoNum type="alphaLcPeriod"/>
            </a:pPr>
            <a:r>
              <a:rPr lang="en-US" sz="3600" dirty="0">
                <a:latin typeface="Times New Roman" panose="02020603050405020304" pitchFamily="18" charset="0"/>
                <a:cs typeface="Times New Roman" panose="02020603050405020304" pitchFamily="18" charset="0"/>
              </a:rPr>
              <a:t>Already moving</a:t>
            </a:r>
          </a:p>
          <a:p>
            <a:pPr marL="514350" indent="-514350">
              <a:buFont typeface="Arial" panose="020B0604020202020204" pitchFamily="34" charset="0"/>
              <a:buAutoNum type="alphaLcPeriod"/>
            </a:pPr>
            <a:r>
              <a:rPr lang="en-US" sz="3600" dirty="0">
                <a:latin typeface="Times New Roman" panose="02020603050405020304" pitchFamily="18" charset="0"/>
                <a:cs typeface="Times New Roman" panose="02020603050405020304" pitchFamily="18" charset="0"/>
              </a:rPr>
              <a:t>Doesn’t matter</a:t>
            </a:r>
          </a:p>
        </p:txBody>
      </p:sp>
      <p:sp>
        <p:nvSpPr>
          <p:cNvPr id="3" name="Title 3">
            <a:extLst>
              <a:ext uri="{FF2B5EF4-FFF2-40B4-BE49-F238E27FC236}">
                <a16:creationId xmlns:a16="http://schemas.microsoft.com/office/drawing/2014/main" id="{78F41D05-5BC5-8B90-F2B0-58CECB65776B}"/>
              </a:ext>
            </a:extLst>
          </p:cNvPr>
          <p:cNvSpPr txBox="1">
            <a:spLocks/>
          </p:cNvSpPr>
          <p:nvPr/>
        </p:nvSpPr>
        <p:spPr>
          <a:xfrm>
            <a:off x="0" y="17025"/>
            <a:ext cx="12122305" cy="840230"/>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ABCD</a:t>
            </a:r>
            <a:r>
              <a:rPr lang="en-US" sz="4000" b="1" dirty="0">
                <a:latin typeface="Times New Roman" panose="02020603050405020304" pitchFamily="18" charset="0"/>
                <a:ea typeface="STKaiti" panose="020B0503020204020204" pitchFamily="2" charset="-122"/>
                <a:cs typeface="Times New Roman" panose="02020603050405020304" pitchFamily="18" charset="0"/>
              </a:rPr>
              <a:t> card</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487773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35072-EF4A-B8E3-8BDD-D7D539E63E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42E14-3969-95E5-A973-278E45911B13}"/>
              </a:ext>
            </a:extLst>
          </p:cNvPr>
          <p:cNvSpPr>
            <a:spLocks noGrp="1"/>
          </p:cNvSpPr>
          <p:nvPr>
            <p:ph idx="1"/>
          </p:nvPr>
        </p:nvSpPr>
        <p:spPr>
          <a:xfrm>
            <a:off x="586154" y="1183847"/>
            <a:ext cx="10707077" cy="4351338"/>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A 45 kg box initially rests on a horizontal surface. The coefficients of static friction and kinetic friction between the box and the surface are </a:t>
            </a:r>
            <a:r>
              <a:rPr lang="en-US" i="1" dirty="0">
                <a:latin typeface="Times New Roman" panose="02020603050405020304" pitchFamily="18" charset="0"/>
                <a:cs typeface="Times New Roman" panose="02020603050405020304" pitchFamily="18" charset="0"/>
                <a:sym typeface="Symbol" panose="05050102010706020507" pitchFamily="18" charset="2"/>
              </a:rPr>
              <a:t></a:t>
            </a:r>
            <a:r>
              <a:rPr lang="en-US" i="1" baseline="-25000" dirty="0">
                <a:latin typeface="Times New Roman" panose="02020603050405020304" pitchFamily="18" charset="0"/>
                <a:cs typeface="Times New Roman" panose="02020603050405020304" pitchFamily="18" charset="0"/>
              </a:rPr>
              <a:t>s</a:t>
            </a:r>
            <a:r>
              <a:rPr lang="en-US" i="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0.33</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sym typeface="Symbol" panose="05050102010706020507" pitchFamily="18" charset="2"/>
              </a:rPr>
              <a:t></a:t>
            </a:r>
            <a:r>
              <a:rPr lang="en-US" i="1" baseline="-25000" dirty="0">
                <a:latin typeface="Times New Roman" panose="02020603050405020304" pitchFamily="18" charset="0"/>
                <a:cs typeface="Times New Roman" panose="02020603050405020304" pitchFamily="18" charset="0"/>
                <a:sym typeface="Symbol" panose="05050102010706020507" pitchFamily="18" charset="2"/>
              </a:rPr>
              <a:t>k</a:t>
            </a:r>
            <a:r>
              <a:rPr lang="en-US" i="1"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0.30, respectively. </a:t>
            </a:r>
          </a:p>
          <a:p>
            <a:pPr marL="0" indent="0">
              <a:buNone/>
            </a:pPr>
            <a:r>
              <a:rPr lang="en-US" dirty="0">
                <a:latin typeface="Times New Roman" panose="02020603050405020304" pitchFamily="18" charset="0"/>
                <a:cs typeface="Times New Roman" panose="02020603050405020304" pitchFamily="18" charset="0"/>
              </a:rPr>
              <a:t>Now, a horizontal 140 N force is applied to push the box. What is the </a:t>
            </a:r>
            <a:r>
              <a:rPr lang="en-US" b="1" dirty="0">
                <a:solidFill>
                  <a:srgbClr val="0000FF"/>
                </a:solidFill>
                <a:latin typeface="Times New Roman" panose="02020603050405020304" pitchFamily="18" charset="0"/>
                <a:cs typeface="Times New Roman" panose="02020603050405020304" pitchFamily="18" charset="0"/>
              </a:rPr>
              <a:t>friction force </a:t>
            </a:r>
            <a:r>
              <a:rPr lang="en-US" dirty="0">
                <a:latin typeface="Times New Roman" panose="02020603050405020304" pitchFamily="18" charset="0"/>
                <a:cs typeface="Times New Roman" panose="02020603050405020304" pitchFamily="18" charset="0"/>
              </a:rPr>
              <a:t>acting on the box?</a:t>
            </a:r>
          </a:p>
          <a:p>
            <a:pPr marL="0" indent="0">
              <a:buNone/>
            </a:pPr>
            <a:endParaRPr lang="en-US" sz="3200" dirty="0">
              <a:latin typeface="Times New Roman" panose="02020603050405020304" pitchFamily="18" charset="0"/>
              <a:cs typeface="Times New Roman" panose="02020603050405020304" pitchFamily="18" charset="0"/>
            </a:endParaRPr>
          </a:p>
          <a:p>
            <a:pPr marL="514350" indent="-514350">
              <a:buAutoNum type="alphaLcPeriod"/>
            </a:pPr>
            <a:r>
              <a:rPr lang="en-US" sz="3200" dirty="0">
                <a:latin typeface="Times New Roman" panose="02020603050405020304" pitchFamily="18" charset="0"/>
                <a:cs typeface="Times New Roman" panose="02020603050405020304" pitchFamily="18" charset="0"/>
              </a:rPr>
              <a:t>45 N</a:t>
            </a:r>
          </a:p>
          <a:p>
            <a:pPr marL="514350" indent="-514350">
              <a:buAutoNum type="alphaLcPeriod"/>
            </a:pPr>
            <a:r>
              <a:rPr lang="en-US" sz="3200" dirty="0">
                <a:latin typeface="Times New Roman" panose="02020603050405020304" pitchFamily="18" charset="0"/>
                <a:cs typeface="Times New Roman" panose="02020603050405020304" pitchFamily="18" charset="0"/>
              </a:rPr>
              <a:t>132 N</a:t>
            </a:r>
          </a:p>
          <a:p>
            <a:pPr marL="514350" indent="-514350">
              <a:buAutoNum type="alphaLcPeriod"/>
            </a:pPr>
            <a:r>
              <a:rPr lang="en-US" sz="3200" dirty="0">
                <a:latin typeface="Times New Roman" panose="02020603050405020304" pitchFamily="18" charset="0"/>
                <a:cs typeface="Times New Roman" panose="02020603050405020304" pitchFamily="18" charset="0"/>
              </a:rPr>
              <a:t>140 N</a:t>
            </a:r>
          </a:p>
          <a:p>
            <a:pPr marL="514350" indent="-514350">
              <a:buAutoNum type="alphaLcPeriod"/>
            </a:pPr>
            <a:r>
              <a:rPr lang="en-US" sz="3200" dirty="0">
                <a:latin typeface="Times New Roman" panose="02020603050405020304" pitchFamily="18" charset="0"/>
                <a:cs typeface="Times New Roman" panose="02020603050405020304" pitchFamily="18" charset="0"/>
              </a:rPr>
              <a:t>118 N</a:t>
            </a:r>
          </a:p>
        </p:txBody>
      </p:sp>
      <p:sp>
        <p:nvSpPr>
          <p:cNvPr id="6" name="Title 3">
            <a:extLst>
              <a:ext uri="{FF2B5EF4-FFF2-40B4-BE49-F238E27FC236}">
                <a16:creationId xmlns:a16="http://schemas.microsoft.com/office/drawing/2014/main" id="{CB851CD2-0191-D355-2849-8EB72DE51D67}"/>
              </a:ext>
            </a:extLst>
          </p:cNvPr>
          <p:cNvSpPr txBox="1">
            <a:spLocks/>
          </p:cNvSpPr>
          <p:nvPr/>
        </p:nvSpPr>
        <p:spPr>
          <a:xfrm>
            <a:off x="7815" y="5349"/>
            <a:ext cx="12168549" cy="840230"/>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CQ #1</a:t>
            </a:r>
          </a:p>
        </p:txBody>
      </p:sp>
      <p:grpSp>
        <p:nvGrpSpPr>
          <p:cNvPr id="31" name="Group 30">
            <a:extLst>
              <a:ext uri="{FF2B5EF4-FFF2-40B4-BE49-F238E27FC236}">
                <a16:creationId xmlns:a16="http://schemas.microsoft.com/office/drawing/2014/main" id="{94402AB3-B5A6-4425-95DE-AA87DC179E5F}"/>
              </a:ext>
            </a:extLst>
          </p:cNvPr>
          <p:cNvGrpSpPr/>
          <p:nvPr/>
        </p:nvGrpSpPr>
        <p:grpSpPr>
          <a:xfrm>
            <a:off x="8040578" y="3858111"/>
            <a:ext cx="3311280" cy="501840"/>
            <a:chOff x="8040578" y="3858111"/>
            <a:chExt cx="3311280" cy="50184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34F88B2-245C-03E8-A504-8101BD90A083}"/>
                    </a:ext>
                  </a:extLst>
                </p14:cNvPr>
                <p14:cNvContentPartPr/>
                <p14:nvPr/>
              </p14:nvContentPartPr>
              <p14:xfrm>
                <a:off x="8040578" y="4127751"/>
                <a:ext cx="104760" cy="123120"/>
              </p14:xfrm>
            </p:contentPart>
          </mc:Choice>
          <mc:Fallback xmlns="">
            <p:pic>
              <p:nvPicPr>
                <p:cNvPr id="2" name="Ink 1">
                  <a:extLst>
                    <a:ext uri="{FF2B5EF4-FFF2-40B4-BE49-F238E27FC236}">
                      <a16:creationId xmlns:a16="http://schemas.microsoft.com/office/drawing/2014/main" id="{F34F88B2-245C-03E8-A504-8101BD90A083}"/>
                    </a:ext>
                  </a:extLst>
                </p:cNvPr>
                <p:cNvPicPr/>
                <p:nvPr/>
              </p:nvPicPr>
              <p:blipFill>
                <a:blip r:embed="rId3"/>
                <a:stretch>
                  <a:fillRect/>
                </a:stretch>
              </p:blipFill>
              <p:spPr>
                <a:xfrm>
                  <a:off x="8031938" y="4118751"/>
                  <a:ext cx="1224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CA4E973-AA82-A17C-277E-A88C8AFF0EF5}"/>
                    </a:ext>
                  </a:extLst>
                </p14:cNvPr>
                <p14:cNvContentPartPr/>
                <p14:nvPr/>
              </p14:nvContentPartPr>
              <p14:xfrm>
                <a:off x="8205818" y="4179591"/>
                <a:ext cx="360" cy="360"/>
              </p14:xfrm>
            </p:contentPart>
          </mc:Choice>
          <mc:Fallback xmlns="">
            <p:pic>
              <p:nvPicPr>
                <p:cNvPr id="4" name="Ink 3">
                  <a:extLst>
                    <a:ext uri="{FF2B5EF4-FFF2-40B4-BE49-F238E27FC236}">
                      <a16:creationId xmlns:a16="http://schemas.microsoft.com/office/drawing/2014/main" id="{9CA4E973-AA82-A17C-277E-A88C8AFF0EF5}"/>
                    </a:ext>
                  </a:extLst>
                </p:cNvPr>
                <p:cNvPicPr/>
                <p:nvPr/>
              </p:nvPicPr>
              <p:blipFill>
                <a:blip r:embed="rId5"/>
                <a:stretch>
                  <a:fillRect/>
                </a:stretch>
              </p:blipFill>
              <p:spPr>
                <a:xfrm>
                  <a:off x="8197178" y="41705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032C6330-A254-5899-BC8D-9631BCD8FBFF}"/>
                    </a:ext>
                  </a:extLst>
                </p14:cNvPr>
                <p14:cNvContentPartPr/>
                <p14:nvPr/>
              </p14:nvContentPartPr>
              <p14:xfrm>
                <a:off x="8148938" y="4066911"/>
                <a:ext cx="1260000" cy="143280"/>
              </p14:xfrm>
            </p:contentPart>
          </mc:Choice>
          <mc:Fallback xmlns="">
            <p:pic>
              <p:nvPicPr>
                <p:cNvPr id="5" name="Ink 4">
                  <a:extLst>
                    <a:ext uri="{FF2B5EF4-FFF2-40B4-BE49-F238E27FC236}">
                      <a16:creationId xmlns:a16="http://schemas.microsoft.com/office/drawing/2014/main" id="{032C6330-A254-5899-BC8D-9631BCD8FBFF}"/>
                    </a:ext>
                  </a:extLst>
                </p:cNvPr>
                <p:cNvPicPr/>
                <p:nvPr/>
              </p:nvPicPr>
              <p:blipFill>
                <a:blip r:embed="rId7"/>
                <a:stretch>
                  <a:fillRect/>
                </a:stretch>
              </p:blipFill>
              <p:spPr>
                <a:xfrm>
                  <a:off x="8140298" y="4057911"/>
                  <a:ext cx="12776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7C5AB4CD-8061-430F-AD88-DD96A32024A9}"/>
                    </a:ext>
                  </a:extLst>
                </p14:cNvPr>
                <p14:cNvContentPartPr/>
                <p14:nvPr/>
              </p14:nvContentPartPr>
              <p14:xfrm>
                <a:off x="9505418" y="3954231"/>
                <a:ext cx="177120" cy="247320"/>
              </p14:xfrm>
            </p:contentPart>
          </mc:Choice>
          <mc:Fallback xmlns="">
            <p:pic>
              <p:nvPicPr>
                <p:cNvPr id="7" name="Ink 6">
                  <a:extLst>
                    <a:ext uri="{FF2B5EF4-FFF2-40B4-BE49-F238E27FC236}">
                      <a16:creationId xmlns:a16="http://schemas.microsoft.com/office/drawing/2014/main" id="{7C5AB4CD-8061-430F-AD88-DD96A32024A9}"/>
                    </a:ext>
                  </a:extLst>
                </p:cNvPr>
                <p:cNvPicPr/>
                <p:nvPr/>
              </p:nvPicPr>
              <p:blipFill>
                <a:blip r:embed="rId9"/>
                <a:stretch>
                  <a:fillRect/>
                </a:stretch>
              </p:blipFill>
              <p:spPr>
                <a:xfrm>
                  <a:off x="9496418" y="3945231"/>
                  <a:ext cx="19476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F176BDC-A7A9-21F5-E5F9-C54D98EF5479}"/>
                    </a:ext>
                  </a:extLst>
                </p14:cNvPr>
                <p14:cNvContentPartPr/>
                <p14:nvPr/>
              </p14:nvContentPartPr>
              <p14:xfrm>
                <a:off x="9523418" y="4118031"/>
                <a:ext cx="79560" cy="1440"/>
              </p14:xfrm>
            </p:contentPart>
          </mc:Choice>
          <mc:Fallback xmlns="">
            <p:pic>
              <p:nvPicPr>
                <p:cNvPr id="8" name="Ink 7">
                  <a:extLst>
                    <a:ext uri="{FF2B5EF4-FFF2-40B4-BE49-F238E27FC236}">
                      <a16:creationId xmlns:a16="http://schemas.microsoft.com/office/drawing/2014/main" id="{2F176BDC-A7A9-21F5-E5F9-C54D98EF5479}"/>
                    </a:ext>
                  </a:extLst>
                </p:cNvPr>
                <p:cNvPicPr/>
                <p:nvPr/>
              </p:nvPicPr>
              <p:blipFill>
                <a:blip r:embed="rId11"/>
                <a:stretch>
                  <a:fillRect/>
                </a:stretch>
              </p:blipFill>
              <p:spPr>
                <a:xfrm>
                  <a:off x="9514778" y="4109391"/>
                  <a:ext cx="972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CCC93742-7E66-F207-1F12-F70FC44825C9}"/>
                    </a:ext>
                  </a:extLst>
                </p14:cNvPr>
                <p14:cNvContentPartPr/>
                <p14:nvPr/>
              </p14:nvContentPartPr>
              <p14:xfrm>
                <a:off x="9649778" y="4111911"/>
                <a:ext cx="110520" cy="93600"/>
              </p14:xfrm>
            </p:contentPart>
          </mc:Choice>
          <mc:Fallback xmlns="">
            <p:pic>
              <p:nvPicPr>
                <p:cNvPr id="9" name="Ink 8">
                  <a:extLst>
                    <a:ext uri="{FF2B5EF4-FFF2-40B4-BE49-F238E27FC236}">
                      <a16:creationId xmlns:a16="http://schemas.microsoft.com/office/drawing/2014/main" id="{CCC93742-7E66-F207-1F12-F70FC44825C9}"/>
                    </a:ext>
                  </a:extLst>
                </p:cNvPr>
                <p:cNvPicPr/>
                <p:nvPr/>
              </p:nvPicPr>
              <p:blipFill>
                <a:blip r:embed="rId13"/>
                <a:stretch>
                  <a:fillRect/>
                </a:stretch>
              </p:blipFill>
              <p:spPr>
                <a:xfrm>
                  <a:off x="9641138" y="4103271"/>
                  <a:ext cx="1281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3C20C41-04A3-E34A-9846-635B7A57681B}"/>
                    </a:ext>
                  </a:extLst>
                </p14:cNvPr>
                <p14:cNvContentPartPr/>
                <p14:nvPr/>
              </p14:nvContentPartPr>
              <p14:xfrm>
                <a:off x="9871538" y="4030911"/>
                <a:ext cx="8280" cy="329040"/>
              </p14:xfrm>
            </p:contentPart>
          </mc:Choice>
          <mc:Fallback xmlns="">
            <p:pic>
              <p:nvPicPr>
                <p:cNvPr id="10" name="Ink 9">
                  <a:extLst>
                    <a:ext uri="{FF2B5EF4-FFF2-40B4-BE49-F238E27FC236}">
                      <a16:creationId xmlns:a16="http://schemas.microsoft.com/office/drawing/2014/main" id="{63C20C41-04A3-E34A-9846-635B7A57681B}"/>
                    </a:ext>
                  </a:extLst>
                </p:cNvPr>
                <p:cNvPicPr/>
                <p:nvPr/>
              </p:nvPicPr>
              <p:blipFill>
                <a:blip r:embed="rId15"/>
                <a:stretch>
                  <a:fillRect/>
                </a:stretch>
              </p:blipFill>
              <p:spPr>
                <a:xfrm>
                  <a:off x="9862538" y="4021911"/>
                  <a:ext cx="2592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4367A702-A07B-7258-C827-4318CB335EFA}"/>
                    </a:ext>
                  </a:extLst>
                </p14:cNvPr>
                <p14:cNvContentPartPr/>
                <p14:nvPr/>
              </p14:nvContentPartPr>
              <p14:xfrm>
                <a:off x="9880538" y="4111551"/>
                <a:ext cx="72720" cy="68760"/>
              </p14:xfrm>
            </p:contentPart>
          </mc:Choice>
          <mc:Fallback xmlns="">
            <p:pic>
              <p:nvPicPr>
                <p:cNvPr id="11" name="Ink 10">
                  <a:extLst>
                    <a:ext uri="{FF2B5EF4-FFF2-40B4-BE49-F238E27FC236}">
                      <a16:creationId xmlns:a16="http://schemas.microsoft.com/office/drawing/2014/main" id="{4367A702-A07B-7258-C827-4318CB335EFA}"/>
                    </a:ext>
                  </a:extLst>
                </p:cNvPr>
                <p:cNvPicPr/>
                <p:nvPr/>
              </p:nvPicPr>
              <p:blipFill>
                <a:blip r:embed="rId17"/>
                <a:stretch>
                  <a:fillRect/>
                </a:stretch>
              </p:blipFill>
              <p:spPr>
                <a:xfrm>
                  <a:off x="9871538" y="4102551"/>
                  <a:ext cx="903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150CF582-43CC-2DD4-3250-B198AB17374C}"/>
                    </a:ext>
                  </a:extLst>
                </p14:cNvPr>
                <p14:cNvContentPartPr/>
                <p14:nvPr/>
              </p14:nvContentPartPr>
              <p14:xfrm>
                <a:off x="10057298" y="4037391"/>
                <a:ext cx="12240" cy="295200"/>
              </p14:xfrm>
            </p:contentPart>
          </mc:Choice>
          <mc:Fallback xmlns="">
            <p:pic>
              <p:nvPicPr>
                <p:cNvPr id="12" name="Ink 11">
                  <a:extLst>
                    <a:ext uri="{FF2B5EF4-FFF2-40B4-BE49-F238E27FC236}">
                      <a16:creationId xmlns:a16="http://schemas.microsoft.com/office/drawing/2014/main" id="{150CF582-43CC-2DD4-3250-B198AB17374C}"/>
                    </a:ext>
                  </a:extLst>
                </p:cNvPr>
                <p:cNvPicPr/>
                <p:nvPr/>
              </p:nvPicPr>
              <p:blipFill>
                <a:blip r:embed="rId19"/>
                <a:stretch>
                  <a:fillRect/>
                </a:stretch>
              </p:blipFill>
              <p:spPr>
                <a:xfrm>
                  <a:off x="10048658" y="4028391"/>
                  <a:ext cx="2988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C0C667C6-78EB-2B1F-158E-F0523852AD20}"/>
                    </a:ext>
                  </a:extLst>
                </p14:cNvPr>
                <p14:cNvContentPartPr/>
                <p14:nvPr/>
              </p14:nvContentPartPr>
              <p14:xfrm>
                <a:off x="10071698" y="4098591"/>
                <a:ext cx="88920" cy="62640"/>
              </p14:xfrm>
            </p:contentPart>
          </mc:Choice>
          <mc:Fallback xmlns="">
            <p:pic>
              <p:nvPicPr>
                <p:cNvPr id="13" name="Ink 12">
                  <a:extLst>
                    <a:ext uri="{FF2B5EF4-FFF2-40B4-BE49-F238E27FC236}">
                      <a16:creationId xmlns:a16="http://schemas.microsoft.com/office/drawing/2014/main" id="{C0C667C6-78EB-2B1F-158E-F0523852AD20}"/>
                    </a:ext>
                  </a:extLst>
                </p:cNvPr>
                <p:cNvPicPr/>
                <p:nvPr/>
              </p:nvPicPr>
              <p:blipFill>
                <a:blip r:embed="rId21"/>
                <a:stretch>
                  <a:fillRect/>
                </a:stretch>
              </p:blipFill>
              <p:spPr>
                <a:xfrm>
                  <a:off x="10063058" y="4089591"/>
                  <a:ext cx="1065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A2ABF2E0-448D-5893-1264-8C5188E94CE3}"/>
                    </a:ext>
                  </a:extLst>
                </p14:cNvPr>
                <p14:cNvContentPartPr/>
                <p14:nvPr/>
              </p14:nvContentPartPr>
              <p14:xfrm>
                <a:off x="10377698" y="3968271"/>
                <a:ext cx="119520" cy="19440"/>
              </p14:xfrm>
            </p:contentPart>
          </mc:Choice>
          <mc:Fallback xmlns="">
            <p:pic>
              <p:nvPicPr>
                <p:cNvPr id="15" name="Ink 14">
                  <a:extLst>
                    <a:ext uri="{FF2B5EF4-FFF2-40B4-BE49-F238E27FC236}">
                      <a16:creationId xmlns:a16="http://schemas.microsoft.com/office/drawing/2014/main" id="{A2ABF2E0-448D-5893-1264-8C5188E94CE3}"/>
                    </a:ext>
                  </a:extLst>
                </p:cNvPr>
                <p:cNvPicPr/>
                <p:nvPr/>
              </p:nvPicPr>
              <p:blipFill>
                <a:blip r:embed="rId23"/>
                <a:stretch>
                  <a:fillRect/>
                </a:stretch>
              </p:blipFill>
              <p:spPr>
                <a:xfrm>
                  <a:off x="10368698" y="3959631"/>
                  <a:ext cx="1371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6D497210-F8BA-0906-8D15-479B6C3CDED5}"/>
                    </a:ext>
                  </a:extLst>
                </p14:cNvPr>
                <p14:cNvContentPartPr/>
                <p14:nvPr/>
              </p14:nvContentPartPr>
              <p14:xfrm>
                <a:off x="10386698" y="4043151"/>
                <a:ext cx="113400" cy="4320"/>
              </p14:xfrm>
            </p:contentPart>
          </mc:Choice>
          <mc:Fallback xmlns="">
            <p:pic>
              <p:nvPicPr>
                <p:cNvPr id="16" name="Ink 15">
                  <a:extLst>
                    <a:ext uri="{FF2B5EF4-FFF2-40B4-BE49-F238E27FC236}">
                      <a16:creationId xmlns:a16="http://schemas.microsoft.com/office/drawing/2014/main" id="{6D497210-F8BA-0906-8D15-479B6C3CDED5}"/>
                    </a:ext>
                  </a:extLst>
                </p:cNvPr>
                <p:cNvPicPr/>
                <p:nvPr/>
              </p:nvPicPr>
              <p:blipFill>
                <a:blip r:embed="rId25"/>
                <a:stretch>
                  <a:fillRect/>
                </a:stretch>
              </p:blipFill>
              <p:spPr>
                <a:xfrm>
                  <a:off x="10378058" y="4034511"/>
                  <a:ext cx="1310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E0C74D51-851E-2941-DF08-0F349F7532E8}"/>
                    </a:ext>
                  </a:extLst>
                </p14:cNvPr>
                <p14:cNvContentPartPr/>
                <p14:nvPr/>
              </p14:nvContentPartPr>
              <p14:xfrm>
                <a:off x="10657778" y="3887991"/>
                <a:ext cx="15120" cy="224640"/>
              </p14:xfrm>
            </p:contentPart>
          </mc:Choice>
          <mc:Fallback xmlns="">
            <p:pic>
              <p:nvPicPr>
                <p:cNvPr id="18" name="Ink 17">
                  <a:extLst>
                    <a:ext uri="{FF2B5EF4-FFF2-40B4-BE49-F238E27FC236}">
                      <a16:creationId xmlns:a16="http://schemas.microsoft.com/office/drawing/2014/main" id="{E0C74D51-851E-2941-DF08-0F349F7532E8}"/>
                    </a:ext>
                  </a:extLst>
                </p:cNvPr>
                <p:cNvPicPr/>
                <p:nvPr/>
              </p:nvPicPr>
              <p:blipFill>
                <a:blip r:embed="rId27"/>
                <a:stretch>
                  <a:fillRect/>
                </a:stretch>
              </p:blipFill>
              <p:spPr>
                <a:xfrm>
                  <a:off x="10649138" y="3878991"/>
                  <a:ext cx="3276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2731A2E1-F934-DD6F-B0F2-A777B835587B}"/>
                    </a:ext>
                  </a:extLst>
                </p14:cNvPr>
                <p14:cNvContentPartPr/>
                <p14:nvPr/>
              </p14:nvContentPartPr>
              <p14:xfrm>
                <a:off x="10797458" y="3892311"/>
                <a:ext cx="119160" cy="98640"/>
              </p14:xfrm>
            </p:contentPart>
          </mc:Choice>
          <mc:Fallback xmlns="">
            <p:pic>
              <p:nvPicPr>
                <p:cNvPr id="19" name="Ink 18">
                  <a:extLst>
                    <a:ext uri="{FF2B5EF4-FFF2-40B4-BE49-F238E27FC236}">
                      <a16:creationId xmlns:a16="http://schemas.microsoft.com/office/drawing/2014/main" id="{2731A2E1-F934-DD6F-B0F2-A777B835587B}"/>
                    </a:ext>
                  </a:extLst>
                </p:cNvPr>
                <p:cNvPicPr/>
                <p:nvPr/>
              </p:nvPicPr>
              <p:blipFill>
                <a:blip r:embed="rId29"/>
                <a:stretch>
                  <a:fillRect/>
                </a:stretch>
              </p:blipFill>
              <p:spPr>
                <a:xfrm>
                  <a:off x="10788818" y="3883671"/>
                  <a:ext cx="1368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FCFA5DCA-DE6C-15D3-AC3C-FCE048E1A66D}"/>
                    </a:ext>
                  </a:extLst>
                </p14:cNvPr>
                <p14:cNvContentPartPr/>
                <p14:nvPr/>
              </p14:nvContentPartPr>
              <p14:xfrm>
                <a:off x="10893578" y="3912111"/>
                <a:ext cx="13320" cy="175680"/>
              </p14:xfrm>
            </p:contentPart>
          </mc:Choice>
          <mc:Fallback xmlns="">
            <p:pic>
              <p:nvPicPr>
                <p:cNvPr id="20" name="Ink 19">
                  <a:extLst>
                    <a:ext uri="{FF2B5EF4-FFF2-40B4-BE49-F238E27FC236}">
                      <a16:creationId xmlns:a16="http://schemas.microsoft.com/office/drawing/2014/main" id="{FCFA5DCA-DE6C-15D3-AC3C-FCE048E1A66D}"/>
                    </a:ext>
                  </a:extLst>
                </p:cNvPr>
                <p:cNvPicPr/>
                <p:nvPr/>
              </p:nvPicPr>
              <p:blipFill>
                <a:blip r:embed="rId31"/>
                <a:stretch>
                  <a:fillRect/>
                </a:stretch>
              </p:blipFill>
              <p:spPr>
                <a:xfrm>
                  <a:off x="10884578" y="3903111"/>
                  <a:ext cx="309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5DFE1958-B472-45E7-2483-03D7601F1A0A}"/>
                    </a:ext>
                  </a:extLst>
                </p14:cNvPr>
                <p14:cNvContentPartPr/>
                <p14:nvPr/>
              </p14:nvContentPartPr>
              <p14:xfrm>
                <a:off x="10995098" y="3893031"/>
                <a:ext cx="112320" cy="172440"/>
              </p14:xfrm>
            </p:contentPart>
          </mc:Choice>
          <mc:Fallback xmlns="">
            <p:pic>
              <p:nvPicPr>
                <p:cNvPr id="21" name="Ink 20">
                  <a:extLst>
                    <a:ext uri="{FF2B5EF4-FFF2-40B4-BE49-F238E27FC236}">
                      <a16:creationId xmlns:a16="http://schemas.microsoft.com/office/drawing/2014/main" id="{5DFE1958-B472-45E7-2483-03D7601F1A0A}"/>
                    </a:ext>
                  </a:extLst>
                </p:cNvPr>
                <p:cNvPicPr/>
                <p:nvPr/>
              </p:nvPicPr>
              <p:blipFill>
                <a:blip r:embed="rId33"/>
                <a:stretch>
                  <a:fillRect/>
                </a:stretch>
              </p:blipFill>
              <p:spPr>
                <a:xfrm>
                  <a:off x="10986458" y="3884031"/>
                  <a:ext cx="1299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A7627427-CF2C-368F-24E8-F888D515DDFB}"/>
                    </a:ext>
                  </a:extLst>
                </p14:cNvPr>
                <p14:cNvContentPartPr/>
                <p14:nvPr/>
              </p14:nvContentPartPr>
              <p14:xfrm>
                <a:off x="11194178" y="3900231"/>
                <a:ext cx="7920" cy="124920"/>
              </p14:xfrm>
            </p:contentPart>
          </mc:Choice>
          <mc:Fallback xmlns="">
            <p:pic>
              <p:nvPicPr>
                <p:cNvPr id="22" name="Ink 21">
                  <a:extLst>
                    <a:ext uri="{FF2B5EF4-FFF2-40B4-BE49-F238E27FC236}">
                      <a16:creationId xmlns:a16="http://schemas.microsoft.com/office/drawing/2014/main" id="{A7627427-CF2C-368F-24E8-F888D515DDFB}"/>
                    </a:ext>
                  </a:extLst>
                </p:cNvPr>
                <p:cNvPicPr/>
                <p:nvPr/>
              </p:nvPicPr>
              <p:blipFill>
                <a:blip r:embed="rId35"/>
                <a:stretch>
                  <a:fillRect/>
                </a:stretch>
              </p:blipFill>
              <p:spPr>
                <a:xfrm>
                  <a:off x="11185538" y="3891231"/>
                  <a:ext cx="255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AE438232-D8EB-1F9B-0CA3-18A17981D6B1}"/>
                    </a:ext>
                  </a:extLst>
                </p14:cNvPr>
                <p14:cNvContentPartPr/>
                <p14:nvPr/>
              </p14:nvContentPartPr>
              <p14:xfrm>
                <a:off x="11207138" y="3858111"/>
                <a:ext cx="144720" cy="186120"/>
              </p14:xfrm>
            </p:contentPart>
          </mc:Choice>
          <mc:Fallback xmlns="">
            <p:pic>
              <p:nvPicPr>
                <p:cNvPr id="23" name="Ink 22">
                  <a:extLst>
                    <a:ext uri="{FF2B5EF4-FFF2-40B4-BE49-F238E27FC236}">
                      <a16:creationId xmlns:a16="http://schemas.microsoft.com/office/drawing/2014/main" id="{AE438232-D8EB-1F9B-0CA3-18A17981D6B1}"/>
                    </a:ext>
                  </a:extLst>
                </p:cNvPr>
                <p:cNvPicPr/>
                <p:nvPr/>
              </p:nvPicPr>
              <p:blipFill>
                <a:blip r:embed="rId37"/>
                <a:stretch>
                  <a:fillRect/>
                </a:stretch>
              </p:blipFill>
              <p:spPr>
                <a:xfrm>
                  <a:off x="11198498" y="3849111"/>
                  <a:ext cx="162360" cy="203760"/>
                </a:xfrm>
                <a:prstGeom prst="rect">
                  <a:avLst/>
                </a:prstGeom>
              </p:spPr>
            </p:pic>
          </mc:Fallback>
        </mc:AlternateContent>
      </p:grpSp>
      <p:grpSp>
        <p:nvGrpSpPr>
          <p:cNvPr id="39" name="Group 38">
            <a:extLst>
              <a:ext uri="{FF2B5EF4-FFF2-40B4-BE49-F238E27FC236}">
                <a16:creationId xmlns:a16="http://schemas.microsoft.com/office/drawing/2014/main" id="{0CBD607C-A9A1-BD69-B11C-98017BF2708E}"/>
              </a:ext>
            </a:extLst>
          </p:cNvPr>
          <p:cNvGrpSpPr/>
          <p:nvPr/>
        </p:nvGrpSpPr>
        <p:grpSpPr>
          <a:xfrm>
            <a:off x="6577178" y="4199031"/>
            <a:ext cx="1506240" cy="583920"/>
            <a:chOff x="6577178" y="4199031"/>
            <a:chExt cx="1506240" cy="583920"/>
          </a:xfrm>
        </p:grpSpPr>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AF85DC17-2CA8-F3C0-77CA-75E421CB0D2B}"/>
                    </a:ext>
                  </a:extLst>
                </p14:cNvPr>
                <p14:cNvContentPartPr/>
                <p14:nvPr/>
              </p14:nvContentPartPr>
              <p14:xfrm>
                <a:off x="6586538" y="4224951"/>
                <a:ext cx="1496880" cy="67320"/>
              </p14:xfrm>
            </p:contentPart>
          </mc:Choice>
          <mc:Fallback xmlns="">
            <p:pic>
              <p:nvPicPr>
                <p:cNvPr id="33" name="Ink 32">
                  <a:extLst>
                    <a:ext uri="{FF2B5EF4-FFF2-40B4-BE49-F238E27FC236}">
                      <a16:creationId xmlns:a16="http://schemas.microsoft.com/office/drawing/2014/main" id="{AF85DC17-2CA8-F3C0-77CA-75E421CB0D2B}"/>
                    </a:ext>
                  </a:extLst>
                </p:cNvPr>
                <p:cNvPicPr/>
                <p:nvPr/>
              </p:nvPicPr>
              <p:blipFill>
                <a:blip r:embed="rId39"/>
                <a:stretch>
                  <a:fillRect/>
                </a:stretch>
              </p:blipFill>
              <p:spPr>
                <a:xfrm>
                  <a:off x="6577538" y="4216311"/>
                  <a:ext cx="151452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id="{4545D37F-84C1-EF10-A325-624B4A4C6861}"/>
                    </a:ext>
                  </a:extLst>
                </p14:cNvPr>
                <p14:cNvContentPartPr/>
                <p14:nvPr/>
              </p14:nvContentPartPr>
              <p14:xfrm>
                <a:off x="6577178" y="4199031"/>
                <a:ext cx="188640" cy="205920"/>
              </p14:xfrm>
            </p:contentPart>
          </mc:Choice>
          <mc:Fallback xmlns="">
            <p:pic>
              <p:nvPicPr>
                <p:cNvPr id="34" name="Ink 33">
                  <a:extLst>
                    <a:ext uri="{FF2B5EF4-FFF2-40B4-BE49-F238E27FC236}">
                      <a16:creationId xmlns:a16="http://schemas.microsoft.com/office/drawing/2014/main" id="{4545D37F-84C1-EF10-A325-624B4A4C6861}"/>
                    </a:ext>
                  </a:extLst>
                </p:cNvPr>
                <p:cNvPicPr/>
                <p:nvPr/>
              </p:nvPicPr>
              <p:blipFill>
                <a:blip r:embed="rId41"/>
                <a:stretch>
                  <a:fillRect/>
                </a:stretch>
              </p:blipFill>
              <p:spPr>
                <a:xfrm>
                  <a:off x="6568178" y="4190391"/>
                  <a:ext cx="2062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5" name="Ink 34">
                  <a:extLst>
                    <a:ext uri="{FF2B5EF4-FFF2-40B4-BE49-F238E27FC236}">
                      <a16:creationId xmlns:a16="http://schemas.microsoft.com/office/drawing/2014/main" id="{AB221EC6-AE8D-C8D1-370C-E5E65F710794}"/>
                    </a:ext>
                  </a:extLst>
                </p14:cNvPr>
                <p14:cNvContentPartPr/>
                <p14:nvPr/>
              </p14:nvContentPartPr>
              <p14:xfrm>
                <a:off x="6936818" y="4427271"/>
                <a:ext cx="128520" cy="355680"/>
              </p14:xfrm>
            </p:contentPart>
          </mc:Choice>
          <mc:Fallback xmlns="">
            <p:pic>
              <p:nvPicPr>
                <p:cNvPr id="35" name="Ink 34">
                  <a:extLst>
                    <a:ext uri="{FF2B5EF4-FFF2-40B4-BE49-F238E27FC236}">
                      <a16:creationId xmlns:a16="http://schemas.microsoft.com/office/drawing/2014/main" id="{AB221EC6-AE8D-C8D1-370C-E5E65F710794}"/>
                    </a:ext>
                  </a:extLst>
                </p:cNvPr>
                <p:cNvPicPr/>
                <p:nvPr/>
              </p:nvPicPr>
              <p:blipFill>
                <a:blip r:embed="rId43"/>
                <a:stretch>
                  <a:fillRect/>
                </a:stretch>
              </p:blipFill>
              <p:spPr>
                <a:xfrm>
                  <a:off x="6928178" y="4418271"/>
                  <a:ext cx="14616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Ink 35">
                  <a:extLst>
                    <a:ext uri="{FF2B5EF4-FFF2-40B4-BE49-F238E27FC236}">
                      <a16:creationId xmlns:a16="http://schemas.microsoft.com/office/drawing/2014/main" id="{563186B5-9492-80E3-A3F1-413224CD2E31}"/>
                    </a:ext>
                  </a:extLst>
                </p14:cNvPr>
                <p14:cNvContentPartPr/>
                <p14:nvPr/>
              </p14:nvContentPartPr>
              <p14:xfrm>
                <a:off x="6843938" y="4637151"/>
                <a:ext cx="131400" cy="26640"/>
              </p14:xfrm>
            </p:contentPart>
          </mc:Choice>
          <mc:Fallback xmlns="">
            <p:pic>
              <p:nvPicPr>
                <p:cNvPr id="36" name="Ink 35">
                  <a:extLst>
                    <a:ext uri="{FF2B5EF4-FFF2-40B4-BE49-F238E27FC236}">
                      <a16:creationId xmlns:a16="http://schemas.microsoft.com/office/drawing/2014/main" id="{563186B5-9492-80E3-A3F1-413224CD2E31}"/>
                    </a:ext>
                  </a:extLst>
                </p:cNvPr>
                <p:cNvPicPr/>
                <p:nvPr/>
              </p:nvPicPr>
              <p:blipFill>
                <a:blip r:embed="rId45"/>
                <a:stretch>
                  <a:fillRect/>
                </a:stretch>
              </p:blipFill>
              <p:spPr>
                <a:xfrm>
                  <a:off x="6835298" y="4628151"/>
                  <a:ext cx="1490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 name="Ink 36">
                  <a:extLst>
                    <a:ext uri="{FF2B5EF4-FFF2-40B4-BE49-F238E27FC236}">
                      <a16:creationId xmlns:a16="http://schemas.microsoft.com/office/drawing/2014/main" id="{6607D61A-989D-3A40-49D6-D012E762D158}"/>
                    </a:ext>
                  </a:extLst>
                </p14:cNvPr>
                <p14:cNvContentPartPr/>
                <p14:nvPr/>
              </p14:nvContentPartPr>
              <p14:xfrm>
                <a:off x="7072178" y="4602591"/>
                <a:ext cx="121680" cy="169560"/>
              </p14:xfrm>
            </p:contentPart>
          </mc:Choice>
          <mc:Fallback xmlns="">
            <p:pic>
              <p:nvPicPr>
                <p:cNvPr id="37" name="Ink 36">
                  <a:extLst>
                    <a:ext uri="{FF2B5EF4-FFF2-40B4-BE49-F238E27FC236}">
                      <a16:creationId xmlns:a16="http://schemas.microsoft.com/office/drawing/2014/main" id="{6607D61A-989D-3A40-49D6-D012E762D158}"/>
                    </a:ext>
                  </a:extLst>
                </p:cNvPr>
                <p:cNvPicPr/>
                <p:nvPr/>
              </p:nvPicPr>
              <p:blipFill>
                <a:blip r:embed="rId47"/>
                <a:stretch>
                  <a:fillRect/>
                </a:stretch>
              </p:blipFill>
              <p:spPr>
                <a:xfrm>
                  <a:off x="7063178" y="4593591"/>
                  <a:ext cx="1393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6392D6E7-5A51-C2C7-02AF-F4C2A6634806}"/>
                    </a:ext>
                  </a:extLst>
                </p14:cNvPr>
                <p14:cNvContentPartPr/>
                <p14:nvPr/>
              </p14:nvContentPartPr>
              <p14:xfrm>
                <a:off x="6919898" y="4668111"/>
                <a:ext cx="68040" cy="13320"/>
              </p14:xfrm>
            </p:contentPart>
          </mc:Choice>
          <mc:Fallback xmlns="">
            <p:pic>
              <p:nvPicPr>
                <p:cNvPr id="38" name="Ink 37">
                  <a:extLst>
                    <a:ext uri="{FF2B5EF4-FFF2-40B4-BE49-F238E27FC236}">
                      <a16:creationId xmlns:a16="http://schemas.microsoft.com/office/drawing/2014/main" id="{6392D6E7-5A51-C2C7-02AF-F4C2A6634806}"/>
                    </a:ext>
                  </a:extLst>
                </p:cNvPr>
                <p:cNvPicPr/>
                <p:nvPr/>
              </p:nvPicPr>
              <p:blipFill>
                <a:blip r:embed="rId49"/>
                <a:stretch>
                  <a:fillRect/>
                </a:stretch>
              </p:blipFill>
              <p:spPr>
                <a:xfrm>
                  <a:off x="6911258" y="4659471"/>
                  <a:ext cx="85680" cy="30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365F7781-BD63-DABC-129D-E78DF49B2A65}"/>
                  </a:ext>
                </a:extLst>
              </p14:cNvPr>
              <p14:cNvContentPartPr/>
              <p14:nvPr/>
            </p14:nvContentPartPr>
            <p14:xfrm>
              <a:off x="7964258" y="3257271"/>
              <a:ext cx="180720" cy="992160"/>
            </p14:xfrm>
          </p:contentPart>
        </mc:Choice>
        <mc:Fallback xmlns="">
          <p:pic>
            <p:nvPicPr>
              <p:cNvPr id="40" name="Ink 39">
                <a:extLst>
                  <a:ext uri="{FF2B5EF4-FFF2-40B4-BE49-F238E27FC236}">
                    <a16:creationId xmlns:a16="http://schemas.microsoft.com/office/drawing/2014/main" id="{365F7781-BD63-DABC-129D-E78DF49B2A65}"/>
                  </a:ext>
                </a:extLst>
              </p:cNvPr>
              <p:cNvPicPr/>
              <p:nvPr/>
            </p:nvPicPr>
            <p:blipFill>
              <a:blip r:embed="rId51"/>
              <a:stretch>
                <a:fillRect/>
              </a:stretch>
            </p:blipFill>
            <p:spPr>
              <a:xfrm>
                <a:off x="7946258" y="3239271"/>
                <a:ext cx="216360" cy="1027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26DB239C-B725-39C9-FB10-CE1CD82B139D}"/>
                  </a:ext>
                </a:extLst>
              </p14:cNvPr>
              <p14:cNvContentPartPr/>
              <p14:nvPr/>
            </p14:nvContentPartPr>
            <p14:xfrm>
              <a:off x="8296178" y="3163311"/>
              <a:ext cx="147960" cy="215280"/>
            </p14:xfrm>
          </p:contentPart>
        </mc:Choice>
        <mc:Fallback xmlns="">
          <p:pic>
            <p:nvPicPr>
              <p:cNvPr id="41" name="Ink 40">
                <a:extLst>
                  <a:ext uri="{FF2B5EF4-FFF2-40B4-BE49-F238E27FC236}">
                    <a16:creationId xmlns:a16="http://schemas.microsoft.com/office/drawing/2014/main" id="{26DB239C-B725-39C9-FB10-CE1CD82B139D}"/>
                  </a:ext>
                </a:extLst>
              </p:cNvPr>
              <p:cNvPicPr/>
              <p:nvPr/>
            </p:nvPicPr>
            <p:blipFill>
              <a:blip r:embed="rId53"/>
              <a:stretch>
                <a:fillRect/>
              </a:stretch>
            </p:blipFill>
            <p:spPr>
              <a:xfrm>
                <a:off x="8278178" y="3145311"/>
                <a:ext cx="1836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1BFD696F-1C1A-96E9-C7DD-95F34E0C8BF0}"/>
                  </a:ext>
                </a:extLst>
              </p14:cNvPr>
              <p14:cNvContentPartPr/>
              <p14:nvPr/>
            </p14:nvContentPartPr>
            <p14:xfrm>
              <a:off x="8264858" y="3049911"/>
              <a:ext cx="314280" cy="7200"/>
            </p14:xfrm>
          </p:contentPart>
        </mc:Choice>
        <mc:Fallback xmlns="">
          <p:pic>
            <p:nvPicPr>
              <p:cNvPr id="42" name="Ink 41">
                <a:extLst>
                  <a:ext uri="{FF2B5EF4-FFF2-40B4-BE49-F238E27FC236}">
                    <a16:creationId xmlns:a16="http://schemas.microsoft.com/office/drawing/2014/main" id="{1BFD696F-1C1A-96E9-C7DD-95F34E0C8BF0}"/>
                  </a:ext>
                </a:extLst>
              </p:cNvPr>
              <p:cNvPicPr/>
              <p:nvPr/>
            </p:nvPicPr>
            <p:blipFill>
              <a:blip r:embed="rId55"/>
              <a:stretch>
                <a:fillRect/>
              </a:stretch>
            </p:blipFill>
            <p:spPr>
              <a:xfrm>
                <a:off x="8247218" y="3032271"/>
                <a:ext cx="34992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3" name="Ink 42">
                <a:extLst>
                  <a:ext uri="{FF2B5EF4-FFF2-40B4-BE49-F238E27FC236}">
                    <a16:creationId xmlns:a16="http://schemas.microsoft.com/office/drawing/2014/main" id="{05278165-7D92-EACC-541E-B1C19675F8B5}"/>
                  </a:ext>
                </a:extLst>
              </p14:cNvPr>
              <p14:cNvContentPartPr/>
              <p14:nvPr/>
            </p14:nvContentPartPr>
            <p14:xfrm>
              <a:off x="8538818" y="3015711"/>
              <a:ext cx="34200" cy="49680"/>
            </p14:xfrm>
          </p:contentPart>
        </mc:Choice>
        <mc:Fallback xmlns="">
          <p:pic>
            <p:nvPicPr>
              <p:cNvPr id="43" name="Ink 42">
                <a:extLst>
                  <a:ext uri="{FF2B5EF4-FFF2-40B4-BE49-F238E27FC236}">
                    <a16:creationId xmlns:a16="http://schemas.microsoft.com/office/drawing/2014/main" id="{05278165-7D92-EACC-541E-B1C19675F8B5}"/>
                  </a:ext>
                </a:extLst>
              </p:cNvPr>
              <p:cNvPicPr/>
              <p:nvPr/>
            </p:nvPicPr>
            <p:blipFill>
              <a:blip r:embed="rId57"/>
              <a:stretch>
                <a:fillRect/>
              </a:stretch>
            </p:blipFill>
            <p:spPr>
              <a:xfrm>
                <a:off x="8521178" y="2997711"/>
                <a:ext cx="69840" cy="85320"/>
              </a:xfrm>
              <a:prstGeom prst="rect">
                <a:avLst/>
              </a:prstGeom>
            </p:spPr>
          </p:pic>
        </mc:Fallback>
      </mc:AlternateContent>
      <p:grpSp>
        <p:nvGrpSpPr>
          <p:cNvPr id="58" name="Group 57">
            <a:extLst>
              <a:ext uri="{FF2B5EF4-FFF2-40B4-BE49-F238E27FC236}">
                <a16:creationId xmlns:a16="http://schemas.microsoft.com/office/drawing/2014/main" id="{A11BCC6C-7722-3DAC-A80B-E56E351A5ACE}"/>
              </a:ext>
            </a:extLst>
          </p:cNvPr>
          <p:cNvGrpSpPr/>
          <p:nvPr/>
        </p:nvGrpSpPr>
        <p:grpSpPr>
          <a:xfrm>
            <a:off x="8071538" y="4226391"/>
            <a:ext cx="1684080" cy="1071000"/>
            <a:chOff x="8071538" y="4226391"/>
            <a:chExt cx="1684080" cy="1071000"/>
          </a:xfrm>
        </p:grpSpPr>
        <mc:AlternateContent xmlns:mc="http://schemas.openxmlformats.org/markup-compatibility/2006" xmlns:p14="http://schemas.microsoft.com/office/powerpoint/2010/main">
          <mc:Choice Requires="p14">
            <p:contentPart p14:bwMode="auto" r:id="rId58">
              <p14:nvContentPartPr>
                <p14:cNvPr id="44" name="Ink 43">
                  <a:extLst>
                    <a:ext uri="{FF2B5EF4-FFF2-40B4-BE49-F238E27FC236}">
                      <a16:creationId xmlns:a16="http://schemas.microsoft.com/office/drawing/2014/main" id="{48A9E11C-B5F7-7513-2675-6D3A657AAC91}"/>
                    </a:ext>
                  </a:extLst>
                </p14:cNvPr>
                <p14:cNvContentPartPr/>
                <p14:nvPr/>
              </p14:nvContentPartPr>
              <p14:xfrm>
                <a:off x="8071538" y="4226391"/>
                <a:ext cx="83880" cy="971640"/>
              </p14:xfrm>
            </p:contentPart>
          </mc:Choice>
          <mc:Fallback xmlns="">
            <p:pic>
              <p:nvPicPr>
                <p:cNvPr id="44" name="Ink 43">
                  <a:extLst>
                    <a:ext uri="{FF2B5EF4-FFF2-40B4-BE49-F238E27FC236}">
                      <a16:creationId xmlns:a16="http://schemas.microsoft.com/office/drawing/2014/main" id="{48A9E11C-B5F7-7513-2675-6D3A657AAC91}"/>
                    </a:ext>
                  </a:extLst>
                </p:cNvPr>
                <p:cNvPicPr/>
                <p:nvPr/>
              </p:nvPicPr>
              <p:blipFill>
                <a:blip r:embed="rId59"/>
                <a:stretch>
                  <a:fillRect/>
                </a:stretch>
              </p:blipFill>
              <p:spPr>
                <a:xfrm>
                  <a:off x="8053538" y="4208751"/>
                  <a:ext cx="119520" cy="1007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5" name="Ink 44">
                  <a:extLst>
                    <a:ext uri="{FF2B5EF4-FFF2-40B4-BE49-F238E27FC236}">
                      <a16:creationId xmlns:a16="http://schemas.microsoft.com/office/drawing/2014/main" id="{C6942985-D585-4069-9650-83A346639562}"/>
                    </a:ext>
                  </a:extLst>
                </p14:cNvPr>
                <p14:cNvContentPartPr/>
                <p14:nvPr/>
              </p14:nvContentPartPr>
              <p14:xfrm>
                <a:off x="8073698" y="5076711"/>
                <a:ext cx="147960" cy="128880"/>
              </p14:xfrm>
            </p:contentPart>
          </mc:Choice>
          <mc:Fallback xmlns="">
            <p:pic>
              <p:nvPicPr>
                <p:cNvPr id="45" name="Ink 44">
                  <a:extLst>
                    <a:ext uri="{FF2B5EF4-FFF2-40B4-BE49-F238E27FC236}">
                      <a16:creationId xmlns:a16="http://schemas.microsoft.com/office/drawing/2014/main" id="{C6942985-D585-4069-9650-83A346639562}"/>
                    </a:ext>
                  </a:extLst>
                </p:cNvPr>
                <p:cNvPicPr/>
                <p:nvPr/>
              </p:nvPicPr>
              <p:blipFill>
                <a:blip r:embed="rId61"/>
                <a:stretch>
                  <a:fillRect/>
                </a:stretch>
              </p:blipFill>
              <p:spPr>
                <a:xfrm>
                  <a:off x="8055698" y="5059071"/>
                  <a:ext cx="1836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6" name="Ink 45">
                  <a:extLst>
                    <a:ext uri="{FF2B5EF4-FFF2-40B4-BE49-F238E27FC236}">
                      <a16:creationId xmlns:a16="http://schemas.microsoft.com/office/drawing/2014/main" id="{FB783293-1D96-ECE4-FB82-6259AE16F12E}"/>
                    </a:ext>
                  </a:extLst>
                </p14:cNvPr>
                <p14:cNvContentPartPr/>
                <p14:nvPr/>
              </p14:nvContentPartPr>
              <p14:xfrm>
                <a:off x="8508218" y="4884831"/>
                <a:ext cx="160560" cy="219600"/>
              </p14:xfrm>
            </p:contentPart>
          </mc:Choice>
          <mc:Fallback xmlns="">
            <p:pic>
              <p:nvPicPr>
                <p:cNvPr id="46" name="Ink 45">
                  <a:extLst>
                    <a:ext uri="{FF2B5EF4-FFF2-40B4-BE49-F238E27FC236}">
                      <a16:creationId xmlns:a16="http://schemas.microsoft.com/office/drawing/2014/main" id="{FB783293-1D96-ECE4-FB82-6259AE16F12E}"/>
                    </a:ext>
                  </a:extLst>
                </p:cNvPr>
                <p:cNvPicPr/>
                <p:nvPr/>
              </p:nvPicPr>
              <p:blipFill>
                <a:blip r:embed="rId63"/>
                <a:stretch>
                  <a:fillRect/>
                </a:stretch>
              </p:blipFill>
              <p:spPr>
                <a:xfrm>
                  <a:off x="8490218" y="4866831"/>
                  <a:ext cx="19620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7" name="Ink 46">
                  <a:extLst>
                    <a:ext uri="{FF2B5EF4-FFF2-40B4-BE49-F238E27FC236}">
                      <a16:creationId xmlns:a16="http://schemas.microsoft.com/office/drawing/2014/main" id="{3BEA3BB2-220B-2F9A-E1E8-9055AD3C3DBF}"/>
                    </a:ext>
                  </a:extLst>
                </p14:cNvPr>
                <p14:cNvContentPartPr/>
                <p14:nvPr/>
              </p14:nvContentPartPr>
              <p14:xfrm>
                <a:off x="8534498" y="5018751"/>
                <a:ext cx="167760" cy="12960"/>
              </p14:xfrm>
            </p:contentPart>
          </mc:Choice>
          <mc:Fallback xmlns="">
            <p:pic>
              <p:nvPicPr>
                <p:cNvPr id="47" name="Ink 46">
                  <a:extLst>
                    <a:ext uri="{FF2B5EF4-FFF2-40B4-BE49-F238E27FC236}">
                      <a16:creationId xmlns:a16="http://schemas.microsoft.com/office/drawing/2014/main" id="{3BEA3BB2-220B-2F9A-E1E8-9055AD3C3DBF}"/>
                    </a:ext>
                  </a:extLst>
                </p:cNvPr>
                <p:cNvPicPr/>
                <p:nvPr/>
              </p:nvPicPr>
              <p:blipFill>
                <a:blip r:embed="rId65"/>
                <a:stretch>
                  <a:fillRect/>
                </a:stretch>
              </p:blipFill>
              <p:spPr>
                <a:xfrm>
                  <a:off x="8516498" y="5000751"/>
                  <a:ext cx="2034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0E89AE95-5227-60A1-AA4D-F300CCAE094F}"/>
                    </a:ext>
                  </a:extLst>
                </p14:cNvPr>
                <p14:cNvContentPartPr/>
                <p14:nvPr/>
              </p14:nvContentPartPr>
              <p14:xfrm>
                <a:off x="8611898" y="5006511"/>
                <a:ext cx="181080" cy="290880"/>
              </p14:xfrm>
            </p:contentPart>
          </mc:Choice>
          <mc:Fallback xmlns="">
            <p:pic>
              <p:nvPicPr>
                <p:cNvPr id="51" name="Ink 50">
                  <a:extLst>
                    <a:ext uri="{FF2B5EF4-FFF2-40B4-BE49-F238E27FC236}">
                      <a16:creationId xmlns:a16="http://schemas.microsoft.com/office/drawing/2014/main" id="{0E89AE95-5227-60A1-AA4D-F300CCAE094F}"/>
                    </a:ext>
                  </a:extLst>
                </p:cNvPr>
                <p:cNvPicPr/>
                <p:nvPr/>
              </p:nvPicPr>
              <p:blipFill>
                <a:blip r:embed="rId67"/>
                <a:stretch>
                  <a:fillRect/>
                </a:stretch>
              </p:blipFill>
              <p:spPr>
                <a:xfrm>
                  <a:off x="8594258" y="4988871"/>
                  <a:ext cx="21672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C59159D3-40C8-9B67-B994-485E2C8E6AAD}"/>
                    </a:ext>
                  </a:extLst>
                </p14:cNvPr>
                <p14:cNvContentPartPr/>
                <p14:nvPr/>
              </p14:nvContentPartPr>
              <p14:xfrm>
                <a:off x="8446298" y="4792671"/>
                <a:ext cx="294480" cy="5400"/>
              </p14:xfrm>
            </p:contentPart>
          </mc:Choice>
          <mc:Fallback xmlns="">
            <p:pic>
              <p:nvPicPr>
                <p:cNvPr id="52" name="Ink 51">
                  <a:extLst>
                    <a:ext uri="{FF2B5EF4-FFF2-40B4-BE49-F238E27FC236}">
                      <a16:creationId xmlns:a16="http://schemas.microsoft.com/office/drawing/2014/main" id="{C59159D3-40C8-9B67-B994-485E2C8E6AAD}"/>
                    </a:ext>
                  </a:extLst>
                </p:cNvPr>
                <p:cNvPicPr/>
                <p:nvPr/>
              </p:nvPicPr>
              <p:blipFill>
                <a:blip r:embed="rId69"/>
                <a:stretch>
                  <a:fillRect/>
                </a:stretch>
              </p:blipFill>
              <p:spPr>
                <a:xfrm>
                  <a:off x="8428658" y="4775031"/>
                  <a:ext cx="3301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B9B2B8A1-1D15-75BC-8A91-211EA503CD1E}"/>
                    </a:ext>
                  </a:extLst>
                </p14:cNvPr>
                <p14:cNvContentPartPr/>
                <p14:nvPr/>
              </p14:nvContentPartPr>
              <p14:xfrm>
                <a:off x="8665538" y="4769991"/>
                <a:ext cx="60120" cy="33480"/>
              </p14:xfrm>
            </p:contentPart>
          </mc:Choice>
          <mc:Fallback xmlns="">
            <p:pic>
              <p:nvPicPr>
                <p:cNvPr id="53" name="Ink 52">
                  <a:extLst>
                    <a:ext uri="{FF2B5EF4-FFF2-40B4-BE49-F238E27FC236}">
                      <a16:creationId xmlns:a16="http://schemas.microsoft.com/office/drawing/2014/main" id="{B9B2B8A1-1D15-75BC-8A91-211EA503CD1E}"/>
                    </a:ext>
                  </a:extLst>
                </p:cNvPr>
                <p:cNvPicPr/>
                <p:nvPr/>
              </p:nvPicPr>
              <p:blipFill>
                <a:blip r:embed="rId71"/>
                <a:stretch>
                  <a:fillRect/>
                </a:stretch>
              </p:blipFill>
              <p:spPr>
                <a:xfrm>
                  <a:off x="8647898" y="4751991"/>
                  <a:ext cx="957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4" name="Ink 53">
                  <a:extLst>
                    <a:ext uri="{FF2B5EF4-FFF2-40B4-BE49-F238E27FC236}">
                      <a16:creationId xmlns:a16="http://schemas.microsoft.com/office/drawing/2014/main" id="{16CB5DBE-6C5E-294C-074E-A9ECDC846F44}"/>
                    </a:ext>
                  </a:extLst>
                </p14:cNvPr>
                <p14:cNvContentPartPr/>
                <p14:nvPr/>
              </p14:nvContentPartPr>
              <p14:xfrm>
                <a:off x="9009698" y="4917591"/>
                <a:ext cx="117360" cy="11880"/>
              </p14:xfrm>
            </p:contentPart>
          </mc:Choice>
          <mc:Fallback xmlns="">
            <p:pic>
              <p:nvPicPr>
                <p:cNvPr id="54" name="Ink 53">
                  <a:extLst>
                    <a:ext uri="{FF2B5EF4-FFF2-40B4-BE49-F238E27FC236}">
                      <a16:creationId xmlns:a16="http://schemas.microsoft.com/office/drawing/2014/main" id="{16CB5DBE-6C5E-294C-074E-A9ECDC846F44}"/>
                    </a:ext>
                  </a:extLst>
                </p:cNvPr>
                <p:cNvPicPr/>
                <p:nvPr/>
              </p:nvPicPr>
              <p:blipFill>
                <a:blip r:embed="rId73"/>
                <a:stretch>
                  <a:fillRect/>
                </a:stretch>
              </p:blipFill>
              <p:spPr>
                <a:xfrm>
                  <a:off x="8991698" y="4899591"/>
                  <a:ext cx="153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5" name="Ink 54">
                  <a:extLst>
                    <a:ext uri="{FF2B5EF4-FFF2-40B4-BE49-F238E27FC236}">
                      <a16:creationId xmlns:a16="http://schemas.microsoft.com/office/drawing/2014/main" id="{85AD1300-9320-ACAE-2A38-1116A004A17E}"/>
                    </a:ext>
                  </a:extLst>
                </p14:cNvPr>
                <p14:cNvContentPartPr/>
                <p14:nvPr/>
              </p14:nvContentPartPr>
              <p14:xfrm>
                <a:off x="8980178" y="4992831"/>
                <a:ext cx="76320" cy="14400"/>
              </p14:xfrm>
            </p:contentPart>
          </mc:Choice>
          <mc:Fallback xmlns="">
            <p:pic>
              <p:nvPicPr>
                <p:cNvPr id="55" name="Ink 54">
                  <a:extLst>
                    <a:ext uri="{FF2B5EF4-FFF2-40B4-BE49-F238E27FC236}">
                      <a16:creationId xmlns:a16="http://schemas.microsoft.com/office/drawing/2014/main" id="{85AD1300-9320-ACAE-2A38-1116A004A17E}"/>
                    </a:ext>
                  </a:extLst>
                </p:cNvPr>
                <p:cNvPicPr/>
                <p:nvPr/>
              </p:nvPicPr>
              <p:blipFill>
                <a:blip r:embed="rId75"/>
                <a:stretch>
                  <a:fillRect/>
                </a:stretch>
              </p:blipFill>
              <p:spPr>
                <a:xfrm>
                  <a:off x="8962178" y="4975191"/>
                  <a:ext cx="11196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6" name="Ink 55">
                  <a:extLst>
                    <a:ext uri="{FF2B5EF4-FFF2-40B4-BE49-F238E27FC236}">
                      <a16:creationId xmlns:a16="http://schemas.microsoft.com/office/drawing/2014/main" id="{5DE28BAD-0AD2-C5E0-968B-6E968194ECF1}"/>
                    </a:ext>
                  </a:extLst>
                </p14:cNvPr>
                <p14:cNvContentPartPr/>
                <p14:nvPr/>
              </p14:nvContentPartPr>
              <p14:xfrm>
                <a:off x="9214898" y="4846671"/>
                <a:ext cx="284040" cy="153000"/>
              </p14:xfrm>
            </p:contentPart>
          </mc:Choice>
          <mc:Fallback xmlns="">
            <p:pic>
              <p:nvPicPr>
                <p:cNvPr id="56" name="Ink 55">
                  <a:extLst>
                    <a:ext uri="{FF2B5EF4-FFF2-40B4-BE49-F238E27FC236}">
                      <a16:creationId xmlns:a16="http://schemas.microsoft.com/office/drawing/2014/main" id="{5DE28BAD-0AD2-C5E0-968B-6E968194ECF1}"/>
                    </a:ext>
                  </a:extLst>
                </p:cNvPr>
                <p:cNvPicPr/>
                <p:nvPr/>
              </p:nvPicPr>
              <p:blipFill>
                <a:blip r:embed="rId77"/>
                <a:stretch>
                  <a:fillRect/>
                </a:stretch>
              </p:blipFill>
              <p:spPr>
                <a:xfrm>
                  <a:off x="9196898" y="4829031"/>
                  <a:ext cx="3196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7" name="Ink 56">
                  <a:extLst>
                    <a:ext uri="{FF2B5EF4-FFF2-40B4-BE49-F238E27FC236}">
                      <a16:creationId xmlns:a16="http://schemas.microsoft.com/office/drawing/2014/main" id="{BE7104BF-4507-6B29-3298-D79A4BB187FD}"/>
                    </a:ext>
                  </a:extLst>
                </p14:cNvPr>
                <p14:cNvContentPartPr/>
                <p14:nvPr/>
              </p14:nvContentPartPr>
              <p14:xfrm>
                <a:off x="9451418" y="4839111"/>
                <a:ext cx="304200" cy="416520"/>
              </p14:xfrm>
            </p:contentPart>
          </mc:Choice>
          <mc:Fallback xmlns="">
            <p:pic>
              <p:nvPicPr>
                <p:cNvPr id="57" name="Ink 56">
                  <a:extLst>
                    <a:ext uri="{FF2B5EF4-FFF2-40B4-BE49-F238E27FC236}">
                      <a16:creationId xmlns:a16="http://schemas.microsoft.com/office/drawing/2014/main" id="{BE7104BF-4507-6B29-3298-D79A4BB187FD}"/>
                    </a:ext>
                  </a:extLst>
                </p:cNvPr>
                <p:cNvPicPr/>
                <p:nvPr/>
              </p:nvPicPr>
              <p:blipFill>
                <a:blip r:embed="rId79"/>
                <a:stretch>
                  <a:fillRect/>
                </a:stretch>
              </p:blipFill>
              <p:spPr>
                <a:xfrm>
                  <a:off x="9433778" y="4821111"/>
                  <a:ext cx="339840" cy="452160"/>
                </a:xfrm>
                <a:prstGeom prst="rect">
                  <a:avLst/>
                </a:prstGeom>
              </p:spPr>
            </p:pic>
          </mc:Fallback>
        </mc:AlternateContent>
      </p:grpSp>
      <p:grpSp>
        <p:nvGrpSpPr>
          <p:cNvPr id="172" name="Group 171">
            <a:extLst>
              <a:ext uri="{FF2B5EF4-FFF2-40B4-BE49-F238E27FC236}">
                <a16:creationId xmlns:a16="http://schemas.microsoft.com/office/drawing/2014/main" id="{272914E0-AF65-7268-5BD1-08E01F187280}"/>
              </a:ext>
            </a:extLst>
          </p:cNvPr>
          <p:cNvGrpSpPr/>
          <p:nvPr/>
        </p:nvGrpSpPr>
        <p:grpSpPr>
          <a:xfrm>
            <a:off x="3821378" y="4698351"/>
            <a:ext cx="2900160" cy="1348200"/>
            <a:chOff x="3821378" y="4698351"/>
            <a:chExt cx="2900160" cy="1348200"/>
          </a:xfrm>
        </p:grpSpPr>
        <mc:AlternateContent xmlns:mc="http://schemas.openxmlformats.org/markup-compatibility/2006" xmlns:p14="http://schemas.microsoft.com/office/powerpoint/2010/main">
          <mc:Choice Requires="p14">
            <p:contentPart p14:bwMode="auto" r:id="rId80">
              <p14:nvContentPartPr>
                <p14:cNvPr id="121" name="Ink 120">
                  <a:extLst>
                    <a:ext uri="{FF2B5EF4-FFF2-40B4-BE49-F238E27FC236}">
                      <a16:creationId xmlns:a16="http://schemas.microsoft.com/office/drawing/2014/main" id="{B2C7E0BC-9E13-D20C-DE76-6A9B98AAF467}"/>
                    </a:ext>
                  </a:extLst>
                </p14:cNvPr>
                <p14:cNvContentPartPr/>
                <p14:nvPr/>
              </p14:nvContentPartPr>
              <p14:xfrm>
                <a:off x="4112258" y="4789791"/>
                <a:ext cx="110520" cy="394200"/>
              </p14:xfrm>
            </p:contentPart>
          </mc:Choice>
          <mc:Fallback xmlns="">
            <p:pic>
              <p:nvPicPr>
                <p:cNvPr id="121" name="Ink 120">
                  <a:extLst>
                    <a:ext uri="{FF2B5EF4-FFF2-40B4-BE49-F238E27FC236}">
                      <a16:creationId xmlns:a16="http://schemas.microsoft.com/office/drawing/2014/main" id="{B2C7E0BC-9E13-D20C-DE76-6A9B98AAF467}"/>
                    </a:ext>
                  </a:extLst>
                </p:cNvPr>
                <p:cNvPicPr/>
                <p:nvPr/>
              </p:nvPicPr>
              <p:blipFill>
                <a:blip r:embed="rId81"/>
                <a:stretch>
                  <a:fillRect/>
                </a:stretch>
              </p:blipFill>
              <p:spPr>
                <a:xfrm>
                  <a:off x="4103258" y="4781151"/>
                  <a:ext cx="12816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22" name="Ink 121">
                  <a:extLst>
                    <a:ext uri="{FF2B5EF4-FFF2-40B4-BE49-F238E27FC236}">
                      <a16:creationId xmlns:a16="http://schemas.microsoft.com/office/drawing/2014/main" id="{C05015B3-0DDD-D5E4-5532-F6AEE30909F4}"/>
                    </a:ext>
                  </a:extLst>
                </p14:cNvPr>
                <p14:cNvContentPartPr/>
                <p14:nvPr/>
              </p14:nvContentPartPr>
              <p14:xfrm>
                <a:off x="4057538" y="5014791"/>
                <a:ext cx="185760" cy="19440"/>
              </p14:xfrm>
            </p:contentPart>
          </mc:Choice>
          <mc:Fallback xmlns="">
            <p:pic>
              <p:nvPicPr>
                <p:cNvPr id="122" name="Ink 121">
                  <a:extLst>
                    <a:ext uri="{FF2B5EF4-FFF2-40B4-BE49-F238E27FC236}">
                      <a16:creationId xmlns:a16="http://schemas.microsoft.com/office/drawing/2014/main" id="{C05015B3-0DDD-D5E4-5532-F6AEE30909F4}"/>
                    </a:ext>
                  </a:extLst>
                </p:cNvPr>
                <p:cNvPicPr/>
                <p:nvPr/>
              </p:nvPicPr>
              <p:blipFill>
                <a:blip r:embed="rId83"/>
                <a:stretch>
                  <a:fillRect/>
                </a:stretch>
              </p:blipFill>
              <p:spPr>
                <a:xfrm>
                  <a:off x="4048538" y="5005791"/>
                  <a:ext cx="2034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3" name="Ink 122">
                  <a:extLst>
                    <a:ext uri="{FF2B5EF4-FFF2-40B4-BE49-F238E27FC236}">
                      <a16:creationId xmlns:a16="http://schemas.microsoft.com/office/drawing/2014/main" id="{FA98E478-FFC4-84E9-3BCB-62D0611E55C4}"/>
                    </a:ext>
                  </a:extLst>
                </p14:cNvPr>
                <p14:cNvContentPartPr/>
                <p14:nvPr/>
              </p14:nvContentPartPr>
              <p14:xfrm>
                <a:off x="4305218" y="5016231"/>
                <a:ext cx="121680" cy="146880"/>
              </p14:xfrm>
            </p:contentPart>
          </mc:Choice>
          <mc:Fallback xmlns="">
            <p:pic>
              <p:nvPicPr>
                <p:cNvPr id="123" name="Ink 122">
                  <a:extLst>
                    <a:ext uri="{FF2B5EF4-FFF2-40B4-BE49-F238E27FC236}">
                      <a16:creationId xmlns:a16="http://schemas.microsoft.com/office/drawing/2014/main" id="{FA98E478-FFC4-84E9-3BCB-62D0611E55C4}"/>
                    </a:ext>
                  </a:extLst>
                </p:cNvPr>
                <p:cNvPicPr/>
                <p:nvPr/>
              </p:nvPicPr>
              <p:blipFill>
                <a:blip r:embed="rId85"/>
                <a:stretch>
                  <a:fillRect/>
                </a:stretch>
              </p:blipFill>
              <p:spPr>
                <a:xfrm>
                  <a:off x="4296218" y="5007591"/>
                  <a:ext cx="1393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4" name="Ink 123">
                  <a:extLst>
                    <a:ext uri="{FF2B5EF4-FFF2-40B4-BE49-F238E27FC236}">
                      <a16:creationId xmlns:a16="http://schemas.microsoft.com/office/drawing/2014/main" id="{751BE21E-ADF2-84DD-3CD7-24698A612E0A}"/>
                    </a:ext>
                  </a:extLst>
                </p14:cNvPr>
                <p14:cNvContentPartPr/>
                <p14:nvPr/>
              </p14:nvContentPartPr>
              <p14:xfrm>
                <a:off x="4517618" y="4964391"/>
                <a:ext cx="90000" cy="14040"/>
              </p14:xfrm>
            </p:contentPart>
          </mc:Choice>
          <mc:Fallback xmlns="">
            <p:pic>
              <p:nvPicPr>
                <p:cNvPr id="124" name="Ink 123">
                  <a:extLst>
                    <a:ext uri="{FF2B5EF4-FFF2-40B4-BE49-F238E27FC236}">
                      <a16:creationId xmlns:a16="http://schemas.microsoft.com/office/drawing/2014/main" id="{751BE21E-ADF2-84DD-3CD7-24698A612E0A}"/>
                    </a:ext>
                  </a:extLst>
                </p:cNvPr>
                <p:cNvPicPr/>
                <p:nvPr/>
              </p:nvPicPr>
              <p:blipFill>
                <a:blip r:embed="rId87"/>
                <a:stretch>
                  <a:fillRect/>
                </a:stretch>
              </p:blipFill>
              <p:spPr>
                <a:xfrm>
                  <a:off x="4508978" y="4955751"/>
                  <a:ext cx="1076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5" name="Ink 124">
                  <a:extLst>
                    <a:ext uri="{FF2B5EF4-FFF2-40B4-BE49-F238E27FC236}">
                      <a16:creationId xmlns:a16="http://schemas.microsoft.com/office/drawing/2014/main" id="{3598D2D7-4935-141B-1395-7C216BDE8C97}"/>
                    </a:ext>
                  </a:extLst>
                </p14:cNvPr>
                <p14:cNvContentPartPr/>
                <p14:nvPr/>
              </p14:nvContentPartPr>
              <p14:xfrm>
                <a:off x="4503578" y="5029911"/>
                <a:ext cx="62280" cy="4320"/>
              </p14:xfrm>
            </p:contentPart>
          </mc:Choice>
          <mc:Fallback xmlns="">
            <p:pic>
              <p:nvPicPr>
                <p:cNvPr id="125" name="Ink 124">
                  <a:extLst>
                    <a:ext uri="{FF2B5EF4-FFF2-40B4-BE49-F238E27FC236}">
                      <a16:creationId xmlns:a16="http://schemas.microsoft.com/office/drawing/2014/main" id="{3598D2D7-4935-141B-1395-7C216BDE8C97}"/>
                    </a:ext>
                  </a:extLst>
                </p:cNvPr>
                <p:cNvPicPr/>
                <p:nvPr/>
              </p:nvPicPr>
              <p:blipFill>
                <a:blip r:embed="rId89"/>
                <a:stretch>
                  <a:fillRect/>
                </a:stretch>
              </p:blipFill>
              <p:spPr>
                <a:xfrm>
                  <a:off x="4494578" y="5021271"/>
                  <a:ext cx="799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26" name="Ink 125">
                  <a:extLst>
                    <a:ext uri="{FF2B5EF4-FFF2-40B4-BE49-F238E27FC236}">
                      <a16:creationId xmlns:a16="http://schemas.microsoft.com/office/drawing/2014/main" id="{E22477A6-B6D6-724B-73A5-B0301DC4FE48}"/>
                    </a:ext>
                  </a:extLst>
                </p14:cNvPr>
                <p14:cNvContentPartPr/>
                <p14:nvPr/>
              </p14:nvContentPartPr>
              <p14:xfrm>
                <a:off x="4680698" y="4870071"/>
                <a:ext cx="193320" cy="181800"/>
              </p14:xfrm>
            </p:contentPart>
          </mc:Choice>
          <mc:Fallback xmlns="">
            <p:pic>
              <p:nvPicPr>
                <p:cNvPr id="126" name="Ink 125">
                  <a:extLst>
                    <a:ext uri="{FF2B5EF4-FFF2-40B4-BE49-F238E27FC236}">
                      <a16:creationId xmlns:a16="http://schemas.microsoft.com/office/drawing/2014/main" id="{E22477A6-B6D6-724B-73A5-B0301DC4FE48}"/>
                    </a:ext>
                  </a:extLst>
                </p:cNvPr>
                <p:cNvPicPr/>
                <p:nvPr/>
              </p:nvPicPr>
              <p:blipFill>
                <a:blip r:embed="rId91"/>
                <a:stretch>
                  <a:fillRect/>
                </a:stretch>
              </p:blipFill>
              <p:spPr>
                <a:xfrm>
                  <a:off x="4671698" y="4861071"/>
                  <a:ext cx="2109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27" name="Ink 126">
                  <a:extLst>
                    <a:ext uri="{FF2B5EF4-FFF2-40B4-BE49-F238E27FC236}">
                      <a16:creationId xmlns:a16="http://schemas.microsoft.com/office/drawing/2014/main" id="{3A0017D1-5344-1FAA-9425-A83E66908715}"/>
                    </a:ext>
                  </a:extLst>
                </p14:cNvPr>
                <p14:cNvContentPartPr/>
                <p14:nvPr/>
              </p14:nvContentPartPr>
              <p14:xfrm>
                <a:off x="4915058" y="4956831"/>
                <a:ext cx="124560" cy="137160"/>
              </p14:xfrm>
            </p:contentPart>
          </mc:Choice>
          <mc:Fallback xmlns="">
            <p:pic>
              <p:nvPicPr>
                <p:cNvPr id="127" name="Ink 126">
                  <a:extLst>
                    <a:ext uri="{FF2B5EF4-FFF2-40B4-BE49-F238E27FC236}">
                      <a16:creationId xmlns:a16="http://schemas.microsoft.com/office/drawing/2014/main" id="{3A0017D1-5344-1FAA-9425-A83E66908715}"/>
                    </a:ext>
                  </a:extLst>
                </p:cNvPr>
                <p:cNvPicPr/>
                <p:nvPr/>
              </p:nvPicPr>
              <p:blipFill>
                <a:blip r:embed="rId93"/>
                <a:stretch>
                  <a:fillRect/>
                </a:stretch>
              </p:blipFill>
              <p:spPr>
                <a:xfrm>
                  <a:off x="4906418" y="4947831"/>
                  <a:ext cx="1422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28" name="Ink 127">
                  <a:extLst>
                    <a:ext uri="{FF2B5EF4-FFF2-40B4-BE49-F238E27FC236}">
                      <a16:creationId xmlns:a16="http://schemas.microsoft.com/office/drawing/2014/main" id="{7FFB7A60-AB45-86CB-25CF-290FEB1E254F}"/>
                    </a:ext>
                  </a:extLst>
                </p14:cNvPr>
                <p14:cNvContentPartPr/>
                <p14:nvPr/>
              </p14:nvContentPartPr>
              <p14:xfrm>
                <a:off x="4955738" y="5024511"/>
                <a:ext cx="21240" cy="49680"/>
              </p14:xfrm>
            </p:contentPart>
          </mc:Choice>
          <mc:Fallback xmlns="">
            <p:pic>
              <p:nvPicPr>
                <p:cNvPr id="128" name="Ink 127">
                  <a:extLst>
                    <a:ext uri="{FF2B5EF4-FFF2-40B4-BE49-F238E27FC236}">
                      <a16:creationId xmlns:a16="http://schemas.microsoft.com/office/drawing/2014/main" id="{7FFB7A60-AB45-86CB-25CF-290FEB1E254F}"/>
                    </a:ext>
                  </a:extLst>
                </p:cNvPr>
                <p:cNvPicPr/>
                <p:nvPr/>
              </p:nvPicPr>
              <p:blipFill>
                <a:blip r:embed="rId95"/>
                <a:stretch>
                  <a:fillRect/>
                </a:stretch>
              </p:blipFill>
              <p:spPr>
                <a:xfrm>
                  <a:off x="4946738" y="5015871"/>
                  <a:ext cx="388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29" name="Ink 128">
                  <a:extLst>
                    <a:ext uri="{FF2B5EF4-FFF2-40B4-BE49-F238E27FC236}">
                      <a16:creationId xmlns:a16="http://schemas.microsoft.com/office/drawing/2014/main" id="{BC814420-24B7-AEA3-1D20-72D21D3203E5}"/>
                    </a:ext>
                  </a:extLst>
                </p14:cNvPr>
                <p14:cNvContentPartPr/>
                <p14:nvPr/>
              </p14:nvContentPartPr>
              <p14:xfrm>
                <a:off x="5135018" y="4865031"/>
                <a:ext cx="11160" cy="156600"/>
              </p14:xfrm>
            </p:contentPart>
          </mc:Choice>
          <mc:Fallback xmlns="">
            <p:pic>
              <p:nvPicPr>
                <p:cNvPr id="129" name="Ink 128">
                  <a:extLst>
                    <a:ext uri="{FF2B5EF4-FFF2-40B4-BE49-F238E27FC236}">
                      <a16:creationId xmlns:a16="http://schemas.microsoft.com/office/drawing/2014/main" id="{BC814420-24B7-AEA3-1D20-72D21D3203E5}"/>
                    </a:ext>
                  </a:extLst>
                </p:cNvPr>
                <p:cNvPicPr/>
                <p:nvPr/>
              </p:nvPicPr>
              <p:blipFill>
                <a:blip r:embed="rId97"/>
                <a:stretch>
                  <a:fillRect/>
                </a:stretch>
              </p:blipFill>
              <p:spPr>
                <a:xfrm>
                  <a:off x="5126018" y="4856031"/>
                  <a:ext cx="28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0" name="Ink 129">
                  <a:extLst>
                    <a:ext uri="{FF2B5EF4-FFF2-40B4-BE49-F238E27FC236}">
                      <a16:creationId xmlns:a16="http://schemas.microsoft.com/office/drawing/2014/main" id="{55F40993-7247-6EE4-8AF5-228D709F6320}"/>
                    </a:ext>
                  </a:extLst>
                </p14:cNvPr>
                <p14:cNvContentPartPr/>
                <p14:nvPr/>
              </p14:nvContentPartPr>
              <p14:xfrm>
                <a:off x="5133938" y="4829031"/>
                <a:ext cx="173160" cy="198000"/>
              </p14:xfrm>
            </p:contentPart>
          </mc:Choice>
          <mc:Fallback xmlns="">
            <p:pic>
              <p:nvPicPr>
                <p:cNvPr id="130" name="Ink 129">
                  <a:extLst>
                    <a:ext uri="{FF2B5EF4-FFF2-40B4-BE49-F238E27FC236}">
                      <a16:creationId xmlns:a16="http://schemas.microsoft.com/office/drawing/2014/main" id="{55F40993-7247-6EE4-8AF5-228D709F6320}"/>
                    </a:ext>
                  </a:extLst>
                </p:cNvPr>
                <p:cNvPicPr/>
                <p:nvPr/>
              </p:nvPicPr>
              <p:blipFill>
                <a:blip r:embed="rId99"/>
                <a:stretch>
                  <a:fillRect/>
                </a:stretch>
              </p:blipFill>
              <p:spPr>
                <a:xfrm>
                  <a:off x="5124938" y="4820031"/>
                  <a:ext cx="1908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1" name="Ink 130">
                  <a:extLst>
                    <a:ext uri="{FF2B5EF4-FFF2-40B4-BE49-F238E27FC236}">
                      <a16:creationId xmlns:a16="http://schemas.microsoft.com/office/drawing/2014/main" id="{46A1B858-E27E-A76C-86B7-997B5FC0A5CE}"/>
                    </a:ext>
                  </a:extLst>
                </p14:cNvPr>
                <p14:cNvContentPartPr/>
                <p14:nvPr/>
              </p14:nvContentPartPr>
              <p14:xfrm>
                <a:off x="5114498" y="4698351"/>
                <a:ext cx="244800" cy="72000"/>
              </p14:xfrm>
            </p:contentPart>
          </mc:Choice>
          <mc:Fallback xmlns="">
            <p:pic>
              <p:nvPicPr>
                <p:cNvPr id="131" name="Ink 130">
                  <a:extLst>
                    <a:ext uri="{FF2B5EF4-FFF2-40B4-BE49-F238E27FC236}">
                      <a16:creationId xmlns:a16="http://schemas.microsoft.com/office/drawing/2014/main" id="{46A1B858-E27E-A76C-86B7-997B5FC0A5CE}"/>
                    </a:ext>
                  </a:extLst>
                </p:cNvPr>
                <p:cNvPicPr/>
                <p:nvPr/>
              </p:nvPicPr>
              <p:blipFill>
                <a:blip r:embed="rId101"/>
                <a:stretch>
                  <a:fillRect/>
                </a:stretch>
              </p:blipFill>
              <p:spPr>
                <a:xfrm>
                  <a:off x="5105858" y="4689351"/>
                  <a:ext cx="2624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2" name="Ink 131">
                  <a:extLst>
                    <a:ext uri="{FF2B5EF4-FFF2-40B4-BE49-F238E27FC236}">
                      <a16:creationId xmlns:a16="http://schemas.microsoft.com/office/drawing/2014/main" id="{A7683548-AA33-B811-5E14-D773E736AB63}"/>
                    </a:ext>
                  </a:extLst>
                </p14:cNvPr>
                <p14:cNvContentPartPr/>
                <p14:nvPr/>
              </p14:nvContentPartPr>
              <p14:xfrm>
                <a:off x="4529858" y="5290911"/>
                <a:ext cx="102600" cy="12600"/>
              </p14:xfrm>
            </p:contentPart>
          </mc:Choice>
          <mc:Fallback xmlns="">
            <p:pic>
              <p:nvPicPr>
                <p:cNvPr id="132" name="Ink 131">
                  <a:extLst>
                    <a:ext uri="{FF2B5EF4-FFF2-40B4-BE49-F238E27FC236}">
                      <a16:creationId xmlns:a16="http://schemas.microsoft.com/office/drawing/2014/main" id="{A7683548-AA33-B811-5E14-D773E736AB63}"/>
                    </a:ext>
                  </a:extLst>
                </p:cNvPr>
                <p:cNvPicPr/>
                <p:nvPr/>
              </p:nvPicPr>
              <p:blipFill>
                <a:blip r:embed="rId103"/>
                <a:stretch>
                  <a:fillRect/>
                </a:stretch>
              </p:blipFill>
              <p:spPr>
                <a:xfrm>
                  <a:off x="4520858" y="5281911"/>
                  <a:ext cx="1202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3" name="Ink 132">
                  <a:extLst>
                    <a:ext uri="{FF2B5EF4-FFF2-40B4-BE49-F238E27FC236}">
                      <a16:creationId xmlns:a16="http://schemas.microsoft.com/office/drawing/2014/main" id="{547E4799-04CB-B283-755F-BAC1F7BAA5F9}"/>
                    </a:ext>
                  </a:extLst>
                </p14:cNvPr>
                <p14:cNvContentPartPr/>
                <p14:nvPr/>
              </p14:nvContentPartPr>
              <p14:xfrm>
                <a:off x="4487018" y="5363631"/>
                <a:ext cx="107640" cy="11160"/>
              </p14:xfrm>
            </p:contentPart>
          </mc:Choice>
          <mc:Fallback xmlns="">
            <p:pic>
              <p:nvPicPr>
                <p:cNvPr id="133" name="Ink 132">
                  <a:extLst>
                    <a:ext uri="{FF2B5EF4-FFF2-40B4-BE49-F238E27FC236}">
                      <a16:creationId xmlns:a16="http://schemas.microsoft.com/office/drawing/2014/main" id="{547E4799-04CB-B283-755F-BAC1F7BAA5F9}"/>
                    </a:ext>
                  </a:extLst>
                </p:cNvPr>
                <p:cNvPicPr/>
                <p:nvPr/>
              </p:nvPicPr>
              <p:blipFill>
                <a:blip r:embed="rId105"/>
                <a:stretch>
                  <a:fillRect/>
                </a:stretch>
              </p:blipFill>
              <p:spPr>
                <a:xfrm>
                  <a:off x="4478378" y="5354631"/>
                  <a:ext cx="1252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6" name="Ink 135">
                  <a:extLst>
                    <a:ext uri="{FF2B5EF4-FFF2-40B4-BE49-F238E27FC236}">
                      <a16:creationId xmlns:a16="http://schemas.microsoft.com/office/drawing/2014/main" id="{8D1D8ABD-E891-D23E-CC03-709D77618CFE}"/>
                    </a:ext>
                  </a:extLst>
                </p14:cNvPr>
                <p14:cNvContentPartPr/>
                <p14:nvPr/>
              </p14:nvContentPartPr>
              <p14:xfrm>
                <a:off x="4696538" y="5253831"/>
                <a:ext cx="56520" cy="242640"/>
              </p14:xfrm>
            </p:contentPart>
          </mc:Choice>
          <mc:Fallback xmlns="">
            <p:pic>
              <p:nvPicPr>
                <p:cNvPr id="136" name="Ink 135">
                  <a:extLst>
                    <a:ext uri="{FF2B5EF4-FFF2-40B4-BE49-F238E27FC236}">
                      <a16:creationId xmlns:a16="http://schemas.microsoft.com/office/drawing/2014/main" id="{8D1D8ABD-E891-D23E-CC03-709D77618CFE}"/>
                    </a:ext>
                  </a:extLst>
                </p:cNvPr>
                <p:cNvPicPr/>
                <p:nvPr/>
              </p:nvPicPr>
              <p:blipFill>
                <a:blip r:embed="rId107"/>
                <a:stretch>
                  <a:fillRect/>
                </a:stretch>
              </p:blipFill>
              <p:spPr>
                <a:xfrm>
                  <a:off x="4687898" y="5244831"/>
                  <a:ext cx="7416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7" name="Ink 136">
                  <a:extLst>
                    <a:ext uri="{FF2B5EF4-FFF2-40B4-BE49-F238E27FC236}">
                      <a16:creationId xmlns:a16="http://schemas.microsoft.com/office/drawing/2014/main" id="{0F17721F-00B1-5B30-6ED9-230458695B34}"/>
                    </a:ext>
                  </a:extLst>
                </p14:cNvPr>
                <p14:cNvContentPartPr/>
                <p14:nvPr/>
              </p14:nvContentPartPr>
              <p14:xfrm>
                <a:off x="4804178" y="5295591"/>
                <a:ext cx="101520" cy="184320"/>
              </p14:xfrm>
            </p:contentPart>
          </mc:Choice>
          <mc:Fallback xmlns="">
            <p:pic>
              <p:nvPicPr>
                <p:cNvPr id="137" name="Ink 136">
                  <a:extLst>
                    <a:ext uri="{FF2B5EF4-FFF2-40B4-BE49-F238E27FC236}">
                      <a16:creationId xmlns:a16="http://schemas.microsoft.com/office/drawing/2014/main" id="{0F17721F-00B1-5B30-6ED9-230458695B34}"/>
                    </a:ext>
                  </a:extLst>
                </p:cNvPr>
                <p:cNvPicPr/>
                <p:nvPr/>
              </p:nvPicPr>
              <p:blipFill>
                <a:blip r:embed="rId109"/>
                <a:stretch>
                  <a:fillRect/>
                </a:stretch>
              </p:blipFill>
              <p:spPr>
                <a:xfrm>
                  <a:off x="4795178" y="5286951"/>
                  <a:ext cx="1191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8" name="Ink 137">
                  <a:extLst>
                    <a:ext uri="{FF2B5EF4-FFF2-40B4-BE49-F238E27FC236}">
                      <a16:creationId xmlns:a16="http://schemas.microsoft.com/office/drawing/2014/main" id="{4A309244-8B2D-D533-96F3-F6CC360624C2}"/>
                    </a:ext>
                  </a:extLst>
                </p14:cNvPr>
                <p14:cNvContentPartPr/>
                <p14:nvPr/>
              </p14:nvContentPartPr>
              <p14:xfrm>
                <a:off x="4995698" y="5336271"/>
                <a:ext cx="3240" cy="2520"/>
              </p14:xfrm>
            </p:contentPart>
          </mc:Choice>
          <mc:Fallback xmlns="">
            <p:pic>
              <p:nvPicPr>
                <p:cNvPr id="138" name="Ink 137">
                  <a:extLst>
                    <a:ext uri="{FF2B5EF4-FFF2-40B4-BE49-F238E27FC236}">
                      <a16:creationId xmlns:a16="http://schemas.microsoft.com/office/drawing/2014/main" id="{4A309244-8B2D-D533-96F3-F6CC360624C2}"/>
                    </a:ext>
                  </a:extLst>
                </p:cNvPr>
                <p:cNvPicPr/>
                <p:nvPr/>
              </p:nvPicPr>
              <p:blipFill>
                <a:blip r:embed="rId111"/>
                <a:stretch>
                  <a:fillRect/>
                </a:stretch>
              </p:blipFill>
              <p:spPr>
                <a:xfrm>
                  <a:off x="4986698" y="5327271"/>
                  <a:ext cx="20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9" name="Ink 138">
                  <a:extLst>
                    <a:ext uri="{FF2B5EF4-FFF2-40B4-BE49-F238E27FC236}">
                      <a16:creationId xmlns:a16="http://schemas.microsoft.com/office/drawing/2014/main" id="{7E6BB5D3-DC41-D390-AAEA-FF7B16DB0107}"/>
                    </a:ext>
                  </a:extLst>
                </p14:cNvPr>
                <p14:cNvContentPartPr/>
                <p14:nvPr/>
              </p14:nvContentPartPr>
              <p14:xfrm>
                <a:off x="5079218" y="5286951"/>
                <a:ext cx="132120" cy="180360"/>
              </p14:xfrm>
            </p:contentPart>
          </mc:Choice>
          <mc:Fallback xmlns="">
            <p:pic>
              <p:nvPicPr>
                <p:cNvPr id="139" name="Ink 138">
                  <a:extLst>
                    <a:ext uri="{FF2B5EF4-FFF2-40B4-BE49-F238E27FC236}">
                      <a16:creationId xmlns:a16="http://schemas.microsoft.com/office/drawing/2014/main" id="{7E6BB5D3-DC41-D390-AAEA-FF7B16DB0107}"/>
                    </a:ext>
                  </a:extLst>
                </p:cNvPr>
                <p:cNvPicPr/>
                <p:nvPr/>
              </p:nvPicPr>
              <p:blipFill>
                <a:blip r:embed="rId113"/>
                <a:stretch>
                  <a:fillRect/>
                </a:stretch>
              </p:blipFill>
              <p:spPr>
                <a:xfrm>
                  <a:off x="5070578" y="5278311"/>
                  <a:ext cx="1497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40" name="Ink 139">
                  <a:extLst>
                    <a:ext uri="{FF2B5EF4-FFF2-40B4-BE49-F238E27FC236}">
                      <a16:creationId xmlns:a16="http://schemas.microsoft.com/office/drawing/2014/main" id="{DBD261FB-32B6-AB9D-F17D-A3B0F696B703}"/>
                    </a:ext>
                  </a:extLst>
                </p14:cNvPr>
                <p14:cNvContentPartPr/>
                <p14:nvPr/>
              </p14:nvContentPartPr>
              <p14:xfrm>
                <a:off x="5264618" y="5332311"/>
                <a:ext cx="360" cy="360"/>
              </p14:xfrm>
            </p:contentPart>
          </mc:Choice>
          <mc:Fallback xmlns="">
            <p:pic>
              <p:nvPicPr>
                <p:cNvPr id="140" name="Ink 139">
                  <a:extLst>
                    <a:ext uri="{FF2B5EF4-FFF2-40B4-BE49-F238E27FC236}">
                      <a16:creationId xmlns:a16="http://schemas.microsoft.com/office/drawing/2014/main" id="{DBD261FB-32B6-AB9D-F17D-A3B0F696B703}"/>
                    </a:ext>
                  </a:extLst>
                </p:cNvPr>
                <p:cNvPicPr/>
                <p:nvPr/>
              </p:nvPicPr>
              <p:blipFill>
                <a:blip r:embed="rId111"/>
                <a:stretch>
                  <a:fillRect/>
                </a:stretch>
              </p:blipFill>
              <p:spPr>
                <a:xfrm>
                  <a:off x="5255618" y="53236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41" name="Ink 140">
                  <a:extLst>
                    <a:ext uri="{FF2B5EF4-FFF2-40B4-BE49-F238E27FC236}">
                      <a16:creationId xmlns:a16="http://schemas.microsoft.com/office/drawing/2014/main" id="{302598E2-E42C-8C59-AE89-A4A9EC253576}"/>
                    </a:ext>
                  </a:extLst>
                </p14:cNvPr>
                <p14:cNvContentPartPr/>
                <p14:nvPr/>
              </p14:nvContentPartPr>
              <p14:xfrm>
                <a:off x="5249138" y="5299911"/>
                <a:ext cx="103320" cy="141120"/>
              </p14:xfrm>
            </p:contentPart>
          </mc:Choice>
          <mc:Fallback xmlns="">
            <p:pic>
              <p:nvPicPr>
                <p:cNvPr id="141" name="Ink 140">
                  <a:extLst>
                    <a:ext uri="{FF2B5EF4-FFF2-40B4-BE49-F238E27FC236}">
                      <a16:creationId xmlns:a16="http://schemas.microsoft.com/office/drawing/2014/main" id="{302598E2-E42C-8C59-AE89-A4A9EC253576}"/>
                    </a:ext>
                  </a:extLst>
                </p:cNvPr>
                <p:cNvPicPr/>
                <p:nvPr/>
              </p:nvPicPr>
              <p:blipFill>
                <a:blip r:embed="rId116"/>
                <a:stretch>
                  <a:fillRect/>
                </a:stretch>
              </p:blipFill>
              <p:spPr>
                <a:xfrm>
                  <a:off x="5240498" y="5290911"/>
                  <a:ext cx="1209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42" name="Ink 141">
                  <a:extLst>
                    <a:ext uri="{FF2B5EF4-FFF2-40B4-BE49-F238E27FC236}">
                      <a16:creationId xmlns:a16="http://schemas.microsoft.com/office/drawing/2014/main" id="{1F6E779B-8494-5FA9-F432-2FF66FE7C095}"/>
                    </a:ext>
                  </a:extLst>
                </p14:cNvPr>
                <p14:cNvContentPartPr/>
                <p14:nvPr/>
              </p14:nvContentPartPr>
              <p14:xfrm>
                <a:off x="5376218" y="5229711"/>
                <a:ext cx="61200" cy="289440"/>
              </p14:xfrm>
            </p:contentPart>
          </mc:Choice>
          <mc:Fallback xmlns="">
            <p:pic>
              <p:nvPicPr>
                <p:cNvPr id="142" name="Ink 141">
                  <a:extLst>
                    <a:ext uri="{FF2B5EF4-FFF2-40B4-BE49-F238E27FC236}">
                      <a16:creationId xmlns:a16="http://schemas.microsoft.com/office/drawing/2014/main" id="{1F6E779B-8494-5FA9-F432-2FF66FE7C095}"/>
                    </a:ext>
                  </a:extLst>
                </p:cNvPr>
                <p:cNvPicPr/>
                <p:nvPr/>
              </p:nvPicPr>
              <p:blipFill>
                <a:blip r:embed="rId118"/>
                <a:stretch>
                  <a:fillRect/>
                </a:stretch>
              </p:blipFill>
              <p:spPr>
                <a:xfrm>
                  <a:off x="5367218" y="5220711"/>
                  <a:ext cx="788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43" name="Ink 142">
                  <a:extLst>
                    <a:ext uri="{FF2B5EF4-FFF2-40B4-BE49-F238E27FC236}">
                      <a16:creationId xmlns:a16="http://schemas.microsoft.com/office/drawing/2014/main" id="{141003F8-248B-0EF1-7E89-AF6D175C0E3C}"/>
                    </a:ext>
                  </a:extLst>
                </p14:cNvPr>
                <p14:cNvContentPartPr/>
                <p14:nvPr/>
              </p14:nvContentPartPr>
              <p14:xfrm>
                <a:off x="5533538" y="5226471"/>
                <a:ext cx="58320" cy="278280"/>
              </p14:xfrm>
            </p:contentPart>
          </mc:Choice>
          <mc:Fallback xmlns="">
            <p:pic>
              <p:nvPicPr>
                <p:cNvPr id="143" name="Ink 142">
                  <a:extLst>
                    <a:ext uri="{FF2B5EF4-FFF2-40B4-BE49-F238E27FC236}">
                      <a16:creationId xmlns:a16="http://schemas.microsoft.com/office/drawing/2014/main" id="{141003F8-248B-0EF1-7E89-AF6D175C0E3C}"/>
                    </a:ext>
                  </a:extLst>
                </p:cNvPr>
                <p:cNvPicPr/>
                <p:nvPr/>
              </p:nvPicPr>
              <p:blipFill>
                <a:blip r:embed="rId120"/>
                <a:stretch>
                  <a:fillRect/>
                </a:stretch>
              </p:blipFill>
              <p:spPr>
                <a:xfrm>
                  <a:off x="5524538" y="5217831"/>
                  <a:ext cx="7596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45" name="Ink 144">
                  <a:extLst>
                    <a:ext uri="{FF2B5EF4-FFF2-40B4-BE49-F238E27FC236}">
                      <a16:creationId xmlns:a16="http://schemas.microsoft.com/office/drawing/2014/main" id="{FAB71E20-1EB1-C061-0FBC-5FB66A71B018}"/>
                    </a:ext>
                  </a:extLst>
                </p14:cNvPr>
                <p14:cNvContentPartPr/>
                <p14:nvPr/>
              </p14:nvContentPartPr>
              <p14:xfrm>
                <a:off x="5605898" y="5256351"/>
                <a:ext cx="133920" cy="57600"/>
              </p14:xfrm>
            </p:contentPart>
          </mc:Choice>
          <mc:Fallback xmlns="">
            <p:pic>
              <p:nvPicPr>
                <p:cNvPr id="145" name="Ink 144">
                  <a:extLst>
                    <a:ext uri="{FF2B5EF4-FFF2-40B4-BE49-F238E27FC236}">
                      <a16:creationId xmlns:a16="http://schemas.microsoft.com/office/drawing/2014/main" id="{FAB71E20-1EB1-C061-0FBC-5FB66A71B018}"/>
                    </a:ext>
                  </a:extLst>
                </p:cNvPr>
                <p:cNvPicPr/>
                <p:nvPr/>
              </p:nvPicPr>
              <p:blipFill>
                <a:blip r:embed="rId122"/>
                <a:stretch>
                  <a:fillRect/>
                </a:stretch>
              </p:blipFill>
              <p:spPr>
                <a:xfrm>
                  <a:off x="5596898" y="5247711"/>
                  <a:ext cx="15156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46" name="Ink 145">
                  <a:extLst>
                    <a:ext uri="{FF2B5EF4-FFF2-40B4-BE49-F238E27FC236}">
                      <a16:creationId xmlns:a16="http://schemas.microsoft.com/office/drawing/2014/main" id="{EC563CDB-0E8D-E01C-8015-75D442708E74}"/>
                    </a:ext>
                  </a:extLst>
                </p14:cNvPr>
                <p14:cNvContentPartPr/>
                <p14:nvPr/>
              </p14:nvContentPartPr>
              <p14:xfrm>
                <a:off x="5721098" y="5262471"/>
                <a:ext cx="26640" cy="106200"/>
              </p14:xfrm>
            </p:contentPart>
          </mc:Choice>
          <mc:Fallback xmlns="">
            <p:pic>
              <p:nvPicPr>
                <p:cNvPr id="146" name="Ink 145">
                  <a:extLst>
                    <a:ext uri="{FF2B5EF4-FFF2-40B4-BE49-F238E27FC236}">
                      <a16:creationId xmlns:a16="http://schemas.microsoft.com/office/drawing/2014/main" id="{EC563CDB-0E8D-E01C-8015-75D442708E74}"/>
                    </a:ext>
                  </a:extLst>
                </p:cNvPr>
                <p:cNvPicPr/>
                <p:nvPr/>
              </p:nvPicPr>
              <p:blipFill>
                <a:blip r:embed="rId124"/>
                <a:stretch>
                  <a:fillRect/>
                </a:stretch>
              </p:blipFill>
              <p:spPr>
                <a:xfrm>
                  <a:off x="5712098" y="5253831"/>
                  <a:ext cx="442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47" name="Ink 146">
                  <a:extLst>
                    <a:ext uri="{FF2B5EF4-FFF2-40B4-BE49-F238E27FC236}">
                      <a16:creationId xmlns:a16="http://schemas.microsoft.com/office/drawing/2014/main" id="{5868C380-8A79-D2B2-88E3-BD62B4159D0B}"/>
                    </a:ext>
                  </a:extLst>
                </p14:cNvPr>
                <p14:cNvContentPartPr/>
                <p14:nvPr/>
              </p14:nvContentPartPr>
              <p14:xfrm>
                <a:off x="5804258" y="5246631"/>
                <a:ext cx="115560" cy="20160"/>
              </p14:xfrm>
            </p:contentPart>
          </mc:Choice>
          <mc:Fallback xmlns="">
            <p:pic>
              <p:nvPicPr>
                <p:cNvPr id="147" name="Ink 146">
                  <a:extLst>
                    <a:ext uri="{FF2B5EF4-FFF2-40B4-BE49-F238E27FC236}">
                      <a16:creationId xmlns:a16="http://schemas.microsoft.com/office/drawing/2014/main" id="{5868C380-8A79-D2B2-88E3-BD62B4159D0B}"/>
                    </a:ext>
                  </a:extLst>
                </p:cNvPr>
                <p:cNvPicPr/>
                <p:nvPr/>
              </p:nvPicPr>
              <p:blipFill>
                <a:blip r:embed="rId126"/>
                <a:stretch>
                  <a:fillRect/>
                </a:stretch>
              </p:blipFill>
              <p:spPr>
                <a:xfrm>
                  <a:off x="5795258" y="5237631"/>
                  <a:ext cx="1332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48" name="Ink 147">
                  <a:extLst>
                    <a:ext uri="{FF2B5EF4-FFF2-40B4-BE49-F238E27FC236}">
                      <a16:creationId xmlns:a16="http://schemas.microsoft.com/office/drawing/2014/main" id="{D1C8ACFB-68E1-6FB1-5D5A-9F2BC2851186}"/>
                    </a:ext>
                  </a:extLst>
                </p14:cNvPr>
                <p14:cNvContentPartPr/>
                <p14:nvPr/>
              </p14:nvContentPartPr>
              <p14:xfrm>
                <a:off x="5809298" y="5268951"/>
                <a:ext cx="112320" cy="137520"/>
              </p14:xfrm>
            </p:contentPart>
          </mc:Choice>
          <mc:Fallback xmlns="">
            <p:pic>
              <p:nvPicPr>
                <p:cNvPr id="148" name="Ink 147">
                  <a:extLst>
                    <a:ext uri="{FF2B5EF4-FFF2-40B4-BE49-F238E27FC236}">
                      <a16:creationId xmlns:a16="http://schemas.microsoft.com/office/drawing/2014/main" id="{D1C8ACFB-68E1-6FB1-5D5A-9F2BC2851186}"/>
                    </a:ext>
                  </a:extLst>
                </p:cNvPr>
                <p:cNvPicPr/>
                <p:nvPr/>
              </p:nvPicPr>
              <p:blipFill>
                <a:blip r:embed="rId128"/>
                <a:stretch>
                  <a:fillRect/>
                </a:stretch>
              </p:blipFill>
              <p:spPr>
                <a:xfrm>
                  <a:off x="5800658" y="5260311"/>
                  <a:ext cx="12996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49" name="Ink 148">
                  <a:extLst>
                    <a:ext uri="{FF2B5EF4-FFF2-40B4-BE49-F238E27FC236}">
                      <a16:creationId xmlns:a16="http://schemas.microsoft.com/office/drawing/2014/main" id="{DC9D7CDE-FC5E-A36D-A7E6-743A30A2668D}"/>
                    </a:ext>
                  </a:extLst>
                </p14:cNvPr>
                <p14:cNvContentPartPr/>
                <p14:nvPr/>
              </p14:nvContentPartPr>
              <p14:xfrm>
                <a:off x="5947898" y="5212071"/>
                <a:ext cx="60840" cy="256680"/>
              </p14:xfrm>
            </p:contentPart>
          </mc:Choice>
          <mc:Fallback xmlns="">
            <p:pic>
              <p:nvPicPr>
                <p:cNvPr id="149" name="Ink 148">
                  <a:extLst>
                    <a:ext uri="{FF2B5EF4-FFF2-40B4-BE49-F238E27FC236}">
                      <a16:creationId xmlns:a16="http://schemas.microsoft.com/office/drawing/2014/main" id="{DC9D7CDE-FC5E-A36D-A7E6-743A30A2668D}"/>
                    </a:ext>
                  </a:extLst>
                </p:cNvPr>
                <p:cNvPicPr/>
                <p:nvPr/>
              </p:nvPicPr>
              <p:blipFill>
                <a:blip r:embed="rId130"/>
                <a:stretch>
                  <a:fillRect/>
                </a:stretch>
              </p:blipFill>
              <p:spPr>
                <a:xfrm>
                  <a:off x="5939258" y="5203431"/>
                  <a:ext cx="7848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50" name="Ink 149">
                  <a:extLst>
                    <a:ext uri="{FF2B5EF4-FFF2-40B4-BE49-F238E27FC236}">
                      <a16:creationId xmlns:a16="http://schemas.microsoft.com/office/drawing/2014/main" id="{87C0030A-6014-FD36-83E9-AAA2599B27C3}"/>
                    </a:ext>
                  </a:extLst>
                </p14:cNvPr>
                <p14:cNvContentPartPr/>
                <p14:nvPr/>
              </p14:nvContentPartPr>
              <p14:xfrm>
                <a:off x="6105578" y="5225391"/>
                <a:ext cx="51120" cy="179640"/>
              </p14:xfrm>
            </p:contentPart>
          </mc:Choice>
          <mc:Fallback xmlns="">
            <p:pic>
              <p:nvPicPr>
                <p:cNvPr id="150" name="Ink 149">
                  <a:extLst>
                    <a:ext uri="{FF2B5EF4-FFF2-40B4-BE49-F238E27FC236}">
                      <a16:creationId xmlns:a16="http://schemas.microsoft.com/office/drawing/2014/main" id="{87C0030A-6014-FD36-83E9-AAA2599B27C3}"/>
                    </a:ext>
                  </a:extLst>
                </p:cNvPr>
                <p:cNvPicPr/>
                <p:nvPr/>
              </p:nvPicPr>
              <p:blipFill>
                <a:blip r:embed="rId132"/>
                <a:stretch>
                  <a:fillRect/>
                </a:stretch>
              </p:blipFill>
              <p:spPr>
                <a:xfrm>
                  <a:off x="6096938" y="5216391"/>
                  <a:ext cx="687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51" name="Ink 150">
                  <a:extLst>
                    <a:ext uri="{FF2B5EF4-FFF2-40B4-BE49-F238E27FC236}">
                      <a16:creationId xmlns:a16="http://schemas.microsoft.com/office/drawing/2014/main" id="{9052626D-441E-F6A8-B338-1347078C922C}"/>
                    </a:ext>
                  </a:extLst>
                </p14:cNvPr>
                <p14:cNvContentPartPr/>
                <p14:nvPr/>
              </p14:nvContentPartPr>
              <p14:xfrm>
                <a:off x="6244178" y="5220351"/>
                <a:ext cx="100440" cy="189000"/>
              </p14:xfrm>
            </p:contentPart>
          </mc:Choice>
          <mc:Fallback xmlns="">
            <p:pic>
              <p:nvPicPr>
                <p:cNvPr id="151" name="Ink 150">
                  <a:extLst>
                    <a:ext uri="{FF2B5EF4-FFF2-40B4-BE49-F238E27FC236}">
                      <a16:creationId xmlns:a16="http://schemas.microsoft.com/office/drawing/2014/main" id="{9052626D-441E-F6A8-B338-1347078C922C}"/>
                    </a:ext>
                  </a:extLst>
                </p:cNvPr>
                <p:cNvPicPr/>
                <p:nvPr/>
              </p:nvPicPr>
              <p:blipFill>
                <a:blip r:embed="rId134"/>
                <a:stretch>
                  <a:fillRect/>
                </a:stretch>
              </p:blipFill>
              <p:spPr>
                <a:xfrm>
                  <a:off x="6235538" y="5211351"/>
                  <a:ext cx="1180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52" name="Ink 151">
                  <a:extLst>
                    <a:ext uri="{FF2B5EF4-FFF2-40B4-BE49-F238E27FC236}">
                      <a16:creationId xmlns:a16="http://schemas.microsoft.com/office/drawing/2014/main" id="{2B11110F-DEB7-1205-3ED2-251816C2E0E5}"/>
                    </a:ext>
                  </a:extLst>
                </p14:cNvPr>
                <p14:cNvContentPartPr/>
                <p14:nvPr/>
              </p14:nvContentPartPr>
              <p14:xfrm>
                <a:off x="6421298" y="5297391"/>
                <a:ext cx="360" cy="1080"/>
              </p14:xfrm>
            </p:contentPart>
          </mc:Choice>
          <mc:Fallback xmlns="">
            <p:pic>
              <p:nvPicPr>
                <p:cNvPr id="152" name="Ink 151">
                  <a:extLst>
                    <a:ext uri="{FF2B5EF4-FFF2-40B4-BE49-F238E27FC236}">
                      <a16:creationId xmlns:a16="http://schemas.microsoft.com/office/drawing/2014/main" id="{2B11110F-DEB7-1205-3ED2-251816C2E0E5}"/>
                    </a:ext>
                  </a:extLst>
                </p:cNvPr>
                <p:cNvPicPr/>
                <p:nvPr/>
              </p:nvPicPr>
              <p:blipFill>
                <a:blip r:embed="rId136"/>
                <a:stretch>
                  <a:fillRect/>
                </a:stretch>
              </p:blipFill>
              <p:spPr>
                <a:xfrm>
                  <a:off x="6412658" y="5288751"/>
                  <a:ext cx="1800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53" name="Ink 152">
                  <a:extLst>
                    <a:ext uri="{FF2B5EF4-FFF2-40B4-BE49-F238E27FC236}">
                      <a16:creationId xmlns:a16="http://schemas.microsoft.com/office/drawing/2014/main" id="{6CA69B33-2382-1D11-562A-6183D735B2AB}"/>
                    </a:ext>
                  </a:extLst>
                </p14:cNvPr>
                <p14:cNvContentPartPr/>
                <p14:nvPr/>
              </p14:nvContentPartPr>
              <p14:xfrm>
                <a:off x="6461258" y="5215311"/>
                <a:ext cx="83520" cy="167040"/>
              </p14:xfrm>
            </p:contentPart>
          </mc:Choice>
          <mc:Fallback xmlns="">
            <p:pic>
              <p:nvPicPr>
                <p:cNvPr id="153" name="Ink 152">
                  <a:extLst>
                    <a:ext uri="{FF2B5EF4-FFF2-40B4-BE49-F238E27FC236}">
                      <a16:creationId xmlns:a16="http://schemas.microsoft.com/office/drawing/2014/main" id="{6CA69B33-2382-1D11-562A-6183D735B2AB}"/>
                    </a:ext>
                  </a:extLst>
                </p:cNvPr>
                <p:cNvPicPr/>
                <p:nvPr/>
              </p:nvPicPr>
              <p:blipFill>
                <a:blip r:embed="rId138"/>
                <a:stretch>
                  <a:fillRect/>
                </a:stretch>
              </p:blipFill>
              <p:spPr>
                <a:xfrm>
                  <a:off x="6452618" y="5206671"/>
                  <a:ext cx="1011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54" name="Ink 153">
                  <a:extLst>
                    <a:ext uri="{FF2B5EF4-FFF2-40B4-BE49-F238E27FC236}">
                      <a16:creationId xmlns:a16="http://schemas.microsoft.com/office/drawing/2014/main" id="{6881BC5F-2B35-E576-48BF-1D3319691C8C}"/>
                    </a:ext>
                  </a:extLst>
                </p14:cNvPr>
                <p14:cNvContentPartPr/>
                <p14:nvPr/>
              </p14:nvContentPartPr>
              <p14:xfrm>
                <a:off x="6606338" y="5195871"/>
                <a:ext cx="115200" cy="181080"/>
              </p14:xfrm>
            </p:contentPart>
          </mc:Choice>
          <mc:Fallback xmlns="">
            <p:pic>
              <p:nvPicPr>
                <p:cNvPr id="154" name="Ink 153">
                  <a:extLst>
                    <a:ext uri="{FF2B5EF4-FFF2-40B4-BE49-F238E27FC236}">
                      <a16:creationId xmlns:a16="http://schemas.microsoft.com/office/drawing/2014/main" id="{6881BC5F-2B35-E576-48BF-1D3319691C8C}"/>
                    </a:ext>
                  </a:extLst>
                </p:cNvPr>
                <p:cNvPicPr/>
                <p:nvPr/>
              </p:nvPicPr>
              <p:blipFill>
                <a:blip r:embed="rId140"/>
                <a:stretch>
                  <a:fillRect/>
                </a:stretch>
              </p:blipFill>
              <p:spPr>
                <a:xfrm>
                  <a:off x="6597698" y="5186871"/>
                  <a:ext cx="1328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57" name="Ink 156">
                  <a:extLst>
                    <a:ext uri="{FF2B5EF4-FFF2-40B4-BE49-F238E27FC236}">
                      <a16:creationId xmlns:a16="http://schemas.microsoft.com/office/drawing/2014/main" id="{C3921CA4-1B58-5BA6-DC6B-6B94273F55E6}"/>
                    </a:ext>
                  </a:extLst>
                </p14:cNvPr>
                <p14:cNvContentPartPr/>
                <p14:nvPr/>
              </p14:nvContentPartPr>
              <p14:xfrm>
                <a:off x="4081658" y="5670351"/>
                <a:ext cx="109440" cy="253080"/>
              </p14:xfrm>
            </p:contentPart>
          </mc:Choice>
          <mc:Fallback xmlns="">
            <p:pic>
              <p:nvPicPr>
                <p:cNvPr id="157" name="Ink 156">
                  <a:extLst>
                    <a:ext uri="{FF2B5EF4-FFF2-40B4-BE49-F238E27FC236}">
                      <a16:creationId xmlns:a16="http://schemas.microsoft.com/office/drawing/2014/main" id="{C3921CA4-1B58-5BA6-DC6B-6B94273F55E6}"/>
                    </a:ext>
                  </a:extLst>
                </p:cNvPr>
                <p:cNvPicPr/>
                <p:nvPr/>
              </p:nvPicPr>
              <p:blipFill>
                <a:blip r:embed="rId142"/>
                <a:stretch>
                  <a:fillRect/>
                </a:stretch>
              </p:blipFill>
              <p:spPr>
                <a:xfrm>
                  <a:off x="4072658" y="5661351"/>
                  <a:ext cx="1270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58" name="Ink 157">
                  <a:extLst>
                    <a:ext uri="{FF2B5EF4-FFF2-40B4-BE49-F238E27FC236}">
                      <a16:creationId xmlns:a16="http://schemas.microsoft.com/office/drawing/2014/main" id="{8BE3F7B4-2C3C-6266-C76A-82EACA3007FC}"/>
                    </a:ext>
                  </a:extLst>
                </p14:cNvPr>
                <p14:cNvContentPartPr/>
                <p14:nvPr/>
              </p14:nvContentPartPr>
              <p14:xfrm>
                <a:off x="4022618" y="5810751"/>
                <a:ext cx="182520" cy="42840"/>
              </p14:xfrm>
            </p:contentPart>
          </mc:Choice>
          <mc:Fallback xmlns="">
            <p:pic>
              <p:nvPicPr>
                <p:cNvPr id="158" name="Ink 157">
                  <a:extLst>
                    <a:ext uri="{FF2B5EF4-FFF2-40B4-BE49-F238E27FC236}">
                      <a16:creationId xmlns:a16="http://schemas.microsoft.com/office/drawing/2014/main" id="{8BE3F7B4-2C3C-6266-C76A-82EACA3007FC}"/>
                    </a:ext>
                  </a:extLst>
                </p:cNvPr>
                <p:cNvPicPr/>
                <p:nvPr/>
              </p:nvPicPr>
              <p:blipFill>
                <a:blip r:embed="rId144"/>
                <a:stretch>
                  <a:fillRect/>
                </a:stretch>
              </p:blipFill>
              <p:spPr>
                <a:xfrm>
                  <a:off x="4013618" y="5801751"/>
                  <a:ext cx="20016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59" name="Ink 158">
                  <a:extLst>
                    <a:ext uri="{FF2B5EF4-FFF2-40B4-BE49-F238E27FC236}">
                      <a16:creationId xmlns:a16="http://schemas.microsoft.com/office/drawing/2014/main" id="{4FEB259D-72E3-0823-FE50-5D0A14B4EC6B}"/>
                    </a:ext>
                  </a:extLst>
                </p14:cNvPr>
                <p14:cNvContentPartPr/>
                <p14:nvPr/>
              </p14:nvContentPartPr>
              <p14:xfrm>
                <a:off x="4220978" y="5799951"/>
                <a:ext cx="81720" cy="145080"/>
              </p14:xfrm>
            </p:contentPart>
          </mc:Choice>
          <mc:Fallback xmlns="">
            <p:pic>
              <p:nvPicPr>
                <p:cNvPr id="159" name="Ink 158">
                  <a:extLst>
                    <a:ext uri="{FF2B5EF4-FFF2-40B4-BE49-F238E27FC236}">
                      <a16:creationId xmlns:a16="http://schemas.microsoft.com/office/drawing/2014/main" id="{4FEB259D-72E3-0823-FE50-5D0A14B4EC6B}"/>
                    </a:ext>
                  </a:extLst>
                </p:cNvPr>
                <p:cNvPicPr/>
                <p:nvPr/>
              </p:nvPicPr>
              <p:blipFill>
                <a:blip r:embed="rId146"/>
                <a:stretch>
                  <a:fillRect/>
                </a:stretch>
              </p:blipFill>
              <p:spPr>
                <a:xfrm>
                  <a:off x="4212338" y="5790951"/>
                  <a:ext cx="993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55" name="Ink 154">
                  <a:extLst>
                    <a:ext uri="{FF2B5EF4-FFF2-40B4-BE49-F238E27FC236}">
                      <a16:creationId xmlns:a16="http://schemas.microsoft.com/office/drawing/2014/main" id="{67F084BB-BA6C-AECF-47AF-5F20DA89C89B}"/>
                    </a:ext>
                  </a:extLst>
                </p14:cNvPr>
                <p14:cNvContentPartPr/>
                <p14:nvPr/>
              </p14:nvContentPartPr>
              <p14:xfrm>
                <a:off x="4533098" y="5682591"/>
                <a:ext cx="109080" cy="9720"/>
              </p14:xfrm>
            </p:contentPart>
          </mc:Choice>
          <mc:Fallback xmlns="">
            <p:pic>
              <p:nvPicPr>
                <p:cNvPr id="155" name="Ink 154">
                  <a:extLst>
                    <a:ext uri="{FF2B5EF4-FFF2-40B4-BE49-F238E27FC236}">
                      <a16:creationId xmlns:a16="http://schemas.microsoft.com/office/drawing/2014/main" id="{67F084BB-BA6C-AECF-47AF-5F20DA89C89B}"/>
                    </a:ext>
                  </a:extLst>
                </p:cNvPr>
                <p:cNvPicPr/>
                <p:nvPr/>
              </p:nvPicPr>
              <p:blipFill>
                <a:blip r:embed="rId148"/>
                <a:stretch>
                  <a:fillRect/>
                </a:stretch>
              </p:blipFill>
              <p:spPr>
                <a:xfrm>
                  <a:off x="4524098" y="5673591"/>
                  <a:ext cx="1267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56" name="Ink 155">
                  <a:extLst>
                    <a:ext uri="{FF2B5EF4-FFF2-40B4-BE49-F238E27FC236}">
                      <a16:creationId xmlns:a16="http://schemas.microsoft.com/office/drawing/2014/main" id="{B2C9B7FF-2153-31E6-1C89-04ACE1B257A0}"/>
                    </a:ext>
                  </a:extLst>
                </p14:cNvPr>
                <p14:cNvContentPartPr/>
                <p14:nvPr/>
              </p14:nvContentPartPr>
              <p14:xfrm>
                <a:off x="4538498" y="5743071"/>
                <a:ext cx="119160" cy="7920"/>
              </p14:xfrm>
            </p:contentPart>
          </mc:Choice>
          <mc:Fallback xmlns="">
            <p:pic>
              <p:nvPicPr>
                <p:cNvPr id="156" name="Ink 155">
                  <a:extLst>
                    <a:ext uri="{FF2B5EF4-FFF2-40B4-BE49-F238E27FC236}">
                      <a16:creationId xmlns:a16="http://schemas.microsoft.com/office/drawing/2014/main" id="{B2C9B7FF-2153-31E6-1C89-04ACE1B257A0}"/>
                    </a:ext>
                  </a:extLst>
                </p:cNvPr>
                <p:cNvPicPr/>
                <p:nvPr/>
              </p:nvPicPr>
              <p:blipFill>
                <a:blip r:embed="rId150"/>
                <a:stretch>
                  <a:fillRect/>
                </a:stretch>
              </p:blipFill>
              <p:spPr>
                <a:xfrm>
                  <a:off x="4529858" y="5734071"/>
                  <a:ext cx="1368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60" name="Ink 159">
                  <a:extLst>
                    <a:ext uri="{FF2B5EF4-FFF2-40B4-BE49-F238E27FC236}">
                      <a16:creationId xmlns:a16="http://schemas.microsoft.com/office/drawing/2014/main" id="{4B14A74A-0874-9E14-26F5-216FAC1529B5}"/>
                    </a:ext>
                  </a:extLst>
                </p14:cNvPr>
                <p14:cNvContentPartPr/>
                <p14:nvPr/>
              </p14:nvContentPartPr>
              <p14:xfrm>
                <a:off x="4787618" y="5690511"/>
                <a:ext cx="9720" cy="159840"/>
              </p14:xfrm>
            </p:contentPart>
          </mc:Choice>
          <mc:Fallback xmlns="">
            <p:pic>
              <p:nvPicPr>
                <p:cNvPr id="160" name="Ink 159">
                  <a:extLst>
                    <a:ext uri="{FF2B5EF4-FFF2-40B4-BE49-F238E27FC236}">
                      <a16:creationId xmlns:a16="http://schemas.microsoft.com/office/drawing/2014/main" id="{4B14A74A-0874-9E14-26F5-216FAC1529B5}"/>
                    </a:ext>
                  </a:extLst>
                </p:cNvPr>
                <p:cNvPicPr/>
                <p:nvPr/>
              </p:nvPicPr>
              <p:blipFill>
                <a:blip r:embed="rId152"/>
                <a:stretch>
                  <a:fillRect/>
                </a:stretch>
              </p:blipFill>
              <p:spPr>
                <a:xfrm>
                  <a:off x="4778978" y="5681511"/>
                  <a:ext cx="2736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61" name="Ink 160">
                  <a:extLst>
                    <a:ext uri="{FF2B5EF4-FFF2-40B4-BE49-F238E27FC236}">
                      <a16:creationId xmlns:a16="http://schemas.microsoft.com/office/drawing/2014/main" id="{0017A61E-2324-9A4F-4BF5-6A1DCC5846E5}"/>
                    </a:ext>
                  </a:extLst>
                </p14:cNvPr>
                <p14:cNvContentPartPr/>
                <p14:nvPr/>
              </p14:nvContentPartPr>
              <p14:xfrm>
                <a:off x="4880138" y="5681511"/>
                <a:ext cx="126720" cy="191880"/>
              </p14:xfrm>
            </p:contentPart>
          </mc:Choice>
          <mc:Fallback xmlns="">
            <p:pic>
              <p:nvPicPr>
                <p:cNvPr id="161" name="Ink 160">
                  <a:extLst>
                    <a:ext uri="{FF2B5EF4-FFF2-40B4-BE49-F238E27FC236}">
                      <a16:creationId xmlns:a16="http://schemas.microsoft.com/office/drawing/2014/main" id="{0017A61E-2324-9A4F-4BF5-6A1DCC5846E5}"/>
                    </a:ext>
                  </a:extLst>
                </p:cNvPr>
                <p:cNvPicPr/>
                <p:nvPr/>
              </p:nvPicPr>
              <p:blipFill>
                <a:blip r:embed="rId154"/>
                <a:stretch>
                  <a:fillRect/>
                </a:stretch>
              </p:blipFill>
              <p:spPr>
                <a:xfrm>
                  <a:off x="4871498" y="5672511"/>
                  <a:ext cx="1443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62" name="Ink 161">
                  <a:extLst>
                    <a:ext uri="{FF2B5EF4-FFF2-40B4-BE49-F238E27FC236}">
                      <a16:creationId xmlns:a16="http://schemas.microsoft.com/office/drawing/2014/main" id="{A1793606-AA52-7C72-0C57-89CBCAFF99DD}"/>
                    </a:ext>
                  </a:extLst>
                </p14:cNvPr>
                <p14:cNvContentPartPr/>
                <p14:nvPr/>
              </p14:nvContentPartPr>
              <p14:xfrm>
                <a:off x="5060138" y="5701671"/>
                <a:ext cx="104760" cy="142200"/>
              </p14:xfrm>
            </p:contentPart>
          </mc:Choice>
          <mc:Fallback xmlns="">
            <p:pic>
              <p:nvPicPr>
                <p:cNvPr id="162" name="Ink 161">
                  <a:extLst>
                    <a:ext uri="{FF2B5EF4-FFF2-40B4-BE49-F238E27FC236}">
                      <a16:creationId xmlns:a16="http://schemas.microsoft.com/office/drawing/2014/main" id="{A1793606-AA52-7C72-0C57-89CBCAFF99DD}"/>
                    </a:ext>
                  </a:extLst>
                </p:cNvPr>
                <p:cNvPicPr/>
                <p:nvPr/>
              </p:nvPicPr>
              <p:blipFill>
                <a:blip r:embed="rId156"/>
                <a:stretch>
                  <a:fillRect/>
                </a:stretch>
              </p:blipFill>
              <p:spPr>
                <a:xfrm>
                  <a:off x="5051138" y="5692671"/>
                  <a:ext cx="1224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63" name="Ink 162">
                  <a:extLst>
                    <a:ext uri="{FF2B5EF4-FFF2-40B4-BE49-F238E27FC236}">
                      <a16:creationId xmlns:a16="http://schemas.microsoft.com/office/drawing/2014/main" id="{79F8E515-4044-1B14-274A-C1F32E885034}"/>
                    </a:ext>
                  </a:extLst>
                </p14:cNvPr>
                <p14:cNvContentPartPr/>
                <p14:nvPr/>
              </p14:nvContentPartPr>
              <p14:xfrm>
                <a:off x="5291978" y="5730471"/>
                <a:ext cx="26640" cy="119160"/>
              </p14:xfrm>
            </p:contentPart>
          </mc:Choice>
          <mc:Fallback xmlns="">
            <p:pic>
              <p:nvPicPr>
                <p:cNvPr id="163" name="Ink 162">
                  <a:extLst>
                    <a:ext uri="{FF2B5EF4-FFF2-40B4-BE49-F238E27FC236}">
                      <a16:creationId xmlns:a16="http://schemas.microsoft.com/office/drawing/2014/main" id="{79F8E515-4044-1B14-274A-C1F32E885034}"/>
                    </a:ext>
                  </a:extLst>
                </p:cNvPr>
                <p:cNvPicPr/>
                <p:nvPr/>
              </p:nvPicPr>
              <p:blipFill>
                <a:blip r:embed="rId158"/>
                <a:stretch>
                  <a:fillRect/>
                </a:stretch>
              </p:blipFill>
              <p:spPr>
                <a:xfrm>
                  <a:off x="5282978" y="5721471"/>
                  <a:ext cx="442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64" name="Ink 163">
                  <a:extLst>
                    <a:ext uri="{FF2B5EF4-FFF2-40B4-BE49-F238E27FC236}">
                      <a16:creationId xmlns:a16="http://schemas.microsoft.com/office/drawing/2014/main" id="{DE93E4FF-B90B-DE0D-4289-325755B50A2F}"/>
                    </a:ext>
                  </a:extLst>
                </p14:cNvPr>
                <p14:cNvContentPartPr/>
                <p14:nvPr/>
              </p14:nvContentPartPr>
              <p14:xfrm>
                <a:off x="5296298" y="5704191"/>
                <a:ext cx="180720" cy="143280"/>
              </p14:xfrm>
            </p:contentPart>
          </mc:Choice>
          <mc:Fallback xmlns="">
            <p:pic>
              <p:nvPicPr>
                <p:cNvPr id="164" name="Ink 163">
                  <a:extLst>
                    <a:ext uri="{FF2B5EF4-FFF2-40B4-BE49-F238E27FC236}">
                      <a16:creationId xmlns:a16="http://schemas.microsoft.com/office/drawing/2014/main" id="{DE93E4FF-B90B-DE0D-4289-325755B50A2F}"/>
                    </a:ext>
                  </a:extLst>
                </p:cNvPr>
                <p:cNvPicPr/>
                <p:nvPr/>
              </p:nvPicPr>
              <p:blipFill>
                <a:blip r:embed="rId160"/>
                <a:stretch>
                  <a:fillRect/>
                </a:stretch>
              </p:blipFill>
              <p:spPr>
                <a:xfrm>
                  <a:off x="5287298" y="5695191"/>
                  <a:ext cx="1983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68" name="Ink 167">
                  <a:extLst>
                    <a:ext uri="{FF2B5EF4-FFF2-40B4-BE49-F238E27FC236}">
                      <a16:creationId xmlns:a16="http://schemas.microsoft.com/office/drawing/2014/main" id="{F3F7A408-CD71-176F-72C1-1347FAFE5540}"/>
                    </a:ext>
                  </a:extLst>
                </p14:cNvPr>
                <p14:cNvContentPartPr/>
                <p14:nvPr/>
              </p14:nvContentPartPr>
              <p14:xfrm>
                <a:off x="3841898" y="5582151"/>
                <a:ext cx="29880" cy="428040"/>
              </p14:xfrm>
            </p:contentPart>
          </mc:Choice>
          <mc:Fallback xmlns="">
            <p:pic>
              <p:nvPicPr>
                <p:cNvPr id="168" name="Ink 167">
                  <a:extLst>
                    <a:ext uri="{FF2B5EF4-FFF2-40B4-BE49-F238E27FC236}">
                      <a16:creationId xmlns:a16="http://schemas.microsoft.com/office/drawing/2014/main" id="{F3F7A408-CD71-176F-72C1-1347FAFE5540}"/>
                    </a:ext>
                  </a:extLst>
                </p:cNvPr>
                <p:cNvPicPr/>
                <p:nvPr/>
              </p:nvPicPr>
              <p:blipFill>
                <a:blip r:embed="rId162"/>
                <a:stretch>
                  <a:fillRect/>
                </a:stretch>
              </p:blipFill>
              <p:spPr>
                <a:xfrm>
                  <a:off x="3833258" y="5573511"/>
                  <a:ext cx="4752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69" name="Ink 168">
                  <a:extLst>
                    <a:ext uri="{FF2B5EF4-FFF2-40B4-BE49-F238E27FC236}">
                      <a16:creationId xmlns:a16="http://schemas.microsoft.com/office/drawing/2014/main" id="{CC0DA718-8298-5B42-96C5-47D8A0711D9B}"/>
                    </a:ext>
                  </a:extLst>
                </p14:cNvPr>
                <p14:cNvContentPartPr/>
                <p14:nvPr/>
              </p14:nvContentPartPr>
              <p14:xfrm>
                <a:off x="3831458" y="5988951"/>
                <a:ext cx="1677600" cy="57600"/>
              </p14:xfrm>
            </p:contentPart>
          </mc:Choice>
          <mc:Fallback xmlns="">
            <p:pic>
              <p:nvPicPr>
                <p:cNvPr id="169" name="Ink 168">
                  <a:extLst>
                    <a:ext uri="{FF2B5EF4-FFF2-40B4-BE49-F238E27FC236}">
                      <a16:creationId xmlns:a16="http://schemas.microsoft.com/office/drawing/2014/main" id="{CC0DA718-8298-5B42-96C5-47D8A0711D9B}"/>
                    </a:ext>
                  </a:extLst>
                </p:cNvPr>
                <p:cNvPicPr/>
                <p:nvPr/>
              </p:nvPicPr>
              <p:blipFill>
                <a:blip r:embed="rId164"/>
                <a:stretch>
                  <a:fillRect/>
                </a:stretch>
              </p:blipFill>
              <p:spPr>
                <a:xfrm>
                  <a:off x="3822458" y="5979951"/>
                  <a:ext cx="16952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70" name="Ink 169">
                  <a:extLst>
                    <a:ext uri="{FF2B5EF4-FFF2-40B4-BE49-F238E27FC236}">
                      <a16:creationId xmlns:a16="http://schemas.microsoft.com/office/drawing/2014/main" id="{B0AC9E6E-A73D-FB29-1D25-C3EE6B29BFFC}"/>
                    </a:ext>
                  </a:extLst>
                </p14:cNvPr>
                <p14:cNvContentPartPr/>
                <p14:nvPr/>
              </p14:nvContentPartPr>
              <p14:xfrm>
                <a:off x="5539658" y="5624271"/>
                <a:ext cx="22680" cy="380160"/>
              </p14:xfrm>
            </p:contentPart>
          </mc:Choice>
          <mc:Fallback xmlns="">
            <p:pic>
              <p:nvPicPr>
                <p:cNvPr id="170" name="Ink 169">
                  <a:extLst>
                    <a:ext uri="{FF2B5EF4-FFF2-40B4-BE49-F238E27FC236}">
                      <a16:creationId xmlns:a16="http://schemas.microsoft.com/office/drawing/2014/main" id="{B0AC9E6E-A73D-FB29-1D25-C3EE6B29BFFC}"/>
                    </a:ext>
                  </a:extLst>
                </p:cNvPr>
                <p:cNvPicPr/>
                <p:nvPr/>
              </p:nvPicPr>
              <p:blipFill>
                <a:blip r:embed="rId166"/>
                <a:stretch>
                  <a:fillRect/>
                </a:stretch>
              </p:blipFill>
              <p:spPr>
                <a:xfrm>
                  <a:off x="5530658" y="5615631"/>
                  <a:ext cx="4032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71" name="Ink 170">
                  <a:extLst>
                    <a:ext uri="{FF2B5EF4-FFF2-40B4-BE49-F238E27FC236}">
                      <a16:creationId xmlns:a16="http://schemas.microsoft.com/office/drawing/2014/main" id="{B24290C2-0AC5-C224-15DC-0529CD68D330}"/>
                    </a:ext>
                  </a:extLst>
                </p14:cNvPr>
                <p14:cNvContentPartPr/>
                <p14:nvPr/>
              </p14:nvContentPartPr>
              <p14:xfrm>
                <a:off x="3821378" y="5569551"/>
                <a:ext cx="1779120" cy="80640"/>
              </p14:xfrm>
            </p:contentPart>
          </mc:Choice>
          <mc:Fallback xmlns="">
            <p:pic>
              <p:nvPicPr>
                <p:cNvPr id="171" name="Ink 170">
                  <a:extLst>
                    <a:ext uri="{FF2B5EF4-FFF2-40B4-BE49-F238E27FC236}">
                      <a16:creationId xmlns:a16="http://schemas.microsoft.com/office/drawing/2014/main" id="{B24290C2-0AC5-C224-15DC-0529CD68D330}"/>
                    </a:ext>
                  </a:extLst>
                </p:cNvPr>
                <p:cNvPicPr/>
                <p:nvPr/>
              </p:nvPicPr>
              <p:blipFill>
                <a:blip r:embed="rId168"/>
                <a:stretch>
                  <a:fillRect/>
                </a:stretch>
              </p:blipFill>
              <p:spPr>
                <a:xfrm>
                  <a:off x="3812738" y="5560911"/>
                  <a:ext cx="1796760" cy="98280"/>
                </a:xfrm>
                <a:prstGeom prst="rect">
                  <a:avLst/>
                </a:prstGeom>
              </p:spPr>
            </p:pic>
          </mc:Fallback>
        </mc:AlternateContent>
      </p:grpSp>
      <p:grpSp>
        <p:nvGrpSpPr>
          <p:cNvPr id="179" name="Group 178">
            <a:extLst>
              <a:ext uri="{FF2B5EF4-FFF2-40B4-BE49-F238E27FC236}">
                <a16:creationId xmlns:a16="http://schemas.microsoft.com/office/drawing/2014/main" id="{C723DD23-48E9-5D66-8A0A-3B81396AB640}"/>
              </a:ext>
            </a:extLst>
          </p:cNvPr>
          <p:cNvGrpSpPr/>
          <p:nvPr/>
        </p:nvGrpSpPr>
        <p:grpSpPr>
          <a:xfrm>
            <a:off x="3895538" y="2707191"/>
            <a:ext cx="3731760" cy="2454480"/>
            <a:chOff x="3895538" y="2707191"/>
            <a:chExt cx="3731760" cy="2454480"/>
          </a:xfrm>
        </p:grpSpPr>
        <mc:AlternateContent xmlns:mc="http://schemas.openxmlformats.org/markup-compatibility/2006" xmlns:p14="http://schemas.microsoft.com/office/powerpoint/2010/main">
          <mc:Choice Requires="p14">
            <p:contentPart p14:bwMode="auto" r:id="rId169">
              <p14:nvContentPartPr>
                <p14:cNvPr id="59" name="Ink 58">
                  <a:extLst>
                    <a:ext uri="{FF2B5EF4-FFF2-40B4-BE49-F238E27FC236}">
                      <a16:creationId xmlns:a16="http://schemas.microsoft.com/office/drawing/2014/main" id="{599FA855-8537-FA14-F2A2-17C39F5A16B2}"/>
                    </a:ext>
                  </a:extLst>
                </p14:cNvPr>
                <p14:cNvContentPartPr/>
                <p14:nvPr/>
              </p14:nvContentPartPr>
              <p14:xfrm>
                <a:off x="4223858" y="3179871"/>
                <a:ext cx="137520" cy="439560"/>
              </p14:xfrm>
            </p:contentPart>
          </mc:Choice>
          <mc:Fallback xmlns="">
            <p:pic>
              <p:nvPicPr>
                <p:cNvPr id="59" name="Ink 58">
                  <a:extLst>
                    <a:ext uri="{FF2B5EF4-FFF2-40B4-BE49-F238E27FC236}">
                      <a16:creationId xmlns:a16="http://schemas.microsoft.com/office/drawing/2014/main" id="{599FA855-8537-FA14-F2A2-17C39F5A16B2}"/>
                    </a:ext>
                  </a:extLst>
                </p:cNvPr>
                <p:cNvPicPr/>
                <p:nvPr/>
              </p:nvPicPr>
              <p:blipFill>
                <a:blip r:embed="rId170"/>
                <a:stretch>
                  <a:fillRect/>
                </a:stretch>
              </p:blipFill>
              <p:spPr>
                <a:xfrm>
                  <a:off x="4215218" y="3170871"/>
                  <a:ext cx="15516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60" name="Ink 59">
                  <a:extLst>
                    <a:ext uri="{FF2B5EF4-FFF2-40B4-BE49-F238E27FC236}">
                      <a16:creationId xmlns:a16="http://schemas.microsoft.com/office/drawing/2014/main" id="{DD5D59EE-B3C3-19D6-FF8D-7DA260F8E963}"/>
                    </a:ext>
                  </a:extLst>
                </p14:cNvPr>
                <p14:cNvContentPartPr/>
                <p14:nvPr/>
              </p14:nvContentPartPr>
              <p14:xfrm>
                <a:off x="4154378" y="3430431"/>
                <a:ext cx="219600" cy="18360"/>
              </p14:xfrm>
            </p:contentPart>
          </mc:Choice>
          <mc:Fallback xmlns="">
            <p:pic>
              <p:nvPicPr>
                <p:cNvPr id="60" name="Ink 59">
                  <a:extLst>
                    <a:ext uri="{FF2B5EF4-FFF2-40B4-BE49-F238E27FC236}">
                      <a16:creationId xmlns:a16="http://schemas.microsoft.com/office/drawing/2014/main" id="{DD5D59EE-B3C3-19D6-FF8D-7DA260F8E963}"/>
                    </a:ext>
                  </a:extLst>
                </p:cNvPr>
                <p:cNvPicPr/>
                <p:nvPr/>
              </p:nvPicPr>
              <p:blipFill>
                <a:blip r:embed="rId172"/>
                <a:stretch>
                  <a:fillRect/>
                </a:stretch>
              </p:blipFill>
              <p:spPr>
                <a:xfrm>
                  <a:off x="4145378" y="3421791"/>
                  <a:ext cx="2372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61" name="Ink 60">
                  <a:extLst>
                    <a:ext uri="{FF2B5EF4-FFF2-40B4-BE49-F238E27FC236}">
                      <a16:creationId xmlns:a16="http://schemas.microsoft.com/office/drawing/2014/main" id="{2FA0610B-2407-1A51-0C2E-3FF65808612D}"/>
                    </a:ext>
                  </a:extLst>
                </p14:cNvPr>
                <p14:cNvContentPartPr/>
                <p14:nvPr/>
              </p14:nvContentPartPr>
              <p14:xfrm>
                <a:off x="4417178" y="3429351"/>
                <a:ext cx="112320" cy="155160"/>
              </p14:xfrm>
            </p:contentPart>
          </mc:Choice>
          <mc:Fallback xmlns="">
            <p:pic>
              <p:nvPicPr>
                <p:cNvPr id="61" name="Ink 60">
                  <a:extLst>
                    <a:ext uri="{FF2B5EF4-FFF2-40B4-BE49-F238E27FC236}">
                      <a16:creationId xmlns:a16="http://schemas.microsoft.com/office/drawing/2014/main" id="{2FA0610B-2407-1A51-0C2E-3FF65808612D}"/>
                    </a:ext>
                  </a:extLst>
                </p:cNvPr>
                <p:cNvPicPr/>
                <p:nvPr/>
              </p:nvPicPr>
              <p:blipFill>
                <a:blip r:embed="rId174"/>
                <a:stretch>
                  <a:fillRect/>
                </a:stretch>
              </p:blipFill>
              <p:spPr>
                <a:xfrm>
                  <a:off x="4408538" y="3420711"/>
                  <a:ext cx="1299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62" name="Ink 61">
                  <a:extLst>
                    <a:ext uri="{FF2B5EF4-FFF2-40B4-BE49-F238E27FC236}">
                      <a16:creationId xmlns:a16="http://schemas.microsoft.com/office/drawing/2014/main" id="{FDB29061-D94B-58A0-FB43-AE811ECA0165}"/>
                    </a:ext>
                  </a:extLst>
                </p14:cNvPr>
                <p14:cNvContentPartPr/>
                <p14:nvPr/>
              </p14:nvContentPartPr>
              <p14:xfrm>
                <a:off x="4646138" y="3319911"/>
                <a:ext cx="96480" cy="18360"/>
              </p14:xfrm>
            </p:contentPart>
          </mc:Choice>
          <mc:Fallback xmlns="">
            <p:pic>
              <p:nvPicPr>
                <p:cNvPr id="62" name="Ink 61">
                  <a:extLst>
                    <a:ext uri="{FF2B5EF4-FFF2-40B4-BE49-F238E27FC236}">
                      <a16:creationId xmlns:a16="http://schemas.microsoft.com/office/drawing/2014/main" id="{FDB29061-D94B-58A0-FB43-AE811ECA0165}"/>
                    </a:ext>
                  </a:extLst>
                </p:cNvPr>
                <p:cNvPicPr/>
                <p:nvPr/>
              </p:nvPicPr>
              <p:blipFill>
                <a:blip r:embed="rId176"/>
                <a:stretch>
                  <a:fillRect/>
                </a:stretch>
              </p:blipFill>
              <p:spPr>
                <a:xfrm>
                  <a:off x="4637498" y="3311271"/>
                  <a:ext cx="1141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63" name="Ink 62">
                  <a:extLst>
                    <a:ext uri="{FF2B5EF4-FFF2-40B4-BE49-F238E27FC236}">
                      <a16:creationId xmlns:a16="http://schemas.microsoft.com/office/drawing/2014/main" id="{E0735ADD-36ED-3F0E-85A5-C01AE1E0F80E}"/>
                    </a:ext>
                  </a:extLst>
                </p14:cNvPr>
                <p14:cNvContentPartPr/>
                <p14:nvPr/>
              </p14:nvContentPartPr>
              <p14:xfrm>
                <a:off x="4655498" y="3385071"/>
                <a:ext cx="61200" cy="4320"/>
              </p14:xfrm>
            </p:contentPart>
          </mc:Choice>
          <mc:Fallback xmlns="">
            <p:pic>
              <p:nvPicPr>
                <p:cNvPr id="63" name="Ink 62">
                  <a:extLst>
                    <a:ext uri="{FF2B5EF4-FFF2-40B4-BE49-F238E27FC236}">
                      <a16:creationId xmlns:a16="http://schemas.microsoft.com/office/drawing/2014/main" id="{E0735ADD-36ED-3F0E-85A5-C01AE1E0F80E}"/>
                    </a:ext>
                  </a:extLst>
                </p:cNvPr>
                <p:cNvPicPr/>
                <p:nvPr/>
              </p:nvPicPr>
              <p:blipFill>
                <a:blip r:embed="rId178"/>
                <a:stretch>
                  <a:fillRect/>
                </a:stretch>
              </p:blipFill>
              <p:spPr>
                <a:xfrm>
                  <a:off x="4646858" y="3376431"/>
                  <a:ext cx="788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64" name="Ink 63">
                  <a:extLst>
                    <a:ext uri="{FF2B5EF4-FFF2-40B4-BE49-F238E27FC236}">
                      <a16:creationId xmlns:a16="http://schemas.microsoft.com/office/drawing/2014/main" id="{4C071BC7-4C9E-9112-3E5D-084B5C1B3922}"/>
                    </a:ext>
                  </a:extLst>
                </p14:cNvPr>
                <p14:cNvContentPartPr/>
                <p14:nvPr/>
              </p14:nvContentPartPr>
              <p14:xfrm>
                <a:off x="4848458" y="3217311"/>
                <a:ext cx="201960" cy="207000"/>
              </p14:xfrm>
            </p:contentPart>
          </mc:Choice>
          <mc:Fallback xmlns="">
            <p:pic>
              <p:nvPicPr>
                <p:cNvPr id="64" name="Ink 63">
                  <a:extLst>
                    <a:ext uri="{FF2B5EF4-FFF2-40B4-BE49-F238E27FC236}">
                      <a16:creationId xmlns:a16="http://schemas.microsoft.com/office/drawing/2014/main" id="{4C071BC7-4C9E-9112-3E5D-084B5C1B3922}"/>
                    </a:ext>
                  </a:extLst>
                </p:cNvPr>
                <p:cNvPicPr/>
                <p:nvPr/>
              </p:nvPicPr>
              <p:blipFill>
                <a:blip r:embed="rId180"/>
                <a:stretch>
                  <a:fillRect/>
                </a:stretch>
              </p:blipFill>
              <p:spPr>
                <a:xfrm>
                  <a:off x="4839818" y="3208311"/>
                  <a:ext cx="2196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65" name="Ink 64">
                  <a:extLst>
                    <a:ext uri="{FF2B5EF4-FFF2-40B4-BE49-F238E27FC236}">
                      <a16:creationId xmlns:a16="http://schemas.microsoft.com/office/drawing/2014/main" id="{681D7AAE-24CE-B5AD-A407-B5DCB4100139}"/>
                    </a:ext>
                  </a:extLst>
                </p14:cNvPr>
                <p14:cNvContentPartPr/>
                <p14:nvPr/>
              </p14:nvContentPartPr>
              <p14:xfrm>
                <a:off x="5086058" y="3326751"/>
                <a:ext cx="127800" cy="152280"/>
              </p14:xfrm>
            </p:contentPart>
          </mc:Choice>
          <mc:Fallback xmlns="">
            <p:pic>
              <p:nvPicPr>
                <p:cNvPr id="65" name="Ink 64">
                  <a:extLst>
                    <a:ext uri="{FF2B5EF4-FFF2-40B4-BE49-F238E27FC236}">
                      <a16:creationId xmlns:a16="http://schemas.microsoft.com/office/drawing/2014/main" id="{681D7AAE-24CE-B5AD-A407-B5DCB4100139}"/>
                    </a:ext>
                  </a:extLst>
                </p:cNvPr>
                <p:cNvPicPr/>
                <p:nvPr/>
              </p:nvPicPr>
              <p:blipFill>
                <a:blip r:embed="rId182"/>
                <a:stretch>
                  <a:fillRect/>
                </a:stretch>
              </p:blipFill>
              <p:spPr>
                <a:xfrm>
                  <a:off x="5077058" y="3317751"/>
                  <a:ext cx="1454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66" name="Ink 65">
                  <a:extLst>
                    <a:ext uri="{FF2B5EF4-FFF2-40B4-BE49-F238E27FC236}">
                      <a16:creationId xmlns:a16="http://schemas.microsoft.com/office/drawing/2014/main" id="{C9DF912C-8CF8-5B80-6DB1-9A8C2EF5DED8}"/>
                    </a:ext>
                  </a:extLst>
                </p14:cNvPr>
                <p14:cNvContentPartPr/>
                <p14:nvPr/>
              </p14:nvContentPartPr>
              <p14:xfrm>
                <a:off x="5309258" y="3225591"/>
                <a:ext cx="3960" cy="168120"/>
              </p14:xfrm>
            </p:contentPart>
          </mc:Choice>
          <mc:Fallback xmlns="">
            <p:pic>
              <p:nvPicPr>
                <p:cNvPr id="66" name="Ink 65">
                  <a:extLst>
                    <a:ext uri="{FF2B5EF4-FFF2-40B4-BE49-F238E27FC236}">
                      <a16:creationId xmlns:a16="http://schemas.microsoft.com/office/drawing/2014/main" id="{C9DF912C-8CF8-5B80-6DB1-9A8C2EF5DED8}"/>
                    </a:ext>
                  </a:extLst>
                </p:cNvPr>
                <p:cNvPicPr/>
                <p:nvPr/>
              </p:nvPicPr>
              <p:blipFill>
                <a:blip r:embed="rId184"/>
                <a:stretch>
                  <a:fillRect/>
                </a:stretch>
              </p:blipFill>
              <p:spPr>
                <a:xfrm>
                  <a:off x="5300618" y="3216591"/>
                  <a:ext cx="216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67" name="Ink 66">
                  <a:extLst>
                    <a:ext uri="{FF2B5EF4-FFF2-40B4-BE49-F238E27FC236}">
                      <a16:creationId xmlns:a16="http://schemas.microsoft.com/office/drawing/2014/main" id="{0E2BC5DD-41B6-BDC1-4F4B-99E6893B4DF7}"/>
                    </a:ext>
                  </a:extLst>
                </p14:cNvPr>
                <p14:cNvContentPartPr/>
                <p14:nvPr/>
              </p14:nvContentPartPr>
              <p14:xfrm>
                <a:off x="5290898" y="3200751"/>
                <a:ext cx="138240" cy="204120"/>
              </p14:xfrm>
            </p:contentPart>
          </mc:Choice>
          <mc:Fallback xmlns="">
            <p:pic>
              <p:nvPicPr>
                <p:cNvPr id="67" name="Ink 66">
                  <a:extLst>
                    <a:ext uri="{FF2B5EF4-FFF2-40B4-BE49-F238E27FC236}">
                      <a16:creationId xmlns:a16="http://schemas.microsoft.com/office/drawing/2014/main" id="{0E2BC5DD-41B6-BDC1-4F4B-99E6893B4DF7}"/>
                    </a:ext>
                  </a:extLst>
                </p:cNvPr>
                <p:cNvPicPr/>
                <p:nvPr/>
              </p:nvPicPr>
              <p:blipFill>
                <a:blip r:embed="rId186"/>
                <a:stretch>
                  <a:fillRect/>
                </a:stretch>
              </p:blipFill>
              <p:spPr>
                <a:xfrm>
                  <a:off x="5281898" y="3192111"/>
                  <a:ext cx="1558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68" name="Ink 67">
                  <a:extLst>
                    <a:ext uri="{FF2B5EF4-FFF2-40B4-BE49-F238E27FC236}">
                      <a16:creationId xmlns:a16="http://schemas.microsoft.com/office/drawing/2014/main" id="{8D22B537-D319-9547-D66A-2AF319E0E7FE}"/>
                    </a:ext>
                  </a:extLst>
                </p14:cNvPr>
                <p14:cNvContentPartPr/>
                <p14:nvPr/>
              </p14:nvContentPartPr>
              <p14:xfrm>
                <a:off x="5243378" y="3087711"/>
                <a:ext cx="260640" cy="14400"/>
              </p14:xfrm>
            </p:contentPart>
          </mc:Choice>
          <mc:Fallback xmlns="">
            <p:pic>
              <p:nvPicPr>
                <p:cNvPr id="68" name="Ink 67">
                  <a:extLst>
                    <a:ext uri="{FF2B5EF4-FFF2-40B4-BE49-F238E27FC236}">
                      <a16:creationId xmlns:a16="http://schemas.microsoft.com/office/drawing/2014/main" id="{8D22B537-D319-9547-D66A-2AF319E0E7FE}"/>
                    </a:ext>
                  </a:extLst>
                </p:cNvPr>
                <p:cNvPicPr/>
                <p:nvPr/>
              </p:nvPicPr>
              <p:blipFill>
                <a:blip r:embed="rId188"/>
                <a:stretch>
                  <a:fillRect/>
                </a:stretch>
              </p:blipFill>
              <p:spPr>
                <a:xfrm>
                  <a:off x="5234378" y="3079071"/>
                  <a:ext cx="2782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69" name="Ink 68">
                  <a:extLst>
                    <a:ext uri="{FF2B5EF4-FFF2-40B4-BE49-F238E27FC236}">
                      <a16:creationId xmlns:a16="http://schemas.microsoft.com/office/drawing/2014/main" id="{1E5C7FA6-39EB-2462-D6DA-3CAC464A9EA7}"/>
                    </a:ext>
                  </a:extLst>
                </p14:cNvPr>
                <p14:cNvContentPartPr/>
                <p14:nvPr/>
              </p14:nvContentPartPr>
              <p14:xfrm>
                <a:off x="5447858" y="3058911"/>
                <a:ext cx="71280" cy="111960"/>
              </p14:xfrm>
            </p:contentPart>
          </mc:Choice>
          <mc:Fallback xmlns="">
            <p:pic>
              <p:nvPicPr>
                <p:cNvPr id="69" name="Ink 68">
                  <a:extLst>
                    <a:ext uri="{FF2B5EF4-FFF2-40B4-BE49-F238E27FC236}">
                      <a16:creationId xmlns:a16="http://schemas.microsoft.com/office/drawing/2014/main" id="{1E5C7FA6-39EB-2462-D6DA-3CAC464A9EA7}"/>
                    </a:ext>
                  </a:extLst>
                </p:cNvPr>
                <p:cNvPicPr/>
                <p:nvPr/>
              </p:nvPicPr>
              <p:blipFill>
                <a:blip r:embed="rId190"/>
                <a:stretch>
                  <a:fillRect/>
                </a:stretch>
              </p:blipFill>
              <p:spPr>
                <a:xfrm>
                  <a:off x="5438858" y="3049911"/>
                  <a:ext cx="889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71" name="Ink 70">
                  <a:extLst>
                    <a:ext uri="{FF2B5EF4-FFF2-40B4-BE49-F238E27FC236}">
                      <a16:creationId xmlns:a16="http://schemas.microsoft.com/office/drawing/2014/main" id="{1E637CBB-7B49-F09A-01BA-4B0771D7CE11}"/>
                    </a:ext>
                  </a:extLst>
                </p14:cNvPr>
                <p14:cNvContentPartPr/>
                <p14:nvPr/>
              </p14:nvContentPartPr>
              <p14:xfrm>
                <a:off x="4196498" y="3000591"/>
                <a:ext cx="191520" cy="8280"/>
              </p14:xfrm>
            </p:contentPart>
          </mc:Choice>
          <mc:Fallback xmlns="">
            <p:pic>
              <p:nvPicPr>
                <p:cNvPr id="71" name="Ink 70">
                  <a:extLst>
                    <a:ext uri="{FF2B5EF4-FFF2-40B4-BE49-F238E27FC236}">
                      <a16:creationId xmlns:a16="http://schemas.microsoft.com/office/drawing/2014/main" id="{1E637CBB-7B49-F09A-01BA-4B0771D7CE11}"/>
                    </a:ext>
                  </a:extLst>
                </p:cNvPr>
                <p:cNvPicPr/>
                <p:nvPr/>
              </p:nvPicPr>
              <p:blipFill>
                <a:blip r:embed="rId192"/>
                <a:stretch>
                  <a:fillRect/>
                </a:stretch>
              </p:blipFill>
              <p:spPr>
                <a:xfrm>
                  <a:off x="4187858" y="2991951"/>
                  <a:ext cx="2091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72" name="Ink 71">
                  <a:extLst>
                    <a:ext uri="{FF2B5EF4-FFF2-40B4-BE49-F238E27FC236}">
                      <a16:creationId xmlns:a16="http://schemas.microsoft.com/office/drawing/2014/main" id="{8A3830ED-40CC-6FC6-EDEA-67BBB35DF1F1}"/>
                    </a:ext>
                  </a:extLst>
                </p14:cNvPr>
                <p14:cNvContentPartPr/>
                <p14:nvPr/>
              </p14:nvContentPartPr>
              <p14:xfrm>
                <a:off x="4346258" y="2983671"/>
                <a:ext cx="43560" cy="41760"/>
              </p14:xfrm>
            </p:contentPart>
          </mc:Choice>
          <mc:Fallback xmlns="">
            <p:pic>
              <p:nvPicPr>
                <p:cNvPr id="72" name="Ink 71">
                  <a:extLst>
                    <a:ext uri="{FF2B5EF4-FFF2-40B4-BE49-F238E27FC236}">
                      <a16:creationId xmlns:a16="http://schemas.microsoft.com/office/drawing/2014/main" id="{8A3830ED-40CC-6FC6-EDEA-67BBB35DF1F1}"/>
                    </a:ext>
                  </a:extLst>
                </p:cNvPr>
                <p:cNvPicPr/>
                <p:nvPr/>
              </p:nvPicPr>
              <p:blipFill>
                <a:blip r:embed="rId194"/>
                <a:stretch>
                  <a:fillRect/>
                </a:stretch>
              </p:blipFill>
              <p:spPr>
                <a:xfrm>
                  <a:off x="4337258" y="2975031"/>
                  <a:ext cx="612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74" name="Ink 73">
                  <a:extLst>
                    <a:ext uri="{FF2B5EF4-FFF2-40B4-BE49-F238E27FC236}">
                      <a16:creationId xmlns:a16="http://schemas.microsoft.com/office/drawing/2014/main" id="{9B27B4EA-AC3F-C9B1-479A-0C54F7049030}"/>
                    </a:ext>
                  </a:extLst>
                </p14:cNvPr>
                <p14:cNvContentPartPr/>
                <p14:nvPr/>
              </p14:nvContentPartPr>
              <p14:xfrm>
                <a:off x="5736218" y="3268071"/>
                <a:ext cx="81720" cy="50760"/>
              </p14:xfrm>
            </p:contentPart>
          </mc:Choice>
          <mc:Fallback xmlns="">
            <p:pic>
              <p:nvPicPr>
                <p:cNvPr id="74" name="Ink 73">
                  <a:extLst>
                    <a:ext uri="{FF2B5EF4-FFF2-40B4-BE49-F238E27FC236}">
                      <a16:creationId xmlns:a16="http://schemas.microsoft.com/office/drawing/2014/main" id="{9B27B4EA-AC3F-C9B1-479A-0C54F7049030}"/>
                    </a:ext>
                  </a:extLst>
                </p:cNvPr>
                <p:cNvPicPr/>
                <p:nvPr/>
              </p:nvPicPr>
              <p:blipFill>
                <a:blip r:embed="rId196"/>
                <a:stretch>
                  <a:fillRect/>
                </a:stretch>
              </p:blipFill>
              <p:spPr>
                <a:xfrm>
                  <a:off x="5727218" y="3259431"/>
                  <a:ext cx="993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75" name="Ink 74">
                  <a:extLst>
                    <a:ext uri="{FF2B5EF4-FFF2-40B4-BE49-F238E27FC236}">
                      <a16:creationId xmlns:a16="http://schemas.microsoft.com/office/drawing/2014/main" id="{1582106B-0016-6DEA-2452-80F327D75DBA}"/>
                    </a:ext>
                  </a:extLst>
                </p14:cNvPr>
                <p14:cNvContentPartPr/>
                <p14:nvPr/>
              </p14:nvContentPartPr>
              <p14:xfrm>
                <a:off x="5728298" y="3349431"/>
                <a:ext cx="74880" cy="7560"/>
              </p14:xfrm>
            </p:contentPart>
          </mc:Choice>
          <mc:Fallback xmlns="">
            <p:pic>
              <p:nvPicPr>
                <p:cNvPr id="75" name="Ink 74">
                  <a:extLst>
                    <a:ext uri="{FF2B5EF4-FFF2-40B4-BE49-F238E27FC236}">
                      <a16:creationId xmlns:a16="http://schemas.microsoft.com/office/drawing/2014/main" id="{1582106B-0016-6DEA-2452-80F327D75DBA}"/>
                    </a:ext>
                  </a:extLst>
                </p:cNvPr>
                <p:cNvPicPr/>
                <p:nvPr/>
              </p:nvPicPr>
              <p:blipFill>
                <a:blip r:embed="rId198"/>
                <a:stretch>
                  <a:fillRect/>
                </a:stretch>
              </p:blipFill>
              <p:spPr>
                <a:xfrm>
                  <a:off x="5719298" y="3340791"/>
                  <a:ext cx="925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76" name="Ink 75">
                  <a:extLst>
                    <a:ext uri="{FF2B5EF4-FFF2-40B4-BE49-F238E27FC236}">
                      <a16:creationId xmlns:a16="http://schemas.microsoft.com/office/drawing/2014/main" id="{30AD4113-4A6F-78A5-22C7-56A2C418E5D8}"/>
                    </a:ext>
                  </a:extLst>
                </p14:cNvPr>
                <p14:cNvContentPartPr/>
                <p14:nvPr/>
              </p14:nvContentPartPr>
              <p14:xfrm>
                <a:off x="5952938" y="3192831"/>
                <a:ext cx="235080" cy="187920"/>
              </p14:xfrm>
            </p:contentPart>
          </mc:Choice>
          <mc:Fallback xmlns="">
            <p:pic>
              <p:nvPicPr>
                <p:cNvPr id="76" name="Ink 75">
                  <a:extLst>
                    <a:ext uri="{FF2B5EF4-FFF2-40B4-BE49-F238E27FC236}">
                      <a16:creationId xmlns:a16="http://schemas.microsoft.com/office/drawing/2014/main" id="{30AD4113-4A6F-78A5-22C7-56A2C418E5D8}"/>
                    </a:ext>
                  </a:extLst>
                </p:cNvPr>
                <p:cNvPicPr/>
                <p:nvPr/>
              </p:nvPicPr>
              <p:blipFill>
                <a:blip r:embed="rId200"/>
                <a:stretch>
                  <a:fillRect/>
                </a:stretch>
              </p:blipFill>
              <p:spPr>
                <a:xfrm>
                  <a:off x="5943938" y="3183831"/>
                  <a:ext cx="2527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77" name="Ink 76">
                  <a:extLst>
                    <a:ext uri="{FF2B5EF4-FFF2-40B4-BE49-F238E27FC236}">
                      <a16:creationId xmlns:a16="http://schemas.microsoft.com/office/drawing/2014/main" id="{9A442E0B-B9DC-940B-4B4D-4C6858C0D6AD}"/>
                    </a:ext>
                  </a:extLst>
                </p14:cNvPr>
                <p14:cNvContentPartPr/>
                <p14:nvPr/>
              </p14:nvContentPartPr>
              <p14:xfrm>
                <a:off x="6250298" y="3284631"/>
                <a:ext cx="84600" cy="154080"/>
              </p14:xfrm>
            </p:contentPart>
          </mc:Choice>
          <mc:Fallback xmlns="">
            <p:pic>
              <p:nvPicPr>
                <p:cNvPr id="77" name="Ink 76">
                  <a:extLst>
                    <a:ext uri="{FF2B5EF4-FFF2-40B4-BE49-F238E27FC236}">
                      <a16:creationId xmlns:a16="http://schemas.microsoft.com/office/drawing/2014/main" id="{9A442E0B-B9DC-940B-4B4D-4C6858C0D6AD}"/>
                    </a:ext>
                  </a:extLst>
                </p:cNvPr>
                <p:cNvPicPr/>
                <p:nvPr/>
              </p:nvPicPr>
              <p:blipFill>
                <a:blip r:embed="rId202"/>
                <a:stretch>
                  <a:fillRect/>
                </a:stretch>
              </p:blipFill>
              <p:spPr>
                <a:xfrm>
                  <a:off x="6241658" y="3275991"/>
                  <a:ext cx="1022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78" name="Ink 77">
                  <a:extLst>
                    <a:ext uri="{FF2B5EF4-FFF2-40B4-BE49-F238E27FC236}">
                      <a16:creationId xmlns:a16="http://schemas.microsoft.com/office/drawing/2014/main" id="{3080B0AE-DB60-1318-4FE0-893DB24BE2F0}"/>
                    </a:ext>
                  </a:extLst>
                </p14:cNvPr>
                <p14:cNvContentPartPr/>
                <p14:nvPr/>
              </p14:nvContentPartPr>
              <p14:xfrm>
                <a:off x="6452978" y="3242871"/>
                <a:ext cx="360" cy="360"/>
              </p14:xfrm>
            </p:contentPart>
          </mc:Choice>
          <mc:Fallback xmlns="">
            <p:pic>
              <p:nvPicPr>
                <p:cNvPr id="78" name="Ink 77">
                  <a:extLst>
                    <a:ext uri="{FF2B5EF4-FFF2-40B4-BE49-F238E27FC236}">
                      <a16:creationId xmlns:a16="http://schemas.microsoft.com/office/drawing/2014/main" id="{3080B0AE-DB60-1318-4FE0-893DB24BE2F0}"/>
                    </a:ext>
                  </a:extLst>
                </p:cNvPr>
                <p:cNvPicPr/>
                <p:nvPr/>
              </p:nvPicPr>
              <p:blipFill>
                <a:blip r:embed="rId5"/>
                <a:stretch>
                  <a:fillRect/>
                </a:stretch>
              </p:blipFill>
              <p:spPr>
                <a:xfrm>
                  <a:off x="6444338" y="323423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79" name="Ink 78">
                  <a:extLst>
                    <a:ext uri="{FF2B5EF4-FFF2-40B4-BE49-F238E27FC236}">
                      <a16:creationId xmlns:a16="http://schemas.microsoft.com/office/drawing/2014/main" id="{B440930F-E60A-A239-E776-BF98EAD2401B}"/>
                    </a:ext>
                  </a:extLst>
                </p14:cNvPr>
                <p14:cNvContentPartPr/>
                <p14:nvPr/>
              </p14:nvContentPartPr>
              <p14:xfrm>
                <a:off x="6441098" y="3249351"/>
                <a:ext cx="252720" cy="141840"/>
              </p14:xfrm>
            </p:contentPart>
          </mc:Choice>
          <mc:Fallback xmlns="">
            <p:pic>
              <p:nvPicPr>
                <p:cNvPr id="79" name="Ink 78">
                  <a:extLst>
                    <a:ext uri="{FF2B5EF4-FFF2-40B4-BE49-F238E27FC236}">
                      <a16:creationId xmlns:a16="http://schemas.microsoft.com/office/drawing/2014/main" id="{B440930F-E60A-A239-E776-BF98EAD2401B}"/>
                    </a:ext>
                  </a:extLst>
                </p:cNvPr>
                <p:cNvPicPr/>
                <p:nvPr/>
              </p:nvPicPr>
              <p:blipFill>
                <a:blip r:embed="rId205"/>
                <a:stretch>
                  <a:fillRect/>
                </a:stretch>
              </p:blipFill>
              <p:spPr>
                <a:xfrm>
                  <a:off x="6432098" y="3240711"/>
                  <a:ext cx="27036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80" name="Ink 79">
                  <a:extLst>
                    <a:ext uri="{FF2B5EF4-FFF2-40B4-BE49-F238E27FC236}">
                      <a16:creationId xmlns:a16="http://schemas.microsoft.com/office/drawing/2014/main" id="{54817AC6-5952-4862-9AC2-558EB29A0A6B}"/>
                    </a:ext>
                  </a:extLst>
                </p14:cNvPr>
                <p14:cNvContentPartPr/>
                <p14:nvPr/>
              </p14:nvContentPartPr>
              <p14:xfrm>
                <a:off x="6715058" y="3258711"/>
                <a:ext cx="213480" cy="380880"/>
              </p14:xfrm>
            </p:contentPart>
          </mc:Choice>
          <mc:Fallback xmlns="">
            <p:pic>
              <p:nvPicPr>
                <p:cNvPr id="80" name="Ink 79">
                  <a:extLst>
                    <a:ext uri="{FF2B5EF4-FFF2-40B4-BE49-F238E27FC236}">
                      <a16:creationId xmlns:a16="http://schemas.microsoft.com/office/drawing/2014/main" id="{54817AC6-5952-4862-9AC2-558EB29A0A6B}"/>
                    </a:ext>
                  </a:extLst>
                </p:cNvPr>
                <p:cNvPicPr/>
                <p:nvPr/>
              </p:nvPicPr>
              <p:blipFill>
                <a:blip r:embed="rId207"/>
                <a:stretch>
                  <a:fillRect/>
                </a:stretch>
              </p:blipFill>
              <p:spPr>
                <a:xfrm>
                  <a:off x="6706058" y="3250071"/>
                  <a:ext cx="23112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82" name="Ink 81">
                  <a:extLst>
                    <a:ext uri="{FF2B5EF4-FFF2-40B4-BE49-F238E27FC236}">
                      <a16:creationId xmlns:a16="http://schemas.microsoft.com/office/drawing/2014/main" id="{AA6754EC-3003-B28E-753B-78F108EEEB20}"/>
                    </a:ext>
                  </a:extLst>
                </p14:cNvPr>
                <p14:cNvContentPartPr/>
                <p14:nvPr/>
              </p14:nvContentPartPr>
              <p14:xfrm>
                <a:off x="4672778" y="3675231"/>
                <a:ext cx="67680" cy="9000"/>
              </p14:xfrm>
            </p:contentPart>
          </mc:Choice>
          <mc:Fallback xmlns="">
            <p:pic>
              <p:nvPicPr>
                <p:cNvPr id="82" name="Ink 81">
                  <a:extLst>
                    <a:ext uri="{FF2B5EF4-FFF2-40B4-BE49-F238E27FC236}">
                      <a16:creationId xmlns:a16="http://schemas.microsoft.com/office/drawing/2014/main" id="{AA6754EC-3003-B28E-753B-78F108EEEB20}"/>
                    </a:ext>
                  </a:extLst>
                </p:cNvPr>
                <p:cNvPicPr/>
                <p:nvPr/>
              </p:nvPicPr>
              <p:blipFill>
                <a:blip r:embed="rId209"/>
                <a:stretch>
                  <a:fillRect/>
                </a:stretch>
              </p:blipFill>
              <p:spPr>
                <a:xfrm>
                  <a:off x="4664138" y="3666591"/>
                  <a:ext cx="853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83" name="Ink 82">
                  <a:extLst>
                    <a:ext uri="{FF2B5EF4-FFF2-40B4-BE49-F238E27FC236}">
                      <a16:creationId xmlns:a16="http://schemas.microsoft.com/office/drawing/2014/main" id="{BD528482-595F-9FBA-F78C-91D474F62801}"/>
                    </a:ext>
                  </a:extLst>
                </p14:cNvPr>
                <p14:cNvContentPartPr/>
                <p14:nvPr/>
              </p14:nvContentPartPr>
              <p14:xfrm>
                <a:off x="4652978" y="3754431"/>
                <a:ext cx="122760" cy="6840"/>
              </p14:xfrm>
            </p:contentPart>
          </mc:Choice>
          <mc:Fallback xmlns="">
            <p:pic>
              <p:nvPicPr>
                <p:cNvPr id="83" name="Ink 82">
                  <a:extLst>
                    <a:ext uri="{FF2B5EF4-FFF2-40B4-BE49-F238E27FC236}">
                      <a16:creationId xmlns:a16="http://schemas.microsoft.com/office/drawing/2014/main" id="{BD528482-595F-9FBA-F78C-91D474F62801}"/>
                    </a:ext>
                  </a:extLst>
                </p:cNvPr>
                <p:cNvPicPr/>
                <p:nvPr/>
              </p:nvPicPr>
              <p:blipFill>
                <a:blip r:embed="rId211"/>
                <a:stretch>
                  <a:fillRect/>
                </a:stretch>
              </p:blipFill>
              <p:spPr>
                <a:xfrm>
                  <a:off x="4643978" y="3745431"/>
                  <a:ext cx="1404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85" name="Ink 84">
                  <a:extLst>
                    <a:ext uri="{FF2B5EF4-FFF2-40B4-BE49-F238E27FC236}">
                      <a16:creationId xmlns:a16="http://schemas.microsoft.com/office/drawing/2014/main" id="{2025B63A-8389-7468-11E6-62DD5D4D9447}"/>
                    </a:ext>
                  </a:extLst>
                </p14:cNvPr>
                <p14:cNvContentPartPr/>
                <p14:nvPr/>
              </p14:nvContentPartPr>
              <p14:xfrm>
                <a:off x="4848818" y="3601431"/>
                <a:ext cx="49320" cy="201600"/>
              </p14:xfrm>
            </p:contentPart>
          </mc:Choice>
          <mc:Fallback xmlns="">
            <p:pic>
              <p:nvPicPr>
                <p:cNvPr id="85" name="Ink 84">
                  <a:extLst>
                    <a:ext uri="{FF2B5EF4-FFF2-40B4-BE49-F238E27FC236}">
                      <a16:creationId xmlns:a16="http://schemas.microsoft.com/office/drawing/2014/main" id="{2025B63A-8389-7468-11E6-62DD5D4D9447}"/>
                    </a:ext>
                  </a:extLst>
                </p:cNvPr>
                <p:cNvPicPr/>
                <p:nvPr/>
              </p:nvPicPr>
              <p:blipFill>
                <a:blip r:embed="rId213"/>
                <a:stretch>
                  <a:fillRect/>
                </a:stretch>
              </p:blipFill>
              <p:spPr>
                <a:xfrm>
                  <a:off x="4840178" y="3592431"/>
                  <a:ext cx="669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86" name="Ink 85">
                  <a:extLst>
                    <a:ext uri="{FF2B5EF4-FFF2-40B4-BE49-F238E27FC236}">
                      <a16:creationId xmlns:a16="http://schemas.microsoft.com/office/drawing/2014/main" id="{962D8C7D-4A63-AA26-DDDE-E8D346CDCB3B}"/>
                    </a:ext>
                  </a:extLst>
                </p14:cNvPr>
                <p14:cNvContentPartPr/>
                <p14:nvPr/>
              </p14:nvContentPartPr>
              <p14:xfrm>
                <a:off x="4925138" y="3582351"/>
                <a:ext cx="171000" cy="177120"/>
              </p14:xfrm>
            </p:contentPart>
          </mc:Choice>
          <mc:Fallback xmlns="">
            <p:pic>
              <p:nvPicPr>
                <p:cNvPr id="86" name="Ink 85">
                  <a:extLst>
                    <a:ext uri="{FF2B5EF4-FFF2-40B4-BE49-F238E27FC236}">
                      <a16:creationId xmlns:a16="http://schemas.microsoft.com/office/drawing/2014/main" id="{962D8C7D-4A63-AA26-DDDE-E8D346CDCB3B}"/>
                    </a:ext>
                  </a:extLst>
                </p:cNvPr>
                <p:cNvPicPr/>
                <p:nvPr/>
              </p:nvPicPr>
              <p:blipFill>
                <a:blip r:embed="rId215"/>
                <a:stretch>
                  <a:fillRect/>
                </a:stretch>
              </p:blipFill>
              <p:spPr>
                <a:xfrm>
                  <a:off x="4916138" y="3573711"/>
                  <a:ext cx="18864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87" name="Ink 86">
                  <a:extLst>
                    <a:ext uri="{FF2B5EF4-FFF2-40B4-BE49-F238E27FC236}">
                      <a16:creationId xmlns:a16="http://schemas.microsoft.com/office/drawing/2014/main" id="{B774DF96-C5C2-1C54-2493-75525B36D279}"/>
                    </a:ext>
                  </a:extLst>
                </p14:cNvPr>
                <p14:cNvContentPartPr/>
                <p14:nvPr/>
              </p14:nvContentPartPr>
              <p14:xfrm>
                <a:off x="5128898" y="3650751"/>
                <a:ext cx="7920" cy="6480"/>
              </p14:xfrm>
            </p:contentPart>
          </mc:Choice>
          <mc:Fallback xmlns="">
            <p:pic>
              <p:nvPicPr>
                <p:cNvPr id="87" name="Ink 86">
                  <a:extLst>
                    <a:ext uri="{FF2B5EF4-FFF2-40B4-BE49-F238E27FC236}">
                      <a16:creationId xmlns:a16="http://schemas.microsoft.com/office/drawing/2014/main" id="{B774DF96-C5C2-1C54-2493-75525B36D279}"/>
                    </a:ext>
                  </a:extLst>
                </p:cNvPr>
                <p:cNvPicPr/>
                <p:nvPr/>
              </p:nvPicPr>
              <p:blipFill>
                <a:blip r:embed="rId217"/>
                <a:stretch>
                  <a:fillRect/>
                </a:stretch>
              </p:blipFill>
              <p:spPr>
                <a:xfrm>
                  <a:off x="5120258" y="3642111"/>
                  <a:ext cx="25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88" name="Ink 87">
                  <a:extLst>
                    <a:ext uri="{FF2B5EF4-FFF2-40B4-BE49-F238E27FC236}">
                      <a16:creationId xmlns:a16="http://schemas.microsoft.com/office/drawing/2014/main" id="{B4C56731-6243-7331-502F-2D75A4C7863E}"/>
                    </a:ext>
                  </a:extLst>
                </p14:cNvPr>
                <p14:cNvContentPartPr/>
                <p14:nvPr/>
              </p14:nvContentPartPr>
              <p14:xfrm>
                <a:off x="5272538" y="3611871"/>
                <a:ext cx="105840" cy="155880"/>
              </p14:xfrm>
            </p:contentPart>
          </mc:Choice>
          <mc:Fallback xmlns="">
            <p:pic>
              <p:nvPicPr>
                <p:cNvPr id="88" name="Ink 87">
                  <a:extLst>
                    <a:ext uri="{FF2B5EF4-FFF2-40B4-BE49-F238E27FC236}">
                      <a16:creationId xmlns:a16="http://schemas.microsoft.com/office/drawing/2014/main" id="{B4C56731-6243-7331-502F-2D75A4C7863E}"/>
                    </a:ext>
                  </a:extLst>
                </p:cNvPr>
                <p:cNvPicPr/>
                <p:nvPr/>
              </p:nvPicPr>
              <p:blipFill>
                <a:blip r:embed="rId219"/>
                <a:stretch>
                  <a:fillRect/>
                </a:stretch>
              </p:blipFill>
              <p:spPr>
                <a:xfrm>
                  <a:off x="5263538" y="3602871"/>
                  <a:ext cx="12348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89" name="Ink 88">
                  <a:extLst>
                    <a:ext uri="{FF2B5EF4-FFF2-40B4-BE49-F238E27FC236}">
                      <a16:creationId xmlns:a16="http://schemas.microsoft.com/office/drawing/2014/main" id="{E4414664-87AD-5263-93A4-0C6CC36C0184}"/>
                    </a:ext>
                  </a:extLst>
                </p14:cNvPr>
                <p14:cNvContentPartPr/>
                <p14:nvPr/>
              </p14:nvContentPartPr>
              <p14:xfrm>
                <a:off x="5431298" y="3612231"/>
                <a:ext cx="123480" cy="136440"/>
              </p14:xfrm>
            </p:contentPart>
          </mc:Choice>
          <mc:Fallback xmlns="">
            <p:pic>
              <p:nvPicPr>
                <p:cNvPr id="89" name="Ink 88">
                  <a:extLst>
                    <a:ext uri="{FF2B5EF4-FFF2-40B4-BE49-F238E27FC236}">
                      <a16:creationId xmlns:a16="http://schemas.microsoft.com/office/drawing/2014/main" id="{E4414664-87AD-5263-93A4-0C6CC36C0184}"/>
                    </a:ext>
                  </a:extLst>
                </p:cNvPr>
                <p:cNvPicPr/>
                <p:nvPr/>
              </p:nvPicPr>
              <p:blipFill>
                <a:blip r:embed="rId221"/>
                <a:stretch>
                  <a:fillRect/>
                </a:stretch>
              </p:blipFill>
              <p:spPr>
                <a:xfrm>
                  <a:off x="5422658" y="3603231"/>
                  <a:ext cx="1411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90" name="Ink 89">
                  <a:extLst>
                    <a:ext uri="{FF2B5EF4-FFF2-40B4-BE49-F238E27FC236}">
                      <a16:creationId xmlns:a16="http://schemas.microsoft.com/office/drawing/2014/main" id="{ED6F6827-E191-671C-FE86-64A888AB5A10}"/>
                    </a:ext>
                  </a:extLst>
                </p14:cNvPr>
                <p14:cNvContentPartPr/>
                <p14:nvPr/>
              </p14:nvContentPartPr>
              <p14:xfrm>
                <a:off x="5605898" y="3552471"/>
                <a:ext cx="29520" cy="223920"/>
              </p14:xfrm>
            </p:contentPart>
          </mc:Choice>
          <mc:Fallback xmlns="">
            <p:pic>
              <p:nvPicPr>
                <p:cNvPr id="90" name="Ink 89">
                  <a:extLst>
                    <a:ext uri="{FF2B5EF4-FFF2-40B4-BE49-F238E27FC236}">
                      <a16:creationId xmlns:a16="http://schemas.microsoft.com/office/drawing/2014/main" id="{ED6F6827-E191-671C-FE86-64A888AB5A10}"/>
                    </a:ext>
                  </a:extLst>
                </p:cNvPr>
                <p:cNvPicPr/>
                <p:nvPr/>
              </p:nvPicPr>
              <p:blipFill>
                <a:blip r:embed="rId223"/>
                <a:stretch>
                  <a:fillRect/>
                </a:stretch>
              </p:blipFill>
              <p:spPr>
                <a:xfrm>
                  <a:off x="5596898" y="3543471"/>
                  <a:ext cx="471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91" name="Ink 90">
                  <a:extLst>
                    <a:ext uri="{FF2B5EF4-FFF2-40B4-BE49-F238E27FC236}">
                      <a16:creationId xmlns:a16="http://schemas.microsoft.com/office/drawing/2014/main" id="{EA23A19F-D7F5-1667-1A16-B202BF031CFD}"/>
                    </a:ext>
                  </a:extLst>
                </p14:cNvPr>
                <p14:cNvContentPartPr/>
                <p14:nvPr/>
              </p14:nvContentPartPr>
              <p14:xfrm>
                <a:off x="5750978" y="3541311"/>
                <a:ext cx="46080" cy="215640"/>
              </p14:xfrm>
            </p:contentPart>
          </mc:Choice>
          <mc:Fallback xmlns="">
            <p:pic>
              <p:nvPicPr>
                <p:cNvPr id="91" name="Ink 90">
                  <a:extLst>
                    <a:ext uri="{FF2B5EF4-FFF2-40B4-BE49-F238E27FC236}">
                      <a16:creationId xmlns:a16="http://schemas.microsoft.com/office/drawing/2014/main" id="{EA23A19F-D7F5-1667-1A16-B202BF031CFD}"/>
                    </a:ext>
                  </a:extLst>
                </p:cNvPr>
                <p:cNvPicPr/>
                <p:nvPr/>
              </p:nvPicPr>
              <p:blipFill>
                <a:blip r:embed="rId225"/>
                <a:stretch>
                  <a:fillRect/>
                </a:stretch>
              </p:blipFill>
              <p:spPr>
                <a:xfrm>
                  <a:off x="5741978" y="3532671"/>
                  <a:ext cx="637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92" name="Ink 91">
                  <a:extLst>
                    <a:ext uri="{FF2B5EF4-FFF2-40B4-BE49-F238E27FC236}">
                      <a16:creationId xmlns:a16="http://schemas.microsoft.com/office/drawing/2014/main" id="{F7B69D92-16D3-B8B1-FA4D-F079EC99E921}"/>
                    </a:ext>
                  </a:extLst>
                </p14:cNvPr>
                <p14:cNvContentPartPr/>
                <p14:nvPr/>
              </p14:nvContentPartPr>
              <p14:xfrm>
                <a:off x="5886338" y="3571551"/>
                <a:ext cx="86400" cy="84240"/>
              </p14:xfrm>
            </p:contentPart>
          </mc:Choice>
          <mc:Fallback xmlns="">
            <p:pic>
              <p:nvPicPr>
                <p:cNvPr id="92" name="Ink 91">
                  <a:extLst>
                    <a:ext uri="{FF2B5EF4-FFF2-40B4-BE49-F238E27FC236}">
                      <a16:creationId xmlns:a16="http://schemas.microsoft.com/office/drawing/2014/main" id="{F7B69D92-16D3-B8B1-FA4D-F079EC99E921}"/>
                    </a:ext>
                  </a:extLst>
                </p:cNvPr>
                <p:cNvPicPr/>
                <p:nvPr/>
              </p:nvPicPr>
              <p:blipFill>
                <a:blip r:embed="rId227"/>
                <a:stretch>
                  <a:fillRect/>
                </a:stretch>
              </p:blipFill>
              <p:spPr>
                <a:xfrm>
                  <a:off x="5877698" y="3562551"/>
                  <a:ext cx="1040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93" name="Ink 92">
                  <a:extLst>
                    <a:ext uri="{FF2B5EF4-FFF2-40B4-BE49-F238E27FC236}">
                      <a16:creationId xmlns:a16="http://schemas.microsoft.com/office/drawing/2014/main" id="{7B56E3C3-3194-38B1-07E8-FA515512F4CA}"/>
                    </a:ext>
                  </a:extLst>
                </p14:cNvPr>
                <p14:cNvContentPartPr/>
                <p14:nvPr/>
              </p14:nvContentPartPr>
              <p14:xfrm>
                <a:off x="5989658" y="3585591"/>
                <a:ext cx="21600" cy="117720"/>
              </p14:xfrm>
            </p:contentPart>
          </mc:Choice>
          <mc:Fallback xmlns="">
            <p:pic>
              <p:nvPicPr>
                <p:cNvPr id="93" name="Ink 92">
                  <a:extLst>
                    <a:ext uri="{FF2B5EF4-FFF2-40B4-BE49-F238E27FC236}">
                      <a16:creationId xmlns:a16="http://schemas.microsoft.com/office/drawing/2014/main" id="{7B56E3C3-3194-38B1-07E8-FA515512F4CA}"/>
                    </a:ext>
                  </a:extLst>
                </p:cNvPr>
                <p:cNvPicPr/>
                <p:nvPr/>
              </p:nvPicPr>
              <p:blipFill>
                <a:blip r:embed="rId229"/>
                <a:stretch>
                  <a:fillRect/>
                </a:stretch>
              </p:blipFill>
              <p:spPr>
                <a:xfrm>
                  <a:off x="5980658" y="3576951"/>
                  <a:ext cx="392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94" name="Ink 93">
                  <a:extLst>
                    <a:ext uri="{FF2B5EF4-FFF2-40B4-BE49-F238E27FC236}">
                      <a16:creationId xmlns:a16="http://schemas.microsoft.com/office/drawing/2014/main" id="{DE98E1F4-17D2-7FCD-8983-D53FC6706A5A}"/>
                    </a:ext>
                  </a:extLst>
                </p14:cNvPr>
                <p14:cNvContentPartPr/>
                <p14:nvPr/>
              </p14:nvContentPartPr>
              <p14:xfrm>
                <a:off x="6089018" y="3567591"/>
                <a:ext cx="118080" cy="28800"/>
              </p14:xfrm>
            </p:contentPart>
          </mc:Choice>
          <mc:Fallback xmlns="">
            <p:pic>
              <p:nvPicPr>
                <p:cNvPr id="94" name="Ink 93">
                  <a:extLst>
                    <a:ext uri="{FF2B5EF4-FFF2-40B4-BE49-F238E27FC236}">
                      <a16:creationId xmlns:a16="http://schemas.microsoft.com/office/drawing/2014/main" id="{DE98E1F4-17D2-7FCD-8983-D53FC6706A5A}"/>
                    </a:ext>
                  </a:extLst>
                </p:cNvPr>
                <p:cNvPicPr/>
                <p:nvPr/>
              </p:nvPicPr>
              <p:blipFill>
                <a:blip r:embed="rId231"/>
                <a:stretch>
                  <a:fillRect/>
                </a:stretch>
              </p:blipFill>
              <p:spPr>
                <a:xfrm>
                  <a:off x="6080378" y="3558951"/>
                  <a:ext cx="135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95" name="Ink 94">
                  <a:extLst>
                    <a:ext uri="{FF2B5EF4-FFF2-40B4-BE49-F238E27FC236}">
                      <a16:creationId xmlns:a16="http://schemas.microsoft.com/office/drawing/2014/main" id="{CD10E51B-C46C-5011-841B-B2AA63FBA240}"/>
                    </a:ext>
                  </a:extLst>
                </p14:cNvPr>
                <p14:cNvContentPartPr/>
                <p14:nvPr/>
              </p14:nvContentPartPr>
              <p14:xfrm>
                <a:off x="6061298" y="3599991"/>
                <a:ext cx="140760" cy="136080"/>
              </p14:xfrm>
            </p:contentPart>
          </mc:Choice>
          <mc:Fallback xmlns="">
            <p:pic>
              <p:nvPicPr>
                <p:cNvPr id="95" name="Ink 94">
                  <a:extLst>
                    <a:ext uri="{FF2B5EF4-FFF2-40B4-BE49-F238E27FC236}">
                      <a16:creationId xmlns:a16="http://schemas.microsoft.com/office/drawing/2014/main" id="{CD10E51B-C46C-5011-841B-B2AA63FBA240}"/>
                    </a:ext>
                  </a:extLst>
                </p:cNvPr>
                <p:cNvPicPr/>
                <p:nvPr/>
              </p:nvPicPr>
              <p:blipFill>
                <a:blip r:embed="rId233"/>
                <a:stretch>
                  <a:fillRect/>
                </a:stretch>
              </p:blipFill>
              <p:spPr>
                <a:xfrm>
                  <a:off x="6052298" y="3590991"/>
                  <a:ext cx="1584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96" name="Ink 95">
                  <a:extLst>
                    <a:ext uri="{FF2B5EF4-FFF2-40B4-BE49-F238E27FC236}">
                      <a16:creationId xmlns:a16="http://schemas.microsoft.com/office/drawing/2014/main" id="{CCF490E8-9858-BAF4-C3B2-2AE77828E98E}"/>
                    </a:ext>
                  </a:extLst>
                </p14:cNvPr>
                <p14:cNvContentPartPr/>
                <p14:nvPr/>
              </p14:nvContentPartPr>
              <p14:xfrm>
                <a:off x="6278018" y="3553911"/>
                <a:ext cx="39600" cy="230040"/>
              </p14:xfrm>
            </p:contentPart>
          </mc:Choice>
          <mc:Fallback xmlns="">
            <p:pic>
              <p:nvPicPr>
                <p:cNvPr id="96" name="Ink 95">
                  <a:extLst>
                    <a:ext uri="{FF2B5EF4-FFF2-40B4-BE49-F238E27FC236}">
                      <a16:creationId xmlns:a16="http://schemas.microsoft.com/office/drawing/2014/main" id="{CCF490E8-9858-BAF4-C3B2-2AE77828E98E}"/>
                    </a:ext>
                  </a:extLst>
                </p:cNvPr>
                <p:cNvPicPr/>
                <p:nvPr/>
              </p:nvPicPr>
              <p:blipFill>
                <a:blip r:embed="rId235"/>
                <a:stretch>
                  <a:fillRect/>
                </a:stretch>
              </p:blipFill>
              <p:spPr>
                <a:xfrm>
                  <a:off x="6269378" y="3545271"/>
                  <a:ext cx="572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97" name="Ink 96">
                  <a:extLst>
                    <a:ext uri="{FF2B5EF4-FFF2-40B4-BE49-F238E27FC236}">
                      <a16:creationId xmlns:a16="http://schemas.microsoft.com/office/drawing/2014/main" id="{4151957F-A858-8B0F-6D69-94509340A330}"/>
                    </a:ext>
                  </a:extLst>
                </p14:cNvPr>
                <p14:cNvContentPartPr/>
                <p14:nvPr/>
              </p14:nvContentPartPr>
              <p14:xfrm>
                <a:off x="6467738" y="3570831"/>
                <a:ext cx="360" cy="360"/>
              </p14:xfrm>
            </p:contentPart>
          </mc:Choice>
          <mc:Fallback xmlns="">
            <p:pic>
              <p:nvPicPr>
                <p:cNvPr id="97" name="Ink 96">
                  <a:extLst>
                    <a:ext uri="{FF2B5EF4-FFF2-40B4-BE49-F238E27FC236}">
                      <a16:creationId xmlns:a16="http://schemas.microsoft.com/office/drawing/2014/main" id="{4151957F-A858-8B0F-6D69-94509340A330}"/>
                    </a:ext>
                  </a:extLst>
                </p:cNvPr>
                <p:cNvPicPr/>
                <p:nvPr/>
              </p:nvPicPr>
              <p:blipFill>
                <a:blip r:embed="rId5"/>
                <a:stretch>
                  <a:fillRect/>
                </a:stretch>
              </p:blipFill>
              <p:spPr>
                <a:xfrm>
                  <a:off x="6459098" y="35621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98" name="Ink 97">
                  <a:extLst>
                    <a:ext uri="{FF2B5EF4-FFF2-40B4-BE49-F238E27FC236}">
                      <a16:creationId xmlns:a16="http://schemas.microsoft.com/office/drawing/2014/main" id="{733C2570-C52E-19F4-2890-0EC6F2FBD750}"/>
                    </a:ext>
                  </a:extLst>
                </p14:cNvPr>
                <p14:cNvContentPartPr/>
                <p14:nvPr/>
              </p14:nvContentPartPr>
              <p14:xfrm>
                <a:off x="6427058" y="3669471"/>
                <a:ext cx="11880" cy="95040"/>
              </p14:xfrm>
            </p:contentPart>
          </mc:Choice>
          <mc:Fallback xmlns="">
            <p:pic>
              <p:nvPicPr>
                <p:cNvPr id="98" name="Ink 97">
                  <a:extLst>
                    <a:ext uri="{FF2B5EF4-FFF2-40B4-BE49-F238E27FC236}">
                      <a16:creationId xmlns:a16="http://schemas.microsoft.com/office/drawing/2014/main" id="{733C2570-C52E-19F4-2890-0EC6F2FBD750}"/>
                    </a:ext>
                  </a:extLst>
                </p:cNvPr>
                <p:cNvPicPr/>
                <p:nvPr/>
              </p:nvPicPr>
              <p:blipFill>
                <a:blip r:embed="rId238"/>
                <a:stretch>
                  <a:fillRect/>
                </a:stretch>
              </p:blipFill>
              <p:spPr>
                <a:xfrm>
                  <a:off x="6418058" y="3660471"/>
                  <a:ext cx="295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99" name="Ink 98">
                  <a:extLst>
                    <a:ext uri="{FF2B5EF4-FFF2-40B4-BE49-F238E27FC236}">
                      <a16:creationId xmlns:a16="http://schemas.microsoft.com/office/drawing/2014/main" id="{1B3DE30E-F99B-C4DB-EA9F-B3957395EF15}"/>
                    </a:ext>
                  </a:extLst>
                </p14:cNvPr>
                <p14:cNvContentPartPr/>
                <p14:nvPr/>
              </p14:nvContentPartPr>
              <p14:xfrm>
                <a:off x="6544058" y="3609711"/>
                <a:ext cx="158760" cy="190080"/>
              </p14:xfrm>
            </p:contentPart>
          </mc:Choice>
          <mc:Fallback xmlns="">
            <p:pic>
              <p:nvPicPr>
                <p:cNvPr id="99" name="Ink 98">
                  <a:extLst>
                    <a:ext uri="{FF2B5EF4-FFF2-40B4-BE49-F238E27FC236}">
                      <a16:creationId xmlns:a16="http://schemas.microsoft.com/office/drawing/2014/main" id="{1B3DE30E-F99B-C4DB-EA9F-B3957395EF15}"/>
                    </a:ext>
                  </a:extLst>
                </p:cNvPr>
                <p:cNvPicPr/>
                <p:nvPr/>
              </p:nvPicPr>
              <p:blipFill>
                <a:blip r:embed="rId240"/>
                <a:stretch>
                  <a:fillRect/>
                </a:stretch>
              </p:blipFill>
              <p:spPr>
                <a:xfrm>
                  <a:off x="6535058" y="3601071"/>
                  <a:ext cx="1764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00" name="Ink 99">
                  <a:extLst>
                    <a:ext uri="{FF2B5EF4-FFF2-40B4-BE49-F238E27FC236}">
                      <a16:creationId xmlns:a16="http://schemas.microsoft.com/office/drawing/2014/main" id="{6DC9BA60-C0DF-CCD0-8CFD-C63B55673886}"/>
                    </a:ext>
                  </a:extLst>
                </p14:cNvPr>
                <p14:cNvContentPartPr/>
                <p14:nvPr/>
              </p14:nvContentPartPr>
              <p14:xfrm>
                <a:off x="6764378" y="3703311"/>
                <a:ext cx="33120" cy="12960"/>
              </p14:xfrm>
            </p:contentPart>
          </mc:Choice>
          <mc:Fallback xmlns="">
            <p:pic>
              <p:nvPicPr>
                <p:cNvPr id="100" name="Ink 99">
                  <a:extLst>
                    <a:ext uri="{FF2B5EF4-FFF2-40B4-BE49-F238E27FC236}">
                      <a16:creationId xmlns:a16="http://schemas.microsoft.com/office/drawing/2014/main" id="{6DC9BA60-C0DF-CCD0-8CFD-C63B55673886}"/>
                    </a:ext>
                  </a:extLst>
                </p:cNvPr>
                <p:cNvPicPr/>
                <p:nvPr/>
              </p:nvPicPr>
              <p:blipFill>
                <a:blip r:embed="rId242"/>
                <a:stretch>
                  <a:fillRect/>
                </a:stretch>
              </p:blipFill>
              <p:spPr>
                <a:xfrm>
                  <a:off x="6755378" y="3694311"/>
                  <a:ext cx="507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01" name="Ink 100">
                  <a:extLst>
                    <a:ext uri="{FF2B5EF4-FFF2-40B4-BE49-F238E27FC236}">
                      <a16:creationId xmlns:a16="http://schemas.microsoft.com/office/drawing/2014/main" id="{1A17DFD1-6987-5A0B-0548-9CD38260D0FC}"/>
                    </a:ext>
                  </a:extLst>
                </p14:cNvPr>
                <p14:cNvContentPartPr/>
                <p14:nvPr/>
              </p14:nvContentPartPr>
              <p14:xfrm>
                <a:off x="6890018" y="3618711"/>
                <a:ext cx="110520" cy="162360"/>
              </p14:xfrm>
            </p:contentPart>
          </mc:Choice>
          <mc:Fallback xmlns="">
            <p:pic>
              <p:nvPicPr>
                <p:cNvPr id="101" name="Ink 100">
                  <a:extLst>
                    <a:ext uri="{FF2B5EF4-FFF2-40B4-BE49-F238E27FC236}">
                      <a16:creationId xmlns:a16="http://schemas.microsoft.com/office/drawing/2014/main" id="{1A17DFD1-6987-5A0B-0548-9CD38260D0FC}"/>
                    </a:ext>
                  </a:extLst>
                </p:cNvPr>
                <p:cNvPicPr/>
                <p:nvPr/>
              </p:nvPicPr>
              <p:blipFill>
                <a:blip r:embed="rId244"/>
                <a:stretch>
                  <a:fillRect/>
                </a:stretch>
              </p:blipFill>
              <p:spPr>
                <a:xfrm>
                  <a:off x="6881018" y="3609711"/>
                  <a:ext cx="1281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02" name="Ink 101">
                  <a:extLst>
                    <a:ext uri="{FF2B5EF4-FFF2-40B4-BE49-F238E27FC236}">
                      <a16:creationId xmlns:a16="http://schemas.microsoft.com/office/drawing/2014/main" id="{A3336D06-9EF2-FAC6-905E-309E9B9922D7}"/>
                    </a:ext>
                  </a:extLst>
                </p14:cNvPr>
                <p14:cNvContentPartPr/>
                <p14:nvPr/>
              </p14:nvContentPartPr>
              <p14:xfrm>
                <a:off x="7073618" y="3617991"/>
                <a:ext cx="116280" cy="121680"/>
              </p14:xfrm>
            </p:contentPart>
          </mc:Choice>
          <mc:Fallback xmlns="">
            <p:pic>
              <p:nvPicPr>
                <p:cNvPr id="102" name="Ink 101">
                  <a:extLst>
                    <a:ext uri="{FF2B5EF4-FFF2-40B4-BE49-F238E27FC236}">
                      <a16:creationId xmlns:a16="http://schemas.microsoft.com/office/drawing/2014/main" id="{A3336D06-9EF2-FAC6-905E-309E9B9922D7}"/>
                    </a:ext>
                  </a:extLst>
                </p:cNvPr>
                <p:cNvPicPr/>
                <p:nvPr/>
              </p:nvPicPr>
              <p:blipFill>
                <a:blip r:embed="rId246"/>
                <a:stretch>
                  <a:fillRect/>
                </a:stretch>
              </p:blipFill>
              <p:spPr>
                <a:xfrm>
                  <a:off x="7064978" y="3609351"/>
                  <a:ext cx="1339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03" name="Ink 102">
                  <a:extLst>
                    <a:ext uri="{FF2B5EF4-FFF2-40B4-BE49-F238E27FC236}">
                      <a16:creationId xmlns:a16="http://schemas.microsoft.com/office/drawing/2014/main" id="{CC48EB74-B265-1298-CD86-6EA022675033}"/>
                    </a:ext>
                  </a:extLst>
                </p14:cNvPr>
                <p14:cNvContentPartPr/>
                <p14:nvPr/>
              </p14:nvContentPartPr>
              <p14:xfrm>
                <a:off x="7220858" y="3543471"/>
                <a:ext cx="20520" cy="238680"/>
              </p14:xfrm>
            </p:contentPart>
          </mc:Choice>
          <mc:Fallback xmlns="">
            <p:pic>
              <p:nvPicPr>
                <p:cNvPr id="103" name="Ink 102">
                  <a:extLst>
                    <a:ext uri="{FF2B5EF4-FFF2-40B4-BE49-F238E27FC236}">
                      <a16:creationId xmlns:a16="http://schemas.microsoft.com/office/drawing/2014/main" id="{CC48EB74-B265-1298-CD86-6EA022675033}"/>
                    </a:ext>
                  </a:extLst>
                </p:cNvPr>
                <p:cNvPicPr/>
                <p:nvPr/>
              </p:nvPicPr>
              <p:blipFill>
                <a:blip r:embed="rId248"/>
                <a:stretch>
                  <a:fillRect/>
                </a:stretch>
              </p:blipFill>
              <p:spPr>
                <a:xfrm>
                  <a:off x="7211858" y="3534831"/>
                  <a:ext cx="381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05" name="Ink 104">
                  <a:extLst>
                    <a:ext uri="{FF2B5EF4-FFF2-40B4-BE49-F238E27FC236}">
                      <a16:creationId xmlns:a16="http://schemas.microsoft.com/office/drawing/2014/main" id="{9B91FF24-A9B4-A50F-39A2-F6AB7BEA3F28}"/>
                    </a:ext>
                  </a:extLst>
                </p14:cNvPr>
                <p14:cNvContentPartPr/>
                <p14:nvPr/>
              </p14:nvContentPartPr>
              <p14:xfrm>
                <a:off x="4713818" y="4045671"/>
                <a:ext cx="126720" cy="12960"/>
              </p14:xfrm>
            </p:contentPart>
          </mc:Choice>
          <mc:Fallback xmlns="">
            <p:pic>
              <p:nvPicPr>
                <p:cNvPr id="105" name="Ink 104">
                  <a:extLst>
                    <a:ext uri="{FF2B5EF4-FFF2-40B4-BE49-F238E27FC236}">
                      <a16:creationId xmlns:a16="http://schemas.microsoft.com/office/drawing/2014/main" id="{9B91FF24-A9B4-A50F-39A2-F6AB7BEA3F28}"/>
                    </a:ext>
                  </a:extLst>
                </p:cNvPr>
                <p:cNvPicPr/>
                <p:nvPr/>
              </p:nvPicPr>
              <p:blipFill>
                <a:blip r:embed="rId250"/>
                <a:stretch>
                  <a:fillRect/>
                </a:stretch>
              </p:blipFill>
              <p:spPr>
                <a:xfrm>
                  <a:off x="4705178" y="4036671"/>
                  <a:ext cx="1443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06" name="Ink 105">
                  <a:extLst>
                    <a:ext uri="{FF2B5EF4-FFF2-40B4-BE49-F238E27FC236}">
                      <a16:creationId xmlns:a16="http://schemas.microsoft.com/office/drawing/2014/main" id="{43AD7014-3775-1E73-0A57-973540ACCDBA}"/>
                    </a:ext>
                  </a:extLst>
                </p14:cNvPr>
                <p14:cNvContentPartPr/>
                <p14:nvPr/>
              </p14:nvContentPartPr>
              <p14:xfrm>
                <a:off x="4706978" y="4100031"/>
                <a:ext cx="109800" cy="10800"/>
              </p14:xfrm>
            </p:contentPart>
          </mc:Choice>
          <mc:Fallback xmlns="">
            <p:pic>
              <p:nvPicPr>
                <p:cNvPr id="106" name="Ink 105">
                  <a:extLst>
                    <a:ext uri="{FF2B5EF4-FFF2-40B4-BE49-F238E27FC236}">
                      <a16:creationId xmlns:a16="http://schemas.microsoft.com/office/drawing/2014/main" id="{43AD7014-3775-1E73-0A57-973540ACCDBA}"/>
                    </a:ext>
                  </a:extLst>
                </p:cNvPr>
                <p:cNvPicPr/>
                <p:nvPr/>
              </p:nvPicPr>
              <p:blipFill>
                <a:blip r:embed="rId252"/>
                <a:stretch>
                  <a:fillRect/>
                </a:stretch>
              </p:blipFill>
              <p:spPr>
                <a:xfrm>
                  <a:off x="4697978" y="4091391"/>
                  <a:ext cx="1274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07" name="Ink 106">
                  <a:extLst>
                    <a:ext uri="{FF2B5EF4-FFF2-40B4-BE49-F238E27FC236}">
                      <a16:creationId xmlns:a16="http://schemas.microsoft.com/office/drawing/2014/main" id="{860E3629-FFA4-C13D-578E-3DD74A4A33C8}"/>
                    </a:ext>
                  </a:extLst>
                </p14:cNvPr>
                <p14:cNvContentPartPr/>
                <p14:nvPr/>
              </p14:nvContentPartPr>
              <p14:xfrm>
                <a:off x="4954658" y="3963591"/>
                <a:ext cx="7560" cy="164520"/>
              </p14:xfrm>
            </p:contentPart>
          </mc:Choice>
          <mc:Fallback xmlns="">
            <p:pic>
              <p:nvPicPr>
                <p:cNvPr id="107" name="Ink 106">
                  <a:extLst>
                    <a:ext uri="{FF2B5EF4-FFF2-40B4-BE49-F238E27FC236}">
                      <a16:creationId xmlns:a16="http://schemas.microsoft.com/office/drawing/2014/main" id="{860E3629-FFA4-C13D-578E-3DD74A4A33C8}"/>
                    </a:ext>
                  </a:extLst>
                </p:cNvPr>
                <p:cNvPicPr/>
                <p:nvPr/>
              </p:nvPicPr>
              <p:blipFill>
                <a:blip r:embed="rId254"/>
                <a:stretch>
                  <a:fillRect/>
                </a:stretch>
              </p:blipFill>
              <p:spPr>
                <a:xfrm>
                  <a:off x="4945658" y="3954591"/>
                  <a:ext cx="252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08" name="Ink 107">
                  <a:extLst>
                    <a:ext uri="{FF2B5EF4-FFF2-40B4-BE49-F238E27FC236}">
                      <a16:creationId xmlns:a16="http://schemas.microsoft.com/office/drawing/2014/main" id="{327F3D24-800C-4B2B-ACA3-13EAEEF48928}"/>
                    </a:ext>
                  </a:extLst>
                </p14:cNvPr>
                <p14:cNvContentPartPr/>
                <p14:nvPr/>
              </p14:nvContentPartPr>
              <p14:xfrm>
                <a:off x="5050058" y="3961791"/>
                <a:ext cx="102240" cy="114120"/>
              </p14:xfrm>
            </p:contentPart>
          </mc:Choice>
          <mc:Fallback xmlns="">
            <p:pic>
              <p:nvPicPr>
                <p:cNvPr id="108" name="Ink 107">
                  <a:extLst>
                    <a:ext uri="{FF2B5EF4-FFF2-40B4-BE49-F238E27FC236}">
                      <a16:creationId xmlns:a16="http://schemas.microsoft.com/office/drawing/2014/main" id="{327F3D24-800C-4B2B-ACA3-13EAEEF48928}"/>
                    </a:ext>
                  </a:extLst>
                </p:cNvPr>
                <p:cNvPicPr/>
                <p:nvPr/>
              </p:nvPicPr>
              <p:blipFill>
                <a:blip r:embed="rId256"/>
                <a:stretch>
                  <a:fillRect/>
                </a:stretch>
              </p:blipFill>
              <p:spPr>
                <a:xfrm>
                  <a:off x="5041058" y="3953151"/>
                  <a:ext cx="1198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09" name="Ink 108">
                  <a:extLst>
                    <a:ext uri="{FF2B5EF4-FFF2-40B4-BE49-F238E27FC236}">
                      <a16:creationId xmlns:a16="http://schemas.microsoft.com/office/drawing/2014/main" id="{8C1B223B-23AC-4E84-06C5-13222A9D288C}"/>
                    </a:ext>
                  </a:extLst>
                </p14:cNvPr>
                <p14:cNvContentPartPr/>
                <p14:nvPr/>
              </p14:nvContentPartPr>
              <p14:xfrm>
                <a:off x="5142218" y="3980511"/>
                <a:ext cx="21600" cy="158760"/>
              </p14:xfrm>
            </p:contentPart>
          </mc:Choice>
          <mc:Fallback xmlns="">
            <p:pic>
              <p:nvPicPr>
                <p:cNvPr id="109" name="Ink 108">
                  <a:extLst>
                    <a:ext uri="{FF2B5EF4-FFF2-40B4-BE49-F238E27FC236}">
                      <a16:creationId xmlns:a16="http://schemas.microsoft.com/office/drawing/2014/main" id="{8C1B223B-23AC-4E84-06C5-13222A9D288C}"/>
                    </a:ext>
                  </a:extLst>
                </p:cNvPr>
                <p:cNvPicPr/>
                <p:nvPr/>
              </p:nvPicPr>
              <p:blipFill>
                <a:blip r:embed="rId258"/>
                <a:stretch>
                  <a:fillRect/>
                </a:stretch>
              </p:blipFill>
              <p:spPr>
                <a:xfrm>
                  <a:off x="5133218" y="3971511"/>
                  <a:ext cx="392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10" name="Ink 109">
                  <a:extLst>
                    <a:ext uri="{FF2B5EF4-FFF2-40B4-BE49-F238E27FC236}">
                      <a16:creationId xmlns:a16="http://schemas.microsoft.com/office/drawing/2014/main" id="{7454D560-88CF-AC81-0A70-5F874A067EB2}"/>
                    </a:ext>
                  </a:extLst>
                </p14:cNvPr>
                <p14:cNvContentPartPr/>
                <p14:nvPr/>
              </p14:nvContentPartPr>
              <p14:xfrm>
                <a:off x="5279378" y="3949911"/>
                <a:ext cx="98640" cy="16920"/>
              </p14:xfrm>
            </p:contentPart>
          </mc:Choice>
          <mc:Fallback xmlns="">
            <p:pic>
              <p:nvPicPr>
                <p:cNvPr id="110" name="Ink 109">
                  <a:extLst>
                    <a:ext uri="{FF2B5EF4-FFF2-40B4-BE49-F238E27FC236}">
                      <a16:creationId xmlns:a16="http://schemas.microsoft.com/office/drawing/2014/main" id="{7454D560-88CF-AC81-0A70-5F874A067EB2}"/>
                    </a:ext>
                  </a:extLst>
                </p:cNvPr>
                <p:cNvPicPr/>
                <p:nvPr/>
              </p:nvPicPr>
              <p:blipFill>
                <a:blip r:embed="rId260"/>
                <a:stretch>
                  <a:fillRect/>
                </a:stretch>
              </p:blipFill>
              <p:spPr>
                <a:xfrm>
                  <a:off x="5270378" y="3940911"/>
                  <a:ext cx="1162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11" name="Ink 110">
                  <a:extLst>
                    <a:ext uri="{FF2B5EF4-FFF2-40B4-BE49-F238E27FC236}">
                      <a16:creationId xmlns:a16="http://schemas.microsoft.com/office/drawing/2014/main" id="{223518EC-81D4-C9F4-3A36-DCC763E625C6}"/>
                    </a:ext>
                  </a:extLst>
                </p14:cNvPr>
                <p14:cNvContentPartPr/>
                <p14:nvPr/>
              </p14:nvContentPartPr>
              <p14:xfrm>
                <a:off x="5256338" y="3971871"/>
                <a:ext cx="140760" cy="162720"/>
              </p14:xfrm>
            </p:contentPart>
          </mc:Choice>
          <mc:Fallback xmlns="">
            <p:pic>
              <p:nvPicPr>
                <p:cNvPr id="111" name="Ink 110">
                  <a:extLst>
                    <a:ext uri="{FF2B5EF4-FFF2-40B4-BE49-F238E27FC236}">
                      <a16:creationId xmlns:a16="http://schemas.microsoft.com/office/drawing/2014/main" id="{223518EC-81D4-C9F4-3A36-DCC763E625C6}"/>
                    </a:ext>
                  </a:extLst>
                </p:cNvPr>
                <p:cNvPicPr/>
                <p:nvPr/>
              </p:nvPicPr>
              <p:blipFill>
                <a:blip r:embed="rId262"/>
                <a:stretch>
                  <a:fillRect/>
                </a:stretch>
              </p:blipFill>
              <p:spPr>
                <a:xfrm>
                  <a:off x="5247698" y="3962871"/>
                  <a:ext cx="1584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12" name="Ink 111">
                  <a:extLst>
                    <a:ext uri="{FF2B5EF4-FFF2-40B4-BE49-F238E27FC236}">
                      <a16:creationId xmlns:a16="http://schemas.microsoft.com/office/drawing/2014/main" id="{F3249CCD-9E23-E3B5-EE83-81C7E9F5972B}"/>
                    </a:ext>
                  </a:extLst>
                </p14:cNvPr>
                <p14:cNvContentPartPr/>
                <p14:nvPr/>
              </p14:nvContentPartPr>
              <p14:xfrm>
                <a:off x="5484218" y="3985191"/>
                <a:ext cx="23400" cy="135360"/>
              </p14:xfrm>
            </p:contentPart>
          </mc:Choice>
          <mc:Fallback xmlns="">
            <p:pic>
              <p:nvPicPr>
                <p:cNvPr id="112" name="Ink 111">
                  <a:extLst>
                    <a:ext uri="{FF2B5EF4-FFF2-40B4-BE49-F238E27FC236}">
                      <a16:creationId xmlns:a16="http://schemas.microsoft.com/office/drawing/2014/main" id="{F3249CCD-9E23-E3B5-EE83-81C7E9F5972B}"/>
                    </a:ext>
                  </a:extLst>
                </p:cNvPr>
                <p:cNvPicPr/>
                <p:nvPr/>
              </p:nvPicPr>
              <p:blipFill>
                <a:blip r:embed="rId264"/>
                <a:stretch>
                  <a:fillRect/>
                </a:stretch>
              </p:blipFill>
              <p:spPr>
                <a:xfrm>
                  <a:off x="5475578" y="3976551"/>
                  <a:ext cx="410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13" name="Ink 112">
                  <a:extLst>
                    <a:ext uri="{FF2B5EF4-FFF2-40B4-BE49-F238E27FC236}">
                      <a16:creationId xmlns:a16="http://schemas.microsoft.com/office/drawing/2014/main" id="{B73553C3-02C7-E909-5C0F-BEC1D99C4D4D}"/>
                    </a:ext>
                  </a:extLst>
                </p14:cNvPr>
                <p14:cNvContentPartPr/>
                <p14:nvPr/>
              </p14:nvContentPartPr>
              <p14:xfrm>
                <a:off x="5504738" y="3925431"/>
                <a:ext cx="163440" cy="196560"/>
              </p14:xfrm>
            </p:contentPart>
          </mc:Choice>
          <mc:Fallback xmlns="">
            <p:pic>
              <p:nvPicPr>
                <p:cNvPr id="113" name="Ink 112">
                  <a:extLst>
                    <a:ext uri="{FF2B5EF4-FFF2-40B4-BE49-F238E27FC236}">
                      <a16:creationId xmlns:a16="http://schemas.microsoft.com/office/drawing/2014/main" id="{B73553C3-02C7-E909-5C0F-BEC1D99C4D4D}"/>
                    </a:ext>
                  </a:extLst>
                </p:cNvPr>
                <p:cNvPicPr/>
                <p:nvPr/>
              </p:nvPicPr>
              <p:blipFill>
                <a:blip r:embed="rId266"/>
                <a:stretch>
                  <a:fillRect/>
                </a:stretch>
              </p:blipFill>
              <p:spPr>
                <a:xfrm>
                  <a:off x="5495738" y="3916431"/>
                  <a:ext cx="18108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14" name="Ink 113">
                  <a:extLst>
                    <a:ext uri="{FF2B5EF4-FFF2-40B4-BE49-F238E27FC236}">
                      <a16:creationId xmlns:a16="http://schemas.microsoft.com/office/drawing/2014/main" id="{6E5E27A5-1C5F-6047-1940-6F1CF4365BDA}"/>
                    </a:ext>
                  </a:extLst>
                </p14:cNvPr>
                <p14:cNvContentPartPr/>
                <p14:nvPr/>
              </p14:nvContentPartPr>
              <p14:xfrm>
                <a:off x="4225298" y="3959631"/>
                <a:ext cx="83160" cy="293040"/>
              </p14:xfrm>
            </p:contentPart>
          </mc:Choice>
          <mc:Fallback xmlns="">
            <p:pic>
              <p:nvPicPr>
                <p:cNvPr id="114" name="Ink 113">
                  <a:extLst>
                    <a:ext uri="{FF2B5EF4-FFF2-40B4-BE49-F238E27FC236}">
                      <a16:creationId xmlns:a16="http://schemas.microsoft.com/office/drawing/2014/main" id="{6E5E27A5-1C5F-6047-1940-6F1CF4365BDA}"/>
                    </a:ext>
                  </a:extLst>
                </p:cNvPr>
                <p:cNvPicPr/>
                <p:nvPr/>
              </p:nvPicPr>
              <p:blipFill>
                <a:blip r:embed="rId268"/>
                <a:stretch>
                  <a:fillRect/>
                </a:stretch>
              </p:blipFill>
              <p:spPr>
                <a:xfrm>
                  <a:off x="4216658" y="3950631"/>
                  <a:ext cx="10080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15" name="Ink 114">
                  <a:extLst>
                    <a:ext uri="{FF2B5EF4-FFF2-40B4-BE49-F238E27FC236}">
                      <a16:creationId xmlns:a16="http://schemas.microsoft.com/office/drawing/2014/main" id="{A747AF91-1A3E-9534-5DAB-CF217BDEF358}"/>
                    </a:ext>
                  </a:extLst>
                </p14:cNvPr>
                <p14:cNvContentPartPr/>
                <p14:nvPr/>
              </p14:nvContentPartPr>
              <p14:xfrm>
                <a:off x="4153298" y="4102911"/>
                <a:ext cx="300600" cy="160560"/>
              </p14:xfrm>
            </p:contentPart>
          </mc:Choice>
          <mc:Fallback xmlns="">
            <p:pic>
              <p:nvPicPr>
                <p:cNvPr id="115" name="Ink 114">
                  <a:extLst>
                    <a:ext uri="{FF2B5EF4-FFF2-40B4-BE49-F238E27FC236}">
                      <a16:creationId xmlns:a16="http://schemas.microsoft.com/office/drawing/2014/main" id="{A747AF91-1A3E-9534-5DAB-CF217BDEF358}"/>
                    </a:ext>
                  </a:extLst>
                </p:cNvPr>
                <p:cNvPicPr/>
                <p:nvPr/>
              </p:nvPicPr>
              <p:blipFill>
                <a:blip r:embed="rId270"/>
                <a:stretch>
                  <a:fillRect/>
                </a:stretch>
              </p:blipFill>
              <p:spPr>
                <a:xfrm>
                  <a:off x="4144298" y="4093911"/>
                  <a:ext cx="3182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16" name="Ink 115">
                  <a:extLst>
                    <a:ext uri="{FF2B5EF4-FFF2-40B4-BE49-F238E27FC236}">
                      <a16:creationId xmlns:a16="http://schemas.microsoft.com/office/drawing/2014/main" id="{5A5E300E-34F0-F1A8-A65C-82ABEEE1AE44}"/>
                    </a:ext>
                  </a:extLst>
                </p14:cNvPr>
                <p14:cNvContentPartPr/>
                <p14:nvPr/>
              </p14:nvContentPartPr>
              <p14:xfrm>
                <a:off x="3970418" y="3914991"/>
                <a:ext cx="1798560" cy="478800"/>
              </p14:xfrm>
            </p:contentPart>
          </mc:Choice>
          <mc:Fallback xmlns="">
            <p:pic>
              <p:nvPicPr>
                <p:cNvPr id="116" name="Ink 115">
                  <a:extLst>
                    <a:ext uri="{FF2B5EF4-FFF2-40B4-BE49-F238E27FC236}">
                      <a16:creationId xmlns:a16="http://schemas.microsoft.com/office/drawing/2014/main" id="{5A5E300E-34F0-F1A8-A65C-82ABEEE1AE44}"/>
                    </a:ext>
                  </a:extLst>
                </p:cNvPr>
                <p:cNvPicPr/>
                <p:nvPr/>
              </p:nvPicPr>
              <p:blipFill>
                <a:blip r:embed="rId272"/>
                <a:stretch>
                  <a:fillRect/>
                </a:stretch>
              </p:blipFill>
              <p:spPr>
                <a:xfrm>
                  <a:off x="3961778" y="3905991"/>
                  <a:ext cx="1816200" cy="4964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18" name="Ink 117">
                  <a:extLst>
                    <a:ext uri="{FF2B5EF4-FFF2-40B4-BE49-F238E27FC236}">
                      <a16:creationId xmlns:a16="http://schemas.microsoft.com/office/drawing/2014/main" id="{DEA5FE05-7B5F-4704-7BB1-F5BC0BE762FE}"/>
                    </a:ext>
                  </a:extLst>
                </p14:cNvPr>
                <p14:cNvContentPartPr/>
                <p14:nvPr/>
              </p14:nvContentPartPr>
              <p14:xfrm>
                <a:off x="5759258" y="3877551"/>
                <a:ext cx="19080" cy="387000"/>
              </p14:xfrm>
            </p:contentPart>
          </mc:Choice>
          <mc:Fallback xmlns="">
            <p:pic>
              <p:nvPicPr>
                <p:cNvPr id="118" name="Ink 117">
                  <a:extLst>
                    <a:ext uri="{FF2B5EF4-FFF2-40B4-BE49-F238E27FC236}">
                      <a16:creationId xmlns:a16="http://schemas.microsoft.com/office/drawing/2014/main" id="{DEA5FE05-7B5F-4704-7BB1-F5BC0BE762FE}"/>
                    </a:ext>
                  </a:extLst>
                </p:cNvPr>
                <p:cNvPicPr/>
                <p:nvPr/>
              </p:nvPicPr>
              <p:blipFill>
                <a:blip r:embed="rId274"/>
                <a:stretch>
                  <a:fillRect/>
                </a:stretch>
              </p:blipFill>
              <p:spPr>
                <a:xfrm>
                  <a:off x="5750618" y="3868911"/>
                  <a:ext cx="3672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19" name="Ink 118">
                  <a:extLst>
                    <a:ext uri="{FF2B5EF4-FFF2-40B4-BE49-F238E27FC236}">
                      <a16:creationId xmlns:a16="http://schemas.microsoft.com/office/drawing/2014/main" id="{8FA79BC5-1921-C02E-0E76-E26E5BF31EA1}"/>
                    </a:ext>
                  </a:extLst>
                </p14:cNvPr>
                <p14:cNvContentPartPr/>
                <p14:nvPr/>
              </p14:nvContentPartPr>
              <p14:xfrm>
                <a:off x="3895538" y="3869991"/>
                <a:ext cx="1913400" cy="34920"/>
              </p14:xfrm>
            </p:contentPart>
          </mc:Choice>
          <mc:Fallback xmlns="">
            <p:pic>
              <p:nvPicPr>
                <p:cNvPr id="119" name="Ink 118">
                  <a:extLst>
                    <a:ext uri="{FF2B5EF4-FFF2-40B4-BE49-F238E27FC236}">
                      <a16:creationId xmlns:a16="http://schemas.microsoft.com/office/drawing/2014/main" id="{8FA79BC5-1921-C02E-0E76-E26E5BF31EA1}"/>
                    </a:ext>
                  </a:extLst>
                </p:cNvPr>
                <p:cNvPicPr/>
                <p:nvPr/>
              </p:nvPicPr>
              <p:blipFill>
                <a:blip r:embed="rId276"/>
                <a:stretch>
                  <a:fillRect/>
                </a:stretch>
              </p:blipFill>
              <p:spPr>
                <a:xfrm>
                  <a:off x="3886898" y="3861351"/>
                  <a:ext cx="19310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77" name="Ink 176">
                  <a:extLst>
                    <a:ext uri="{FF2B5EF4-FFF2-40B4-BE49-F238E27FC236}">
                      <a16:creationId xmlns:a16="http://schemas.microsoft.com/office/drawing/2014/main" id="{27CDF507-720A-FA16-0679-E8BBE9E698A5}"/>
                    </a:ext>
                  </a:extLst>
                </p14:cNvPr>
                <p14:cNvContentPartPr/>
                <p14:nvPr/>
              </p14:nvContentPartPr>
              <p14:xfrm>
                <a:off x="6139418" y="2707191"/>
                <a:ext cx="1487880" cy="2454480"/>
              </p14:xfrm>
            </p:contentPart>
          </mc:Choice>
          <mc:Fallback xmlns="">
            <p:pic>
              <p:nvPicPr>
                <p:cNvPr id="177" name="Ink 176">
                  <a:extLst>
                    <a:ext uri="{FF2B5EF4-FFF2-40B4-BE49-F238E27FC236}">
                      <a16:creationId xmlns:a16="http://schemas.microsoft.com/office/drawing/2014/main" id="{27CDF507-720A-FA16-0679-E8BBE9E698A5}"/>
                    </a:ext>
                  </a:extLst>
                </p:cNvPr>
                <p:cNvPicPr/>
                <p:nvPr/>
              </p:nvPicPr>
              <p:blipFill>
                <a:blip r:embed="rId278"/>
                <a:stretch>
                  <a:fillRect/>
                </a:stretch>
              </p:blipFill>
              <p:spPr>
                <a:xfrm>
                  <a:off x="6130418" y="2698551"/>
                  <a:ext cx="1505520" cy="247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9">
            <p14:nvContentPartPr>
              <p14:cNvPr id="180" name="Ink 179">
                <a:extLst>
                  <a:ext uri="{FF2B5EF4-FFF2-40B4-BE49-F238E27FC236}">
                    <a16:creationId xmlns:a16="http://schemas.microsoft.com/office/drawing/2014/main" id="{A68FE94A-1D99-75F6-432F-3E27B74EF5B3}"/>
                  </a:ext>
                </a:extLst>
              </p14:cNvPr>
              <p14:cNvContentPartPr/>
              <p14:nvPr/>
            </p14:nvContentPartPr>
            <p14:xfrm>
              <a:off x="6156338" y="5127471"/>
              <a:ext cx="1011960" cy="1694880"/>
            </p14:xfrm>
          </p:contentPart>
        </mc:Choice>
        <mc:Fallback xmlns="">
          <p:pic>
            <p:nvPicPr>
              <p:cNvPr id="180" name="Ink 179">
                <a:extLst>
                  <a:ext uri="{FF2B5EF4-FFF2-40B4-BE49-F238E27FC236}">
                    <a16:creationId xmlns:a16="http://schemas.microsoft.com/office/drawing/2014/main" id="{A68FE94A-1D99-75F6-432F-3E27B74EF5B3}"/>
                  </a:ext>
                </a:extLst>
              </p:cNvPr>
              <p:cNvPicPr/>
              <p:nvPr/>
            </p:nvPicPr>
            <p:blipFill>
              <a:blip r:embed="rId280"/>
              <a:stretch>
                <a:fillRect/>
              </a:stretch>
            </p:blipFill>
            <p:spPr>
              <a:xfrm>
                <a:off x="6147698" y="5118471"/>
                <a:ext cx="1029600" cy="1712520"/>
              </a:xfrm>
              <a:prstGeom prst="rect">
                <a:avLst/>
              </a:prstGeom>
            </p:spPr>
          </p:pic>
        </mc:Fallback>
      </mc:AlternateContent>
      <p:grpSp>
        <p:nvGrpSpPr>
          <p:cNvPr id="243" name="Group 242">
            <a:extLst>
              <a:ext uri="{FF2B5EF4-FFF2-40B4-BE49-F238E27FC236}">
                <a16:creationId xmlns:a16="http://schemas.microsoft.com/office/drawing/2014/main" id="{EB42F3C8-C26D-7BCA-F322-CAB5D6846C80}"/>
              </a:ext>
            </a:extLst>
          </p:cNvPr>
          <p:cNvGrpSpPr/>
          <p:nvPr/>
        </p:nvGrpSpPr>
        <p:grpSpPr>
          <a:xfrm>
            <a:off x="7365578" y="5584671"/>
            <a:ext cx="2099880" cy="789480"/>
            <a:chOff x="7365578" y="5584671"/>
            <a:chExt cx="2099880" cy="789480"/>
          </a:xfrm>
        </p:grpSpPr>
        <mc:AlternateContent xmlns:mc="http://schemas.openxmlformats.org/markup-compatibility/2006" xmlns:p14="http://schemas.microsoft.com/office/powerpoint/2010/main">
          <mc:Choice Requires="p14">
            <p:contentPart p14:bwMode="auto" r:id="rId281">
              <p14:nvContentPartPr>
                <p14:cNvPr id="181" name="Ink 180">
                  <a:extLst>
                    <a:ext uri="{FF2B5EF4-FFF2-40B4-BE49-F238E27FC236}">
                      <a16:creationId xmlns:a16="http://schemas.microsoft.com/office/drawing/2014/main" id="{6E348275-5432-2971-A95F-C87BFEB153E2}"/>
                    </a:ext>
                  </a:extLst>
                </p14:cNvPr>
                <p14:cNvContentPartPr/>
                <p14:nvPr/>
              </p14:nvContentPartPr>
              <p14:xfrm>
                <a:off x="7412738" y="5675391"/>
                <a:ext cx="123840" cy="137160"/>
              </p14:xfrm>
            </p:contentPart>
          </mc:Choice>
          <mc:Fallback xmlns="">
            <p:pic>
              <p:nvPicPr>
                <p:cNvPr id="181" name="Ink 180">
                  <a:extLst>
                    <a:ext uri="{FF2B5EF4-FFF2-40B4-BE49-F238E27FC236}">
                      <a16:creationId xmlns:a16="http://schemas.microsoft.com/office/drawing/2014/main" id="{6E348275-5432-2971-A95F-C87BFEB153E2}"/>
                    </a:ext>
                  </a:extLst>
                </p:cNvPr>
                <p:cNvPicPr/>
                <p:nvPr/>
              </p:nvPicPr>
              <p:blipFill>
                <a:blip r:embed="rId282"/>
                <a:stretch>
                  <a:fillRect/>
                </a:stretch>
              </p:blipFill>
              <p:spPr>
                <a:xfrm>
                  <a:off x="7403738" y="5666751"/>
                  <a:ext cx="1414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82" name="Ink 181">
                  <a:extLst>
                    <a:ext uri="{FF2B5EF4-FFF2-40B4-BE49-F238E27FC236}">
                      <a16:creationId xmlns:a16="http://schemas.microsoft.com/office/drawing/2014/main" id="{301921DA-B2FB-3C3C-0BAA-96376A93E7BB}"/>
                    </a:ext>
                  </a:extLst>
                </p14:cNvPr>
                <p14:cNvContentPartPr/>
                <p14:nvPr/>
              </p14:nvContentPartPr>
              <p14:xfrm>
                <a:off x="7427858" y="5758191"/>
                <a:ext cx="78120" cy="15120"/>
              </p14:xfrm>
            </p:contentPart>
          </mc:Choice>
          <mc:Fallback xmlns="">
            <p:pic>
              <p:nvPicPr>
                <p:cNvPr id="182" name="Ink 181">
                  <a:extLst>
                    <a:ext uri="{FF2B5EF4-FFF2-40B4-BE49-F238E27FC236}">
                      <a16:creationId xmlns:a16="http://schemas.microsoft.com/office/drawing/2014/main" id="{301921DA-B2FB-3C3C-0BAA-96376A93E7BB}"/>
                    </a:ext>
                  </a:extLst>
                </p:cNvPr>
                <p:cNvPicPr/>
                <p:nvPr/>
              </p:nvPicPr>
              <p:blipFill>
                <a:blip r:embed="rId284"/>
                <a:stretch>
                  <a:fillRect/>
                </a:stretch>
              </p:blipFill>
              <p:spPr>
                <a:xfrm>
                  <a:off x="7419218" y="5749551"/>
                  <a:ext cx="957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83" name="Ink 182">
                  <a:extLst>
                    <a:ext uri="{FF2B5EF4-FFF2-40B4-BE49-F238E27FC236}">
                      <a16:creationId xmlns:a16="http://schemas.microsoft.com/office/drawing/2014/main" id="{4471DE4B-73EE-1986-B52D-1E94477C7064}"/>
                    </a:ext>
                  </a:extLst>
                </p14:cNvPr>
                <p14:cNvContentPartPr/>
                <p14:nvPr/>
              </p14:nvContentPartPr>
              <p14:xfrm>
                <a:off x="7616138" y="5707791"/>
                <a:ext cx="11880" cy="215640"/>
              </p14:xfrm>
            </p:contentPart>
          </mc:Choice>
          <mc:Fallback xmlns="">
            <p:pic>
              <p:nvPicPr>
                <p:cNvPr id="183" name="Ink 182">
                  <a:extLst>
                    <a:ext uri="{FF2B5EF4-FFF2-40B4-BE49-F238E27FC236}">
                      <a16:creationId xmlns:a16="http://schemas.microsoft.com/office/drawing/2014/main" id="{4471DE4B-73EE-1986-B52D-1E94477C7064}"/>
                    </a:ext>
                  </a:extLst>
                </p:cNvPr>
                <p:cNvPicPr/>
                <p:nvPr/>
              </p:nvPicPr>
              <p:blipFill>
                <a:blip r:embed="rId286"/>
                <a:stretch>
                  <a:fillRect/>
                </a:stretch>
              </p:blipFill>
              <p:spPr>
                <a:xfrm>
                  <a:off x="7607138" y="5699151"/>
                  <a:ext cx="295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4" name="Ink 183">
                  <a:extLst>
                    <a:ext uri="{FF2B5EF4-FFF2-40B4-BE49-F238E27FC236}">
                      <a16:creationId xmlns:a16="http://schemas.microsoft.com/office/drawing/2014/main" id="{987DB4C0-ABBE-7F93-B42C-3A7713DE0975}"/>
                    </a:ext>
                  </a:extLst>
                </p14:cNvPr>
                <p14:cNvContentPartPr/>
                <p14:nvPr/>
              </p14:nvContentPartPr>
              <p14:xfrm>
                <a:off x="7617218" y="5753151"/>
                <a:ext cx="138240" cy="83160"/>
              </p14:xfrm>
            </p:contentPart>
          </mc:Choice>
          <mc:Fallback xmlns="">
            <p:pic>
              <p:nvPicPr>
                <p:cNvPr id="184" name="Ink 183">
                  <a:extLst>
                    <a:ext uri="{FF2B5EF4-FFF2-40B4-BE49-F238E27FC236}">
                      <a16:creationId xmlns:a16="http://schemas.microsoft.com/office/drawing/2014/main" id="{987DB4C0-ABBE-7F93-B42C-3A7713DE0975}"/>
                    </a:ext>
                  </a:extLst>
                </p:cNvPr>
                <p:cNvPicPr/>
                <p:nvPr/>
              </p:nvPicPr>
              <p:blipFill>
                <a:blip r:embed="rId288"/>
                <a:stretch>
                  <a:fillRect/>
                </a:stretch>
              </p:blipFill>
              <p:spPr>
                <a:xfrm>
                  <a:off x="7608218" y="5744511"/>
                  <a:ext cx="1558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85" name="Ink 184">
                  <a:extLst>
                    <a:ext uri="{FF2B5EF4-FFF2-40B4-BE49-F238E27FC236}">
                      <a16:creationId xmlns:a16="http://schemas.microsoft.com/office/drawing/2014/main" id="{32D98269-6A76-0548-E2E7-6325BA3A6B20}"/>
                    </a:ext>
                  </a:extLst>
                </p14:cNvPr>
                <p14:cNvContentPartPr/>
                <p14:nvPr/>
              </p14:nvContentPartPr>
              <p14:xfrm>
                <a:off x="7812338" y="5672511"/>
                <a:ext cx="28800" cy="257760"/>
              </p14:xfrm>
            </p:contentPart>
          </mc:Choice>
          <mc:Fallback xmlns="">
            <p:pic>
              <p:nvPicPr>
                <p:cNvPr id="185" name="Ink 184">
                  <a:extLst>
                    <a:ext uri="{FF2B5EF4-FFF2-40B4-BE49-F238E27FC236}">
                      <a16:creationId xmlns:a16="http://schemas.microsoft.com/office/drawing/2014/main" id="{32D98269-6A76-0548-E2E7-6325BA3A6B20}"/>
                    </a:ext>
                  </a:extLst>
                </p:cNvPr>
                <p:cNvPicPr/>
                <p:nvPr/>
              </p:nvPicPr>
              <p:blipFill>
                <a:blip r:embed="rId290"/>
                <a:stretch>
                  <a:fillRect/>
                </a:stretch>
              </p:blipFill>
              <p:spPr>
                <a:xfrm>
                  <a:off x="7803698" y="5663511"/>
                  <a:ext cx="464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86" name="Ink 185">
                  <a:extLst>
                    <a:ext uri="{FF2B5EF4-FFF2-40B4-BE49-F238E27FC236}">
                      <a16:creationId xmlns:a16="http://schemas.microsoft.com/office/drawing/2014/main" id="{0C46ED95-D6FA-2114-3830-291A015E1649}"/>
                    </a:ext>
                  </a:extLst>
                </p14:cNvPr>
                <p14:cNvContentPartPr/>
                <p14:nvPr/>
              </p14:nvContentPartPr>
              <p14:xfrm>
                <a:off x="7836458" y="5736951"/>
                <a:ext cx="88560" cy="114840"/>
              </p14:xfrm>
            </p:contentPart>
          </mc:Choice>
          <mc:Fallback xmlns="">
            <p:pic>
              <p:nvPicPr>
                <p:cNvPr id="186" name="Ink 185">
                  <a:extLst>
                    <a:ext uri="{FF2B5EF4-FFF2-40B4-BE49-F238E27FC236}">
                      <a16:creationId xmlns:a16="http://schemas.microsoft.com/office/drawing/2014/main" id="{0C46ED95-D6FA-2114-3830-291A015E1649}"/>
                    </a:ext>
                  </a:extLst>
                </p:cNvPr>
                <p:cNvPicPr/>
                <p:nvPr/>
              </p:nvPicPr>
              <p:blipFill>
                <a:blip r:embed="rId292"/>
                <a:stretch>
                  <a:fillRect/>
                </a:stretch>
              </p:blipFill>
              <p:spPr>
                <a:xfrm>
                  <a:off x="7827458" y="5727951"/>
                  <a:ext cx="1062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87" name="Ink 186">
                  <a:extLst>
                    <a:ext uri="{FF2B5EF4-FFF2-40B4-BE49-F238E27FC236}">
                      <a16:creationId xmlns:a16="http://schemas.microsoft.com/office/drawing/2014/main" id="{E8142017-0BD7-E83C-3810-53504A0FDF0F}"/>
                    </a:ext>
                  </a:extLst>
                </p14:cNvPr>
                <p14:cNvContentPartPr/>
                <p14:nvPr/>
              </p14:nvContentPartPr>
              <p14:xfrm>
                <a:off x="7970738" y="5660991"/>
                <a:ext cx="141480" cy="163440"/>
              </p14:xfrm>
            </p:contentPart>
          </mc:Choice>
          <mc:Fallback xmlns="">
            <p:pic>
              <p:nvPicPr>
                <p:cNvPr id="187" name="Ink 186">
                  <a:extLst>
                    <a:ext uri="{FF2B5EF4-FFF2-40B4-BE49-F238E27FC236}">
                      <a16:creationId xmlns:a16="http://schemas.microsoft.com/office/drawing/2014/main" id="{E8142017-0BD7-E83C-3810-53504A0FDF0F}"/>
                    </a:ext>
                  </a:extLst>
                </p:cNvPr>
                <p:cNvPicPr/>
                <p:nvPr/>
              </p:nvPicPr>
              <p:blipFill>
                <a:blip r:embed="rId294"/>
                <a:stretch>
                  <a:fillRect/>
                </a:stretch>
              </p:blipFill>
              <p:spPr>
                <a:xfrm>
                  <a:off x="7961738" y="5651991"/>
                  <a:ext cx="1591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8" name="Ink 187">
                  <a:extLst>
                    <a:ext uri="{FF2B5EF4-FFF2-40B4-BE49-F238E27FC236}">
                      <a16:creationId xmlns:a16="http://schemas.microsoft.com/office/drawing/2014/main" id="{0584B272-8E92-6F52-FC93-43A858B9D915}"/>
                    </a:ext>
                  </a:extLst>
                </p14:cNvPr>
                <p14:cNvContentPartPr/>
                <p14:nvPr/>
              </p14:nvContentPartPr>
              <p14:xfrm>
                <a:off x="8117978" y="5711751"/>
                <a:ext cx="1080" cy="360"/>
              </p14:xfrm>
            </p:contentPart>
          </mc:Choice>
          <mc:Fallback xmlns="">
            <p:pic>
              <p:nvPicPr>
                <p:cNvPr id="188" name="Ink 187">
                  <a:extLst>
                    <a:ext uri="{FF2B5EF4-FFF2-40B4-BE49-F238E27FC236}">
                      <a16:creationId xmlns:a16="http://schemas.microsoft.com/office/drawing/2014/main" id="{0584B272-8E92-6F52-FC93-43A858B9D915}"/>
                    </a:ext>
                  </a:extLst>
                </p:cNvPr>
                <p:cNvPicPr/>
                <p:nvPr/>
              </p:nvPicPr>
              <p:blipFill>
                <a:blip r:embed="rId296"/>
                <a:stretch>
                  <a:fillRect/>
                </a:stretch>
              </p:blipFill>
              <p:spPr>
                <a:xfrm>
                  <a:off x="8108978" y="5703111"/>
                  <a:ext cx="18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9" name="Ink 188">
                  <a:extLst>
                    <a:ext uri="{FF2B5EF4-FFF2-40B4-BE49-F238E27FC236}">
                      <a16:creationId xmlns:a16="http://schemas.microsoft.com/office/drawing/2014/main" id="{18CA8157-A442-1D64-A4B9-B4034A48BB2A}"/>
                    </a:ext>
                  </a:extLst>
                </p14:cNvPr>
                <p14:cNvContentPartPr/>
                <p14:nvPr/>
              </p14:nvContentPartPr>
              <p14:xfrm>
                <a:off x="8179898" y="5750631"/>
                <a:ext cx="119520" cy="91800"/>
              </p14:xfrm>
            </p:contentPart>
          </mc:Choice>
          <mc:Fallback xmlns="">
            <p:pic>
              <p:nvPicPr>
                <p:cNvPr id="189" name="Ink 188">
                  <a:extLst>
                    <a:ext uri="{FF2B5EF4-FFF2-40B4-BE49-F238E27FC236}">
                      <a16:creationId xmlns:a16="http://schemas.microsoft.com/office/drawing/2014/main" id="{18CA8157-A442-1D64-A4B9-B4034A48BB2A}"/>
                    </a:ext>
                  </a:extLst>
                </p:cNvPr>
                <p:cNvPicPr/>
                <p:nvPr/>
              </p:nvPicPr>
              <p:blipFill>
                <a:blip r:embed="rId298"/>
                <a:stretch>
                  <a:fillRect/>
                </a:stretch>
              </p:blipFill>
              <p:spPr>
                <a:xfrm>
                  <a:off x="8171258" y="5741631"/>
                  <a:ext cx="1371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90" name="Ink 189">
                  <a:extLst>
                    <a:ext uri="{FF2B5EF4-FFF2-40B4-BE49-F238E27FC236}">
                      <a16:creationId xmlns:a16="http://schemas.microsoft.com/office/drawing/2014/main" id="{59BE9FE4-F3EB-BFDC-6B4E-15F30C876CA4}"/>
                    </a:ext>
                  </a:extLst>
                </p14:cNvPr>
                <p14:cNvContentPartPr/>
                <p14:nvPr/>
              </p14:nvContentPartPr>
              <p14:xfrm>
                <a:off x="8335418" y="5619951"/>
                <a:ext cx="224640" cy="211680"/>
              </p14:xfrm>
            </p:contentPart>
          </mc:Choice>
          <mc:Fallback xmlns="">
            <p:pic>
              <p:nvPicPr>
                <p:cNvPr id="190" name="Ink 189">
                  <a:extLst>
                    <a:ext uri="{FF2B5EF4-FFF2-40B4-BE49-F238E27FC236}">
                      <a16:creationId xmlns:a16="http://schemas.microsoft.com/office/drawing/2014/main" id="{59BE9FE4-F3EB-BFDC-6B4E-15F30C876CA4}"/>
                    </a:ext>
                  </a:extLst>
                </p:cNvPr>
                <p:cNvPicPr/>
                <p:nvPr/>
              </p:nvPicPr>
              <p:blipFill>
                <a:blip r:embed="rId300"/>
                <a:stretch>
                  <a:fillRect/>
                </a:stretch>
              </p:blipFill>
              <p:spPr>
                <a:xfrm>
                  <a:off x="8326418" y="5610951"/>
                  <a:ext cx="24228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91" name="Ink 190">
                  <a:extLst>
                    <a:ext uri="{FF2B5EF4-FFF2-40B4-BE49-F238E27FC236}">
                      <a16:creationId xmlns:a16="http://schemas.microsoft.com/office/drawing/2014/main" id="{2D270549-6720-C29A-F610-00881D3F2E44}"/>
                    </a:ext>
                  </a:extLst>
                </p14:cNvPr>
                <p14:cNvContentPartPr/>
                <p14:nvPr/>
              </p14:nvContentPartPr>
              <p14:xfrm>
                <a:off x="8722058" y="5584671"/>
                <a:ext cx="81720" cy="321840"/>
              </p14:xfrm>
            </p:contentPart>
          </mc:Choice>
          <mc:Fallback xmlns="">
            <p:pic>
              <p:nvPicPr>
                <p:cNvPr id="191" name="Ink 190">
                  <a:extLst>
                    <a:ext uri="{FF2B5EF4-FFF2-40B4-BE49-F238E27FC236}">
                      <a16:creationId xmlns:a16="http://schemas.microsoft.com/office/drawing/2014/main" id="{2D270549-6720-C29A-F610-00881D3F2E44}"/>
                    </a:ext>
                  </a:extLst>
                </p:cNvPr>
                <p:cNvPicPr/>
                <p:nvPr/>
              </p:nvPicPr>
              <p:blipFill>
                <a:blip r:embed="rId302"/>
                <a:stretch>
                  <a:fillRect/>
                </a:stretch>
              </p:blipFill>
              <p:spPr>
                <a:xfrm>
                  <a:off x="8713418" y="5576031"/>
                  <a:ext cx="993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92" name="Ink 191">
                  <a:extLst>
                    <a:ext uri="{FF2B5EF4-FFF2-40B4-BE49-F238E27FC236}">
                      <a16:creationId xmlns:a16="http://schemas.microsoft.com/office/drawing/2014/main" id="{6BF00DCF-BF97-A04B-3B8A-012E4B32A8B5}"/>
                    </a:ext>
                  </a:extLst>
                </p14:cNvPr>
                <p14:cNvContentPartPr/>
                <p14:nvPr/>
              </p14:nvContentPartPr>
              <p14:xfrm>
                <a:off x="8722058" y="5712831"/>
                <a:ext cx="223200" cy="110520"/>
              </p14:xfrm>
            </p:contentPart>
          </mc:Choice>
          <mc:Fallback xmlns="">
            <p:pic>
              <p:nvPicPr>
                <p:cNvPr id="192" name="Ink 191">
                  <a:extLst>
                    <a:ext uri="{FF2B5EF4-FFF2-40B4-BE49-F238E27FC236}">
                      <a16:creationId xmlns:a16="http://schemas.microsoft.com/office/drawing/2014/main" id="{6BF00DCF-BF97-A04B-3B8A-012E4B32A8B5}"/>
                    </a:ext>
                  </a:extLst>
                </p:cNvPr>
                <p:cNvPicPr/>
                <p:nvPr/>
              </p:nvPicPr>
              <p:blipFill>
                <a:blip r:embed="rId304"/>
                <a:stretch>
                  <a:fillRect/>
                </a:stretch>
              </p:blipFill>
              <p:spPr>
                <a:xfrm>
                  <a:off x="8713058" y="5704191"/>
                  <a:ext cx="2408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93" name="Ink 192">
                  <a:extLst>
                    <a:ext uri="{FF2B5EF4-FFF2-40B4-BE49-F238E27FC236}">
                      <a16:creationId xmlns:a16="http://schemas.microsoft.com/office/drawing/2014/main" id="{E12108E1-8309-B08C-0D7E-C59AB2CB2402}"/>
                    </a:ext>
                  </a:extLst>
                </p14:cNvPr>
                <p14:cNvContentPartPr/>
                <p14:nvPr/>
              </p14:nvContentPartPr>
              <p14:xfrm>
                <a:off x="8997098" y="5718231"/>
                <a:ext cx="203760" cy="101520"/>
              </p14:xfrm>
            </p:contentPart>
          </mc:Choice>
          <mc:Fallback xmlns="">
            <p:pic>
              <p:nvPicPr>
                <p:cNvPr id="193" name="Ink 192">
                  <a:extLst>
                    <a:ext uri="{FF2B5EF4-FFF2-40B4-BE49-F238E27FC236}">
                      <a16:creationId xmlns:a16="http://schemas.microsoft.com/office/drawing/2014/main" id="{E12108E1-8309-B08C-0D7E-C59AB2CB2402}"/>
                    </a:ext>
                  </a:extLst>
                </p:cNvPr>
                <p:cNvPicPr/>
                <p:nvPr/>
              </p:nvPicPr>
              <p:blipFill>
                <a:blip r:embed="rId306"/>
                <a:stretch>
                  <a:fillRect/>
                </a:stretch>
              </p:blipFill>
              <p:spPr>
                <a:xfrm>
                  <a:off x="8988098" y="5709591"/>
                  <a:ext cx="2214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94" name="Ink 193">
                  <a:extLst>
                    <a:ext uri="{FF2B5EF4-FFF2-40B4-BE49-F238E27FC236}">
                      <a16:creationId xmlns:a16="http://schemas.microsoft.com/office/drawing/2014/main" id="{0302F268-287C-C20B-D615-AA98C84D8DC4}"/>
                    </a:ext>
                  </a:extLst>
                </p14:cNvPr>
                <p14:cNvContentPartPr/>
                <p14:nvPr/>
              </p14:nvContentPartPr>
              <p14:xfrm>
                <a:off x="9258098" y="5724351"/>
                <a:ext cx="185040" cy="123480"/>
              </p14:xfrm>
            </p:contentPart>
          </mc:Choice>
          <mc:Fallback xmlns="">
            <p:pic>
              <p:nvPicPr>
                <p:cNvPr id="194" name="Ink 193">
                  <a:extLst>
                    <a:ext uri="{FF2B5EF4-FFF2-40B4-BE49-F238E27FC236}">
                      <a16:creationId xmlns:a16="http://schemas.microsoft.com/office/drawing/2014/main" id="{0302F268-287C-C20B-D615-AA98C84D8DC4}"/>
                    </a:ext>
                  </a:extLst>
                </p:cNvPr>
                <p:cNvPicPr/>
                <p:nvPr/>
              </p:nvPicPr>
              <p:blipFill>
                <a:blip r:embed="rId308"/>
                <a:stretch>
                  <a:fillRect/>
                </a:stretch>
              </p:blipFill>
              <p:spPr>
                <a:xfrm>
                  <a:off x="9249458" y="5715711"/>
                  <a:ext cx="2026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13" name="Ink 212">
                  <a:extLst>
                    <a:ext uri="{FF2B5EF4-FFF2-40B4-BE49-F238E27FC236}">
                      <a16:creationId xmlns:a16="http://schemas.microsoft.com/office/drawing/2014/main" id="{ED0E9935-F81B-6856-7CE1-43DFD351FE1C}"/>
                    </a:ext>
                  </a:extLst>
                </p14:cNvPr>
                <p14:cNvContentPartPr/>
                <p14:nvPr/>
              </p14:nvContentPartPr>
              <p14:xfrm>
                <a:off x="7370618" y="6134391"/>
                <a:ext cx="10080" cy="101520"/>
              </p14:xfrm>
            </p:contentPart>
          </mc:Choice>
          <mc:Fallback xmlns="">
            <p:pic>
              <p:nvPicPr>
                <p:cNvPr id="213" name="Ink 212">
                  <a:extLst>
                    <a:ext uri="{FF2B5EF4-FFF2-40B4-BE49-F238E27FC236}">
                      <a16:creationId xmlns:a16="http://schemas.microsoft.com/office/drawing/2014/main" id="{ED0E9935-F81B-6856-7CE1-43DFD351FE1C}"/>
                    </a:ext>
                  </a:extLst>
                </p:cNvPr>
                <p:cNvPicPr/>
                <p:nvPr/>
              </p:nvPicPr>
              <p:blipFill>
                <a:blip r:embed="rId310"/>
                <a:stretch>
                  <a:fillRect/>
                </a:stretch>
              </p:blipFill>
              <p:spPr>
                <a:xfrm>
                  <a:off x="7361618" y="6125391"/>
                  <a:ext cx="277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4" name="Ink 213">
                  <a:extLst>
                    <a:ext uri="{FF2B5EF4-FFF2-40B4-BE49-F238E27FC236}">
                      <a16:creationId xmlns:a16="http://schemas.microsoft.com/office/drawing/2014/main" id="{6ADCC14E-DD38-5EF5-6215-6152DEA8B74D}"/>
                    </a:ext>
                  </a:extLst>
                </p14:cNvPr>
                <p14:cNvContentPartPr/>
                <p14:nvPr/>
              </p14:nvContentPartPr>
              <p14:xfrm>
                <a:off x="7365578" y="6128271"/>
                <a:ext cx="266400" cy="134280"/>
              </p14:xfrm>
            </p:contentPart>
          </mc:Choice>
          <mc:Fallback xmlns="">
            <p:pic>
              <p:nvPicPr>
                <p:cNvPr id="214" name="Ink 213">
                  <a:extLst>
                    <a:ext uri="{FF2B5EF4-FFF2-40B4-BE49-F238E27FC236}">
                      <a16:creationId xmlns:a16="http://schemas.microsoft.com/office/drawing/2014/main" id="{6ADCC14E-DD38-5EF5-6215-6152DEA8B74D}"/>
                    </a:ext>
                  </a:extLst>
                </p:cNvPr>
                <p:cNvPicPr/>
                <p:nvPr/>
              </p:nvPicPr>
              <p:blipFill>
                <a:blip r:embed="rId312"/>
                <a:stretch>
                  <a:fillRect/>
                </a:stretch>
              </p:blipFill>
              <p:spPr>
                <a:xfrm>
                  <a:off x="7356938" y="6119631"/>
                  <a:ext cx="284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15" name="Ink 214">
                  <a:extLst>
                    <a:ext uri="{FF2B5EF4-FFF2-40B4-BE49-F238E27FC236}">
                      <a16:creationId xmlns:a16="http://schemas.microsoft.com/office/drawing/2014/main" id="{4F27C9FF-87AD-EC1C-CEB9-4C560CDDD411}"/>
                    </a:ext>
                  </a:extLst>
                </p14:cNvPr>
                <p14:cNvContentPartPr/>
                <p14:nvPr/>
              </p14:nvContentPartPr>
              <p14:xfrm>
                <a:off x="7662578" y="6184791"/>
                <a:ext cx="97560" cy="94320"/>
              </p14:xfrm>
            </p:contentPart>
          </mc:Choice>
          <mc:Fallback xmlns="">
            <p:pic>
              <p:nvPicPr>
                <p:cNvPr id="215" name="Ink 214">
                  <a:extLst>
                    <a:ext uri="{FF2B5EF4-FFF2-40B4-BE49-F238E27FC236}">
                      <a16:creationId xmlns:a16="http://schemas.microsoft.com/office/drawing/2014/main" id="{4F27C9FF-87AD-EC1C-CEB9-4C560CDDD411}"/>
                    </a:ext>
                  </a:extLst>
                </p:cNvPr>
                <p:cNvPicPr/>
                <p:nvPr/>
              </p:nvPicPr>
              <p:blipFill>
                <a:blip r:embed="rId314"/>
                <a:stretch>
                  <a:fillRect/>
                </a:stretch>
              </p:blipFill>
              <p:spPr>
                <a:xfrm>
                  <a:off x="7653578" y="6175791"/>
                  <a:ext cx="115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16" name="Ink 215">
                  <a:extLst>
                    <a:ext uri="{FF2B5EF4-FFF2-40B4-BE49-F238E27FC236}">
                      <a16:creationId xmlns:a16="http://schemas.microsoft.com/office/drawing/2014/main" id="{3016A0FA-570B-4322-D312-31758B929420}"/>
                    </a:ext>
                  </a:extLst>
                </p14:cNvPr>
                <p14:cNvContentPartPr/>
                <p14:nvPr/>
              </p14:nvContentPartPr>
              <p14:xfrm>
                <a:off x="7932578" y="6152031"/>
                <a:ext cx="151200" cy="107280"/>
              </p14:xfrm>
            </p:contentPart>
          </mc:Choice>
          <mc:Fallback xmlns="">
            <p:pic>
              <p:nvPicPr>
                <p:cNvPr id="216" name="Ink 215">
                  <a:extLst>
                    <a:ext uri="{FF2B5EF4-FFF2-40B4-BE49-F238E27FC236}">
                      <a16:creationId xmlns:a16="http://schemas.microsoft.com/office/drawing/2014/main" id="{3016A0FA-570B-4322-D312-31758B929420}"/>
                    </a:ext>
                  </a:extLst>
                </p:cNvPr>
                <p:cNvPicPr/>
                <p:nvPr/>
              </p:nvPicPr>
              <p:blipFill>
                <a:blip r:embed="rId316"/>
                <a:stretch>
                  <a:fillRect/>
                </a:stretch>
              </p:blipFill>
              <p:spPr>
                <a:xfrm>
                  <a:off x="7923938" y="6143391"/>
                  <a:ext cx="1688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17" name="Ink 216">
                  <a:extLst>
                    <a:ext uri="{FF2B5EF4-FFF2-40B4-BE49-F238E27FC236}">
                      <a16:creationId xmlns:a16="http://schemas.microsoft.com/office/drawing/2014/main" id="{C6DBA475-3EBF-47C9-F960-542854BF4C06}"/>
                    </a:ext>
                  </a:extLst>
                </p14:cNvPr>
                <p14:cNvContentPartPr/>
                <p14:nvPr/>
              </p14:nvContentPartPr>
              <p14:xfrm>
                <a:off x="8132738" y="6079671"/>
                <a:ext cx="150120" cy="170280"/>
              </p14:xfrm>
            </p:contentPart>
          </mc:Choice>
          <mc:Fallback xmlns="">
            <p:pic>
              <p:nvPicPr>
                <p:cNvPr id="217" name="Ink 216">
                  <a:extLst>
                    <a:ext uri="{FF2B5EF4-FFF2-40B4-BE49-F238E27FC236}">
                      <a16:creationId xmlns:a16="http://schemas.microsoft.com/office/drawing/2014/main" id="{C6DBA475-3EBF-47C9-F960-542854BF4C06}"/>
                    </a:ext>
                  </a:extLst>
                </p:cNvPr>
                <p:cNvPicPr/>
                <p:nvPr/>
              </p:nvPicPr>
              <p:blipFill>
                <a:blip r:embed="rId318"/>
                <a:stretch>
                  <a:fillRect/>
                </a:stretch>
              </p:blipFill>
              <p:spPr>
                <a:xfrm>
                  <a:off x="8124098" y="6071031"/>
                  <a:ext cx="16776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18" name="Ink 217">
                  <a:extLst>
                    <a:ext uri="{FF2B5EF4-FFF2-40B4-BE49-F238E27FC236}">
                      <a16:creationId xmlns:a16="http://schemas.microsoft.com/office/drawing/2014/main" id="{92CEBF4A-3BF5-8E46-89FD-CB8202B456A5}"/>
                    </a:ext>
                  </a:extLst>
                </p14:cNvPr>
                <p14:cNvContentPartPr/>
                <p14:nvPr/>
              </p14:nvContentPartPr>
              <p14:xfrm>
                <a:off x="8275298" y="6150231"/>
                <a:ext cx="123840" cy="223920"/>
              </p14:xfrm>
            </p:contentPart>
          </mc:Choice>
          <mc:Fallback xmlns="">
            <p:pic>
              <p:nvPicPr>
                <p:cNvPr id="218" name="Ink 217">
                  <a:extLst>
                    <a:ext uri="{FF2B5EF4-FFF2-40B4-BE49-F238E27FC236}">
                      <a16:creationId xmlns:a16="http://schemas.microsoft.com/office/drawing/2014/main" id="{92CEBF4A-3BF5-8E46-89FD-CB8202B456A5}"/>
                    </a:ext>
                  </a:extLst>
                </p:cNvPr>
                <p:cNvPicPr/>
                <p:nvPr/>
              </p:nvPicPr>
              <p:blipFill>
                <a:blip r:embed="rId320"/>
                <a:stretch>
                  <a:fillRect/>
                </a:stretch>
              </p:blipFill>
              <p:spPr>
                <a:xfrm>
                  <a:off x="8266658" y="6141231"/>
                  <a:ext cx="1414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19" name="Ink 218">
                  <a:extLst>
                    <a:ext uri="{FF2B5EF4-FFF2-40B4-BE49-F238E27FC236}">
                      <a16:creationId xmlns:a16="http://schemas.microsoft.com/office/drawing/2014/main" id="{7BE555DD-0E5B-7F61-7AEB-251468C51902}"/>
                    </a:ext>
                  </a:extLst>
                </p14:cNvPr>
                <p14:cNvContentPartPr/>
                <p14:nvPr/>
              </p14:nvContentPartPr>
              <p14:xfrm>
                <a:off x="8364578" y="6079671"/>
                <a:ext cx="360" cy="2160"/>
              </p14:xfrm>
            </p:contentPart>
          </mc:Choice>
          <mc:Fallback xmlns="">
            <p:pic>
              <p:nvPicPr>
                <p:cNvPr id="219" name="Ink 218">
                  <a:extLst>
                    <a:ext uri="{FF2B5EF4-FFF2-40B4-BE49-F238E27FC236}">
                      <a16:creationId xmlns:a16="http://schemas.microsoft.com/office/drawing/2014/main" id="{7BE555DD-0E5B-7F61-7AEB-251468C51902}"/>
                    </a:ext>
                  </a:extLst>
                </p:cNvPr>
                <p:cNvPicPr/>
                <p:nvPr/>
              </p:nvPicPr>
              <p:blipFill>
                <a:blip r:embed="rId322"/>
                <a:stretch>
                  <a:fillRect/>
                </a:stretch>
              </p:blipFill>
              <p:spPr>
                <a:xfrm>
                  <a:off x="8355578" y="6071031"/>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20" name="Ink 219">
                  <a:extLst>
                    <a:ext uri="{FF2B5EF4-FFF2-40B4-BE49-F238E27FC236}">
                      <a16:creationId xmlns:a16="http://schemas.microsoft.com/office/drawing/2014/main" id="{061A6C86-03E7-39E5-FF14-C8FE02B4D980}"/>
                    </a:ext>
                  </a:extLst>
                </p14:cNvPr>
                <p14:cNvContentPartPr/>
                <p14:nvPr/>
              </p14:nvContentPartPr>
              <p14:xfrm>
                <a:off x="8504978" y="6135831"/>
                <a:ext cx="122760" cy="92520"/>
              </p14:xfrm>
            </p:contentPart>
          </mc:Choice>
          <mc:Fallback xmlns="">
            <p:pic>
              <p:nvPicPr>
                <p:cNvPr id="220" name="Ink 219">
                  <a:extLst>
                    <a:ext uri="{FF2B5EF4-FFF2-40B4-BE49-F238E27FC236}">
                      <a16:creationId xmlns:a16="http://schemas.microsoft.com/office/drawing/2014/main" id="{061A6C86-03E7-39E5-FF14-C8FE02B4D980}"/>
                    </a:ext>
                  </a:extLst>
                </p:cNvPr>
                <p:cNvPicPr/>
                <p:nvPr/>
              </p:nvPicPr>
              <p:blipFill>
                <a:blip r:embed="rId324"/>
                <a:stretch>
                  <a:fillRect/>
                </a:stretch>
              </p:blipFill>
              <p:spPr>
                <a:xfrm>
                  <a:off x="8495978" y="6126831"/>
                  <a:ext cx="1404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21" name="Ink 220">
                  <a:extLst>
                    <a:ext uri="{FF2B5EF4-FFF2-40B4-BE49-F238E27FC236}">
                      <a16:creationId xmlns:a16="http://schemas.microsoft.com/office/drawing/2014/main" id="{1F574061-F06E-C458-8BEB-4EFE54A7C59E}"/>
                    </a:ext>
                  </a:extLst>
                </p14:cNvPr>
                <p14:cNvContentPartPr/>
                <p14:nvPr/>
              </p14:nvContentPartPr>
              <p14:xfrm>
                <a:off x="8647538" y="6136911"/>
                <a:ext cx="153720" cy="106560"/>
              </p14:xfrm>
            </p:contentPart>
          </mc:Choice>
          <mc:Fallback xmlns="">
            <p:pic>
              <p:nvPicPr>
                <p:cNvPr id="221" name="Ink 220">
                  <a:extLst>
                    <a:ext uri="{FF2B5EF4-FFF2-40B4-BE49-F238E27FC236}">
                      <a16:creationId xmlns:a16="http://schemas.microsoft.com/office/drawing/2014/main" id="{1F574061-F06E-C458-8BEB-4EFE54A7C59E}"/>
                    </a:ext>
                  </a:extLst>
                </p:cNvPr>
                <p:cNvPicPr/>
                <p:nvPr/>
              </p:nvPicPr>
              <p:blipFill>
                <a:blip r:embed="rId326"/>
                <a:stretch>
                  <a:fillRect/>
                </a:stretch>
              </p:blipFill>
              <p:spPr>
                <a:xfrm>
                  <a:off x="8638538" y="6127911"/>
                  <a:ext cx="1713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2" name="Ink 221">
                  <a:extLst>
                    <a:ext uri="{FF2B5EF4-FFF2-40B4-BE49-F238E27FC236}">
                      <a16:creationId xmlns:a16="http://schemas.microsoft.com/office/drawing/2014/main" id="{7FE5EF54-CE26-B703-C564-B8624B33D503}"/>
                    </a:ext>
                  </a:extLst>
                </p14:cNvPr>
                <p14:cNvContentPartPr/>
                <p14:nvPr/>
              </p14:nvContentPartPr>
              <p14:xfrm>
                <a:off x="8902778" y="6015591"/>
                <a:ext cx="30240" cy="259560"/>
              </p14:xfrm>
            </p:contentPart>
          </mc:Choice>
          <mc:Fallback xmlns="">
            <p:pic>
              <p:nvPicPr>
                <p:cNvPr id="222" name="Ink 221">
                  <a:extLst>
                    <a:ext uri="{FF2B5EF4-FFF2-40B4-BE49-F238E27FC236}">
                      <a16:creationId xmlns:a16="http://schemas.microsoft.com/office/drawing/2014/main" id="{7FE5EF54-CE26-B703-C564-B8624B33D503}"/>
                    </a:ext>
                  </a:extLst>
                </p:cNvPr>
                <p:cNvPicPr/>
                <p:nvPr/>
              </p:nvPicPr>
              <p:blipFill>
                <a:blip r:embed="rId328"/>
                <a:stretch>
                  <a:fillRect/>
                </a:stretch>
              </p:blipFill>
              <p:spPr>
                <a:xfrm>
                  <a:off x="8893778" y="6006591"/>
                  <a:ext cx="478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3" name="Ink 222">
                  <a:extLst>
                    <a:ext uri="{FF2B5EF4-FFF2-40B4-BE49-F238E27FC236}">
                      <a16:creationId xmlns:a16="http://schemas.microsoft.com/office/drawing/2014/main" id="{9A2802A9-3D56-F757-E66C-527AE8FC739E}"/>
                    </a:ext>
                  </a:extLst>
                </p14:cNvPr>
                <p14:cNvContentPartPr/>
                <p14:nvPr/>
              </p14:nvContentPartPr>
              <p14:xfrm>
                <a:off x="8876138" y="6158511"/>
                <a:ext cx="131040" cy="9720"/>
              </p14:xfrm>
            </p:contentPart>
          </mc:Choice>
          <mc:Fallback xmlns="">
            <p:pic>
              <p:nvPicPr>
                <p:cNvPr id="223" name="Ink 222">
                  <a:extLst>
                    <a:ext uri="{FF2B5EF4-FFF2-40B4-BE49-F238E27FC236}">
                      <a16:creationId xmlns:a16="http://schemas.microsoft.com/office/drawing/2014/main" id="{9A2802A9-3D56-F757-E66C-527AE8FC739E}"/>
                    </a:ext>
                  </a:extLst>
                </p:cNvPr>
                <p:cNvPicPr/>
                <p:nvPr/>
              </p:nvPicPr>
              <p:blipFill>
                <a:blip r:embed="rId330"/>
                <a:stretch>
                  <a:fillRect/>
                </a:stretch>
              </p:blipFill>
              <p:spPr>
                <a:xfrm>
                  <a:off x="8867498" y="6149511"/>
                  <a:ext cx="14868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24" name="Ink 223">
                  <a:extLst>
                    <a:ext uri="{FF2B5EF4-FFF2-40B4-BE49-F238E27FC236}">
                      <a16:creationId xmlns:a16="http://schemas.microsoft.com/office/drawing/2014/main" id="{EFE526D6-B1D3-3151-A03B-A4E418B95E21}"/>
                    </a:ext>
                  </a:extLst>
                </p14:cNvPr>
                <p14:cNvContentPartPr/>
                <p14:nvPr/>
              </p14:nvContentPartPr>
              <p14:xfrm>
                <a:off x="9228218" y="6166071"/>
                <a:ext cx="9000" cy="70200"/>
              </p14:xfrm>
            </p:contentPart>
          </mc:Choice>
          <mc:Fallback xmlns="">
            <p:pic>
              <p:nvPicPr>
                <p:cNvPr id="224" name="Ink 223">
                  <a:extLst>
                    <a:ext uri="{FF2B5EF4-FFF2-40B4-BE49-F238E27FC236}">
                      <a16:creationId xmlns:a16="http://schemas.microsoft.com/office/drawing/2014/main" id="{EFE526D6-B1D3-3151-A03B-A4E418B95E21}"/>
                    </a:ext>
                  </a:extLst>
                </p:cNvPr>
                <p:cNvPicPr/>
                <p:nvPr/>
              </p:nvPicPr>
              <p:blipFill>
                <a:blip r:embed="rId332"/>
                <a:stretch>
                  <a:fillRect/>
                </a:stretch>
              </p:blipFill>
              <p:spPr>
                <a:xfrm>
                  <a:off x="9219578" y="6157431"/>
                  <a:ext cx="266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25" name="Ink 224">
                  <a:extLst>
                    <a:ext uri="{FF2B5EF4-FFF2-40B4-BE49-F238E27FC236}">
                      <a16:creationId xmlns:a16="http://schemas.microsoft.com/office/drawing/2014/main" id="{CF45026F-5FBD-D8E7-C023-E37E81E128CD}"/>
                    </a:ext>
                  </a:extLst>
                </p14:cNvPr>
                <p14:cNvContentPartPr/>
                <p14:nvPr/>
              </p14:nvContentPartPr>
              <p14:xfrm>
                <a:off x="9231098" y="6081471"/>
                <a:ext cx="32040" cy="33120"/>
              </p14:xfrm>
            </p:contentPart>
          </mc:Choice>
          <mc:Fallback xmlns="">
            <p:pic>
              <p:nvPicPr>
                <p:cNvPr id="225" name="Ink 224">
                  <a:extLst>
                    <a:ext uri="{FF2B5EF4-FFF2-40B4-BE49-F238E27FC236}">
                      <a16:creationId xmlns:a16="http://schemas.microsoft.com/office/drawing/2014/main" id="{CF45026F-5FBD-D8E7-C023-E37E81E128CD}"/>
                    </a:ext>
                  </a:extLst>
                </p:cNvPr>
                <p:cNvPicPr/>
                <p:nvPr/>
              </p:nvPicPr>
              <p:blipFill>
                <a:blip r:embed="rId334"/>
                <a:stretch>
                  <a:fillRect/>
                </a:stretch>
              </p:blipFill>
              <p:spPr>
                <a:xfrm>
                  <a:off x="9222098" y="6072471"/>
                  <a:ext cx="496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26" name="Ink 225">
                  <a:extLst>
                    <a:ext uri="{FF2B5EF4-FFF2-40B4-BE49-F238E27FC236}">
                      <a16:creationId xmlns:a16="http://schemas.microsoft.com/office/drawing/2014/main" id="{94604C0F-6B17-F8E3-F5FF-FBCAFEC790D7}"/>
                    </a:ext>
                  </a:extLst>
                </p14:cNvPr>
                <p14:cNvContentPartPr/>
                <p14:nvPr/>
              </p14:nvContentPartPr>
              <p14:xfrm>
                <a:off x="9349178" y="6151311"/>
                <a:ext cx="116280" cy="130680"/>
              </p14:xfrm>
            </p:contentPart>
          </mc:Choice>
          <mc:Fallback xmlns="">
            <p:pic>
              <p:nvPicPr>
                <p:cNvPr id="226" name="Ink 225">
                  <a:extLst>
                    <a:ext uri="{FF2B5EF4-FFF2-40B4-BE49-F238E27FC236}">
                      <a16:creationId xmlns:a16="http://schemas.microsoft.com/office/drawing/2014/main" id="{94604C0F-6B17-F8E3-F5FF-FBCAFEC790D7}"/>
                    </a:ext>
                  </a:extLst>
                </p:cNvPr>
                <p:cNvPicPr/>
                <p:nvPr/>
              </p:nvPicPr>
              <p:blipFill>
                <a:blip r:embed="rId336"/>
                <a:stretch>
                  <a:fillRect/>
                </a:stretch>
              </p:blipFill>
              <p:spPr>
                <a:xfrm>
                  <a:off x="9340178" y="6142311"/>
                  <a:ext cx="133920" cy="148320"/>
                </a:xfrm>
                <a:prstGeom prst="rect">
                  <a:avLst/>
                </a:prstGeom>
              </p:spPr>
            </p:pic>
          </mc:Fallback>
        </mc:AlternateContent>
      </p:grpSp>
      <p:grpSp>
        <p:nvGrpSpPr>
          <p:cNvPr id="240" name="Group 239">
            <a:extLst>
              <a:ext uri="{FF2B5EF4-FFF2-40B4-BE49-F238E27FC236}">
                <a16:creationId xmlns:a16="http://schemas.microsoft.com/office/drawing/2014/main" id="{1921A74E-52A9-ACEF-FE12-BCF94E8C2FB7}"/>
              </a:ext>
            </a:extLst>
          </p:cNvPr>
          <p:cNvGrpSpPr/>
          <p:nvPr/>
        </p:nvGrpSpPr>
        <p:grpSpPr>
          <a:xfrm>
            <a:off x="10492538" y="6044031"/>
            <a:ext cx="1484280" cy="371880"/>
            <a:chOff x="10492538" y="6044031"/>
            <a:chExt cx="1484280" cy="371880"/>
          </a:xfrm>
        </p:grpSpPr>
        <mc:AlternateContent xmlns:mc="http://schemas.openxmlformats.org/markup-compatibility/2006" xmlns:p14="http://schemas.microsoft.com/office/powerpoint/2010/main">
          <mc:Choice Requires="p14">
            <p:contentPart p14:bwMode="auto" r:id="rId337">
              <p14:nvContentPartPr>
                <p14:cNvPr id="231" name="Ink 230">
                  <a:extLst>
                    <a:ext uri="{FF2B5EF4-FFF2-40B4-BE49-F238E27FC236}">
                      <a16:creationId xmlns:a16="http://schemas.microsoft.com/office/drawing/2014/main" id="{9EE0E3E3-94F9-231D-8DA7-D25A64591E73}"/>
                    </a:ext>
                  </a:extLst>
                </p14:cNvPr>
                <p14:cNvContentPartPr/>
                <p14:nvPr/>
              </p14:nvContentPartPr>
              <p14:xfrm>
                <a:off x="10492538" y="6172911"/>
                <a:ext cx="277200" cy="99720"/>
              </p14:xfrm>
            </p:contentPart>
          </mc:Choice>
          <mc:Fallback xmlns="">
            <p:pic>
              <p:nvPicPr>
                <p:cNvPr id="231" name="Ink 230">
                  <a:extLst>
                    <a:ext uri="{FF2B5EF4-FFF2-40B4-BE49-F238E27FC236}">
                      <a16:creationId xmlns:a16="http://schemas.microsoft.com/office/drawing/2014/main" id="{9EE0E3E3-94F9-231D-8DA7-D25A64591E73}"/>
                    </a:ext>
                  </a:extLst>
                </p:cNvPr>
                <p:cNvPicPr/>
                <p:nvPr/>
              </p:nvPicPr>
              <p:blipFill>
                <a:blip r:embed="rId338"/>
                <a:stretch>
                  <a:fillRect/>
                </a:stretch>
              </p:blipFill>
              <p:spPr>
                <a:xfrm>
                  <a:off x="10483898" y="6164271"/>
                  <a:ext cx="2948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32" name="Ink 231">
                  <a:extLst>
                    <a:ext uri="{FF2B5EF4-FFF2-40B4-BE49-F238E27FC236}">
                      <a16:creationId xmlns:a16="http://schemas.microsoft.com/office/drawing/2014/main" id="{0C1C5C3F-68D5-6E5B-B784-9AE7D1F8E309}"/>
                    </a:ext>
                  </a:extLst>
                </p14:cNvPr>
                <p14:cNvContentPartPr/>
                <p14:nvPr/>
              </p14:nvContentPartPr>
              <p14:xfrm>
                <a:off x="10817258" y="6108111"/>
                <a:ext cx="111240" cy="116640"/>
              </p14:xfrm>
            </p:contentPart>
          </mc:Choice>
          <mc:Fallback xmlns="">
            <p:pic>
              <p:nvPicPr>
                <p:cNvPr id="232" name="Ink 231">
                  <a:extLst>
                    <a:ext uri="{FF2B5EF4-FFF2-40B4-BE49-F238E27FC236}">
                      <a16:creationId xmlns:a16="http://schemas.microsoft.com/office/drawing/2014/main" id="{0C1C5C3F-68D5-6E5B-B784-9AE7D1F8E309}"/>
                    </a:ext>
                  </a:extLst>
                </p:cNvPr>
                <p:cNvPicPr/>
                <p:nvPr/>
              </p:nvPicPr>
              <p:blipFill>
                <a:blip r:embed="rId340"/>
                <a:stretch>
                  <a:fillRect/>
                </a:stretch>
              </p:blipFill>
              <p:spPr>
                <a:xfrm>
                  <a:off x="10808258" y="6099471"/>
                  <a:ext cx="1288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33" name="Ink 232">
                  <a:extLst>
                    <a:ext uri="{FF2B5EF4-FFF2-40B4-BE49-F238E27FC236}">
                      <a16:creationId xmlns:a16="http://schemas.microsoft.com/office/drawing/2014/main" id="{351A6E72-1144-AFA1-4929-2B08C5D9CD4D}"/>
                    </a:ext>
                  </a:extLst>
                </p14:cNvPr>
                <p14:cNvContentPartPr/>
                <p14:nvPr/>
              </p14:nvContentPartPr>
              <p14:xfrm>
                <a:off x="10986098" y="6115311"/>
                <a:ext cx="136800" cy="95400"/>
              </p14:xfrm>
            </p:contentPart>
          </mc:Choice>
          <mc:Fallback xmlns="">
            <p:pic>
              <p:nvPicPr>
                <p:cNvPr id="233" name="Ink 232">
                  <a:extLst>
                    <a:ext uri="{FF2B5EF4-FFF2-40B4-BE49-F238E27FC236}">
                      <a16:creationId xmlns:a16="http://schemas.microsoft.com/office/drawing/2014/main" id="{351A6E72-1144-AFA1-4929-2B08C5D9CD4D}"/>
                    </a:ext>
                  </a:extLst>
                </p:cNvPr>
                <p:cNvPicPr/>
                <p:nvPr/>
              </p:nvPicPr>
              <p:blipFill>
                <a:blip r:embed="rId342"/>
                <a:stretch>
                  <a:fillRect/>
                </a:stretch>
              </p:blipFill>
              <p:spPr>
                <a:xfrm>
                  <a:off x="10977098" y="6106311"/>
                  <a:ext cx="1544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34" name="Ink 233">
                  <a:extLst>
                    <a:ext uri="{FF2B5EF4-FFF2-40B4-BE49-F238E27FC236}">
                      <a16:creationId xmlns:a16="http://schemas.microsoft.com/office/drawing/2014/main" id="{B5D9A8C9-1E5B-C591-00D5-30EB00D46F70}"/>
                    </a:ext>
                  </a:extLst>
                </p14:cNvPr>
                <p14:cNvContentPartPr/>
                <p14:nvPr/>
              </p14:nvContentPartPr>
              <p14:xfrm>
                <a:off x="11153858" y="6097671"/>
                <a:ext cx="360" cy="360"/>
              </p14:xfrm>
            </p:contentPart>
          </mc:Choice>
          <mc:Fallback xmlns="">
            <p:pic>
              <p:nvPicPr>
                <p:cNvPr id="234" name="Ink 233">
                  <a:extLst>
                    <a:ext uri="{FF2B5EF4-FFF2-40B4-BE49-F238E27FC236}">
                      <a16:creationId xmlns:a16="http://schemas.microsoft.com/office/drawing/2014/main" id="{B5D9A8C9-1E5B-C591-00D5-30EB00D46F70}"/>
                    </a:ext>
                  </a:extLst>
                </p:cNvPr>
                <p:cNvPicPr/>
                <p:nvPr/>
              </p:nvPicPr>
              <p:blipFill>
                <a:blip r:embed="rId5"/>
                <a:stretch>
                  <a:fillRect/>
                </a:stretch>
              </p:blipFill>
              <p:spPr>
                <a:xfrm>
                  <a:off x="11144858" y="608903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35" name="Ink 234">
                  <a:extLst>
                    <a:ext uri="{FF2B5EF4-FFF2-40B4-BE49-F238E27FC236}">
                      <a16:creationId xmlns:a16="http://schemas.microsoft.com/office/drawing/2014/main" id="{7332A949-4491-0173-5111-49B76BEFA022}"/>
                    </a:ext>
                  </a:extLst>
                </p14:cNvPr>
                <p14:cNvContentPartPr/>
                <p14:nvPr/>
              </p14:nvContentPartPr>
              <p14:xfrm>
                <a:off x="11224778" y="6125031"/>
                <a:ext cx="173520" cy="290880"/>
              </p14:xfrm>
            </p:contentPart>
          </mc:Choice>
          <mc:Fallback xmlns="">
            <p:pic>
              <p:nvPicPr>
                <p:cNvPr id="235" name="Ink 234">
                  <a:extLst>
                    <a:ext uri="{FF2B5EF4-FFF2-40B4-BE49-F238E27FC236}">
                      <a16:creationId xmlns:a16="http://schemas.microsoft.com/office/drawing/2014/main" id="{7332A949-4491-0173-5111-49B76BEFA022}"/>
                    </a:ext>
                  </a:extLst>
                </p:cNvPr>
                <p:cNvPicPr/>
                <p:nvPr/>
              </p:nvPicPr>
              <p:blipFill>
                <a:blip r:embed="rId345"/>
                <a:stretch>
                  <a:fillRect/>
                </a:stretch>
              </p:blipFill>
              <p:spPr>
                <a:xfrm>
                  <a:off x="11216138" y="6116031"/>
                  <a:ext cx="19116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36" name="Ink 235">
                  <a:extLst>
                    <a:ext uri="{FF2B5EF4-FFF2-40B4-BE49-F238E27FC236}">
                      <a16:creationId xmlns:a16="http://schemas.microsoft.com/office/drawing/2014/main" id="{282B39D2-F908-B286-45FC-25C5B0C4EA06}"/>
                    </a:ext>
                  </a:extLst>
                </p14:cNvPr>
                <p14:cNvContentPartPr/>
                <p14:nvPr/>
              </p14:nvContentPartPr>
              <p14:xfrm>
                <a:off x="11531498" y="6141591"/>
                <a:ext cx="135000" cy="222840"/>
              </p14:xfrm>
            </p:contentPart>
          </mc:Choice>
          <mc:Fallback xmlns="">
            <p:pic>
              <p:nvPicPr>
                <p:cNvPr id="236" name="Ink 235">
                  <a:extLst>
                    <a:ext uri="{FF2B5EF4-FFF2-40B4-BE49-F238E27FC236}">
                      <a16:creationId xmlns:a16="http://schemas.microsoft.com/office/drawing/2014/main" id="{282B39D2-F908-B286-45FC-25C5B0C4EA06}"/>
                    </a:ext>
                  </a:extLst>
                </p:cNvPr>
                <p:cNvPicPr/>
                <p:nvPr/>
              </p:nvPicPr>
              <p:blipFill>
                <a:blip r:embed="rId347"/>
                <a:stretch>
                  <a:fillRect/>
                </a:stretch>
              </p:blipFill>
              <p:spPr>
                <a:xfrm>
                  <a:off x="11522858" y="6132591"/>
                  <a:ext cx="15264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37" name="Ink 236">
                  <a:extLst>
                    <a:ext uri="{FF2B5EF4-FFF2-40B4-BE49-F238E27FC236}">
                      <a16:creationId xmlns:a16="http://schemas.microsoft.com/office/drawing/2014/main" id="{73D746DE-7CFD-6BC3-C71D-E8F0B7D9A300}"/>
                    </a:ext>
                  </a:extLst>
                </p14:cNvPr>
                <p14:cNvContentPartPr/>
                <p14:nvPr/>
              </p14:nvContentPartPr>
              <p14:xfrm>
                <a:off x="11737058" y="6160671"/>
                <a:ext cx="70200" cy="94320"/>
              </p14:xfrm>
            </p:contentPart>
          </mc:Choice>
          <mc:Fallback xmlns="">
            <p:pic>
              <p:nvPicPr>
                <p:cNvPr id="237" name="Ink 236">
                  <a:extLst>
                    <a:ext uri="{FF2B5EF4-FFF2-40B4-BE49-F238E27FC236}">
                      <a16:creationId xmlns:a16="http://schemas.microsoft.com/office/drawing/2014/main" id="{73D746DE-7CFD-6BC3-C71D-E8F0B7D9A300}"/>
                    </a:ext>
                  </a:extLst>
                </p:cNvPr>
                <p:cNvPicPr/>
                <p:nvPr/>
              </p:nvPicPr>
              <p:blipFill>
                <a:blip r:embed="rId349"/>
                <a:stretch>
                  <a:fillRect/>
                </a:stretch>
              </p:blipFill>
              <p:spPr>
                <a:xfrm>
                  <a:off x="11728418" y="6151671"/>
                  <a:ext cx="878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38" name="Ink 237">
                  <a:extLst>
                    <a:ext uri="{FF2B5EF4-FFF2-40B4-BE49-F238E27FC236}">
                      <a16:creationId xmlns:a16="http://schemas.microsoft.com/office/drawing/2014/main" id="{D77EA258-CAE8-983E-C3BC-EED14FA92070}"/>
                    </a:ext>
                  </a:extLst>
                </p14:cNvPr>
                <p14:cNvContentPartPr/>
                <p14:nvPr/>
              </p14:nvContentPartPr>
              <p14:xfrm>
                <a:off x="11893658" y="6044031"/>
                <a:ext cx="33480" cy="173160"/>
              </p14:xfrm>
            </p:contentPart>
          </mc:Choice>
          <mc:Fallback xmlns="">
            <p:pic>
              <p:nvPicPr>
                <p:cNvPr id="238" name="Ink 237">
                  <a:extLst>
                    <a:ext uri="{FF2B5EF4-FFF2-40B4-BE49-F238E27FC236}">
                      <a16:creationId xmlns:a16="http://schemas.microsoft.com/office/drawing/2014/main" id="{D77EA258-CAE8-983E-C3BC-EED14FA92070}"/>
                    </a:ext>
                  </a:extLst>
                </p:cNvPr>
                <p:cNvPicPr/>
                <p:nvPr/>
              </p:nvPicPr>
              <p:blipFill>
                <a:blip r:embed="rId351"/>
                <a:stretch>
                  <a:fillRect/>
                </a:stretch>
              </p:blipFill>
              <p:spPr>
                <a:xfrm>
                  <a:off x="11885018" y="6035391"/>
                  <a:ext cx="511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39" name="Ink 238">
                  <a:extLst>
                    <a:ext uri="{FF2B5EF4-FFF2-40B4-BE49-F238E27FC236}">
                      <a16:creationId xmlns:a16="http://schemas.microsoft.com/office/drawing/2014/main" id="{E6791625-66DA-9F20-B933-8894CDAA8DC9}"/>
                    </a:ext>
                  </a:extLst>
                </p14:cNvPr>
                <p14:cNvContentPartPr/>
                <p14:nvPr/>
              </p14:nvContentPartPr>
              <p14:xfrm>
                <a:off x="11882498" y="6146271"/>
                <a:ext cx="94320" cy="5760"/>
              </p14:xfrm>
            </p:contentPart>
          </mc:Choice>
          <mc:Fallback xmlns="">
            <p:pic>
              <p:nvPicPr>
                <p:cNvPr id="239" name="Ink 238">
                  <a:extLst>
                    <a:ext uri="{FF2B5EF4-FFF2-40B4-BE49-F238E27FC236}">
                      <a16:creationId xmlns:a16="http://schemas.microsoft.com/office/drawing/2014/main" id="{E6791625-66DA-9F20-B933-8894CDAA8DC9}"/>
                    </a:ext>
                  </a:extLst>
                </p:cNvPr>
                <p:cNvPicPr/>
                <p:nvPr/>
              </p:nvPicPr>
              <p:blipFill>
                <a:blip r:embed="rId353"/>
                <a:stretch>
                  <a:fillRect/>
                </a:stretch>
              </p:blipFill>
              <p:spPr>
                <a:xfrm>
                  <a:off x="11873858" y="6137631"/>
                  <a:ext cx="111960" cy="23400"/>
                </a:xfrm>
                <a:prstGeom prst="rect">
                  <a:avLst/>
                </a:prstGeom>
              </p:spPr>
            </p:pic>
          </mc:Fallback>
        </mc:AlternateContent>
      </p:grpSp>
      <p:grpSp>
        <p:nvGrpSpPr>
          <p:cNvPr id="265" name="Group 264">
            <a:extLst>
              <a:ext uri="{FF2B5EF4-FFF2-40B4-BE49-F238E27FC236}">
                <a16:creationId xmlns:a16="http://schemas.microsoft.com/office/drawing/2014/main" id="{07BD6FAD-4EAA-6495-337F-F0DDBFE12259}"/>
              </a:ext>
            </a:extLst>
          </p:cNvPr>
          <p:cNvGrpSpPr/>
          <p:nvPr/>
        </p:nvGrpSpPr>
        <p:grpSpPr>
          <a:xfrm>
            <a:off x="8613338" y="6391791"/>
            <a:ext cx="1876320" cy="444600"/>
            <a:chOff x="8613338" y="6391791"/>
            <a:chExt cx="1876320" cy="444600"/>
          </a:xfrm>
        </p:grpSpPr>
        <mc:AlternateContent xmlns:mc="http://schemas.openxmlformats.org/markup-compatibility/2006" xmlns:p14="http://schemas.microsoft.com/office/powerpoint/2010/main">
          <mc:Choice Requires="p14">
            <p:contentPart p14:bwMode="auto" r:id="rId354">
              <p14:nvContentPartPr>
                <p14:cNvPr id="244" name="Ink 243">
                  <a:extLst>
                    <a:ext uri="{FF2B5EF4-FFF2-40B4-BE49-F238E27FC236}">
                      <a16:creationId xmlns:a16="http://schemas.microsoft.com/office/drawing/2014/main" id="{7CE5994B-4236-C715-779C-03F87F8E67DC}"/>
                    </a:ext>
                  </a:extLst>
                </p14:cNvPr>
                <p14:cNvContentPartPr/>
                <p14:nvPr/>
              </p14:nvContentPartPr>
              <p14:xfrm>
                <a:off x="8893058" y="6411951"/>
                <a:ext cx="119160" cy="303120"/>
              </p14:xfrm>
            </p:contentPart>
          </mc:Choice>
          <mc:Fallback xmlns="">
            <p:pic>
              <p:nvPicPr>
                <p:cNvPr id="244" name="Ink 243">
                  <a:extLst>
                    <a:ext uri="{FF2B5EF4-FFF2-40B4-BE49-F238E27FC236}">
                      <a16:creationId xmlns:a16="http://schemas.microsoft.com/office/drawing/2014/main" id="{7CE5994B-4236-C715-779C-03F87F8E67DC}"/>
                    </a:ext>
                  </a:extLst>
                </p:cNvPr>
                <p:cNvPicPr/>
                <p:nvPr/>
              </p:nvPicPr>
              <p:blipFill>
                <a:blip r:embed="rId355"/>
                <a:stretch>
                  <a:fillRect/>
                </a:stretch>
              </p:blipFill>
              <p:spPr>
                <a:xfrm>
                  <a:off x="8884418" y="6403311"/>
                  <a:ext cx="13680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45" name="Ink 244">
                  <a:extLst>
                    <a:ext uri="{FF2B5EF4-FFF2-40B4-BE49-F238E27FC236}">
                      <a16:creationId xmlns:a16="http://schemas.microsoft.com/office/drawing/2014/main" id="{4ADA4EC6-87B6-16FE-91FB-94C08D09C8CF}"/>
                    </a:ext>
                  </a:extLst>
                </p14:cNvPr>
                <p14:cNvContentPartPr/>
                <p14:nvPr/>
              </p14:nvContentPartPr>
              <p14:xfrm>
                <a:off x="8797298" y="6604911"/>
                <a:ext cx="207720" cy="29160"/>
              </p14:xfrm>
            </p:contentPart>
          </mc:Choice>
          <mc:Fallback xmlns="">
            <p:pic>
              <p:nvPicPr>
                <p:cNvPr id="245" name="Ink 244">
                  <a:extLst>
                    <a:ext uri="{FF2B5EF4-FFF2-40B4-BE49-F238E27FC236}">
                      <a16:creationId xmlns:a16="http://schemas.microsoft.com/office/drawing/2014/main" id="{4ADA4EC6-87B6-16FE-91FB-94C08D09C8CF}"/>
                    </a:ext>
                  </a:extLst>
                </p:cNvPr>
                <p:cNvPicPr/>
                <p:nvPr/>
              </p:nvPicPr>
              <p:blipFill>
                <a:blip r:embed="rId357"/>
                <a:stretch>
                  <a:fillRect/>
                </a:stretch>
              </p:blipFill>
              <p:spPr>
                <a:xfrm>
                  <a:off x="8788658" y="6596271"/>
                  <a:ext cx="22536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46" name="Ink 245">
                  <a:extLst>
                    <a:ext uri="{FF2B5EF4-FFF2-40B4-BE49-F238E27FC236}">
                      <a16:creationId xmlns:a16="http://schemas.microsoft.com/office/drawing/2014/main" id="{D795E8EE-AA0B-EF7B-062F-D74F23D43E9E}"/>
                    </a:ext>
                  </a:extLst>
                </p14:cNvPr>
                <p14:cNvContentPartPr/>
                <p14:nvPr/>
              </p14:nvContentPartPr>
              <p14:xfrm>
                <a:off x="8998178" y="6582591"/>
                <a:ext cx="198720" cy="119160"/>
              </p14:xfrm>
            </p:contentPart>
          </mc:Choice>
          <mc:Fallback xmlns="">
            <p:pic>
              <p:nvPicPr>
                <p:cNvPr id="246" name="Ink 245">
                  <a:extLst>
                    <a:ext uri="{FF2B5EF4-FFF2-40B4-BE49-F238E27FC236}">
                      <a16:creationId xmlns:a16="http://schemas.microsoft.com/office/drawing/2014/main" id="{D795E8EE-AA0B-EF7B-062F-D74F23D43E9E}"/>
                    </a:ext>
                  </a:extLst>
                </p:cNvPr>
                <p:cNvPicPr/>
                <p:nvPr/>
              </p:nvPicPr>
              <p:blipFill>
                <a:blip r:embed="rId359"/>
                <a:stretch>
                  <a:fillRect/>
                </a:stretch>
              </p:blipFill>
              <p:spPr>
                <a:xfrm>
                  <a:off x="8989178" y="6573951"/>
                  <a:ext cx="2163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47" name="Ink 246">
                  <a:extLst>
                    <a:ext uri="{FF2B5EF4-FFF2-40B4-BE49-F238E27FC236}">
                      <a16:creationId xmlns:a16="http://schemas.microsoft.com/office/drawing/2014/main" id="{0806855C-17C8-1C1A-F2D4-4A3989325F6F}"/>
                    </a:ext>
                  </a:extLst>
                </p14:cNvPr>
                <p14:cNvContentPartPr/>
                <p14:nvPr/>
              </p14:nvContentPartPr>
              <p14:xfrm>
                <a:off x="9344498" y="6520311"/>
                <a:ext cx="161280" cy="16920"/>
              </p14:xfrm>
            </p:contentPart>
          </mc:Choice>
          <mc:Fallback xmlns="">
            <p:pic>
              <p:nvPicPr>
                <p:cNvPr id="247" name="Ink 246">
                  <a:extLst>
                    <a:ext uri="{FF2B5EF4-FFF2-40B4-BE49-F238E27FC236}">
                      <a16:creationId xmlns:a16="http://schemas.microsoft.com/office/drawing/2014/main" id="{0806855C-17C8-1C1A-F2D4-4A3989325F6F}"/>
                    </a:ext>
                  </a:extLst>
                </p:cNvPr>
                <p:cNvPicPr/>
                <p:nvPr/>
              </p:nvPicPr>
              <p:blipFill>
                <a:blip r:embed="rId361"/>
                <a:stretch>
                  <a:fillRect/>
                </a:stretch>
              </p:blipFill>
              <p:spPr>
                <a:xfrm>
                  <a:off x="9335858" y="6511671"/>
                  <a:ext cx="1789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48" name="Ink 247">
                  <a:extLst>
                    <a:ext uri="{FF2B5EF4-FFF2-40B4-BE49-F238E27FC236}">
                      <a16:creationId xmlns:a16="http://schemas.microsoft.com/office/drawing/2014/main" id="{83449A86-D44E-8354-3FA8-D33E18741FA1}"/>
                    </a:ext>
                  </a:extLst>
                </p14:cNvPr>
                <p14:cNvContentPartPr/>
                <p14:nvPr/>
              </p14:nvContentPartPr>
              <p14:xfrm>
                <a:off x="9339098" y="6606711"/>
                <a:ext cx="216720" cy="15120"/>
              </p14:xfrm>
            </p:contentPart>
          </mc:Choice>
          <mc:Fallback xmlns="">
            <p:pic>
              <p:nvPicPr>
                <p:cNvPr id="248" name="Ink 247">
                  <a:extLst>
                    <a:ext uri="{FF2B5EF4-FFF2-40B4-BE49-F238E27FC236}">
                      <a16:creationId xmlns:a16="http://schemas.microsoft.com/office/drawing/2014/main" id="{83449A86-D44E-8354-3FA8-D33E18741FA1}"/>
                    </a:ext>
                  </a:extLst>
                </p:cNvPr>
                <p:cNvPicPr/>
                <p:nvPr/>
              </p:nvPicPr>
              <p:blipFill>
                <a:blip r:embed="rId363"/>
                <a:stretch>
                  <a:fillRect/>
                </a:stretch>
              </p:blipFill>
              <p:spPr>
                <a:xfrm>
                  <a:off x="9330458" y="6597711"/>
                  <a:ext cx="2343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50" name="Ink 249">
                  <a:extLst>
                    <a:ext uri="{FF2B5EF4-FFF2-40B4-BE49-F238E27FC236}">
                      <a16:creationId xmlns:a16="http://schemas.microsoft.com/office/drawing/2014/main" id="{050B2BF8-F652-DFEE-C072-0D5B7926F592}"/>
                    </a:ext>
                  </a:extLst>
                </p14:cNvPr>
                <p14:cNvContentPartPr/>
                <p14:nvPr/>
              </p14:nvContentPartPr>
              <p14:xfrm>
                <a:off x="9312458" y="6722631"/>
                <a:ext cx="9000" cy="1080"/>
              </p14:xfrm>
            </p:contentPart>
          </mc:Choice>
          <mc:Fallback xmlns="">
            <p:pic>
              <p:nvPicPr>
                <p:cNvPr id="250" name="Ink 249">
                  <a:extLst>
                    <a:ext uri="{FF2B5EF4-FFF2-40B4-BE49-F238E27FC236}">
                      <a16:creationId xmlns:a16="http://schemas.microsoft.com/office/drawing/2014/main" id="{050B2BF8-F652-DFEE-C072-0D5B7926F592}"/>
                    </a:ext>
                  </a:extLst>
                </p:cNvPr>
                <p:cNvPicPr/>
                <p:nvPr/>
              </p:nvPicPr>
              <p:blipFill>
                <a:blip r:embed="rId365"/>
                <a:stretch>
                  <a:fillRect/>
                </a:stretch>
              </p:blipFill>
              <p:spPr>
                <a:xfrm>
                  <a:off x="9303458" y="6713631"/>
                  <a:ext cx="266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51" name="Ink 250">
                  <a:extLst>
                    <a:ext uri="{FF2B5EF4-FFF2-40B4-BE49-F238E27FC236}">
                      <a16:creationId xmlns:a16="http://schemas.microsoft.com/office/drawing/2014/main" id="{B1A7719B-A7FB-B351-7635-B02D08654EAE}"/>
                    </a:ext>
                  </a:extLst>
                </p14:cNvPr>
                <p14:cNvContentPartPr/>
                <p14:nvPr/>
              </p14:nvContentPartPr>
              <p14:xfrm>
                <a:off x="9322178" y="6694551"/>
                <a:ext cx="227160" cy="24480"/>
              </p14:xfrm>
            </p:contentPart>
          </mc:Choice>
          <mc:Fallback xmlns="">
            <p:pic>
              <p:nvPicPr>
                <p:cNvPr id="251" name="Ink 250">
                  <a:extLst>
                    <a:ext uri="{FF2B5EF4-FFF2-40B4-BE49-F238E27FC236}">
                      <a16:creationId xmlns:a16="http://schemas.microsoft.com/office/drawing/2014/main" id="{B1A7719B-A7FB-B351-7635-B02D08654EAE}"/>
                    </a:ext>
                  </a:extLst>
                </p:cNvPr>
                <p:cNvPicPr/>
                <p:nvPr/>
              </p:nvPicPr>
              <p:blipFill>
                <a:blip r:embed="rId367"/>
                <a:stretch>
                  <a:fillRect/>
                </a:stretch>
              </p:blipFill>
              <p:spPr>
                <a:xfrm>
                  <a:off x="9313538" y="6685911"/>
                  <a:ext cx="2448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53" name="Ink 252">
                  <a:extLst>
                    <a:ext uri="{FF2B5EF4-FFF2-40B4-BE49-F238E27FC236}">
                      <a16:creationId xmlns:a16="http://schemas.microsoft.com/office/drawing/2014/main" id="{0EED680F-CFCC-65E7-5BA6-B256E9A7CD93}"/>
                    </a:ext>
                  </a:extLst>
                </p14:cNvPr>
                <p14:cNvContentPartPr/>
                <p14:nvPr/>
              </p14:nvContentPartPr>
              <p14:xfrm>
                <a:off x="9719978" y="6461271"/>
                <a:ext cx="194400" cy="204480"/>
              </p14:xfrm>
            </p:contentPart>
          </mc:Choice>
          <mc:Fallback xmlns="">
            <p:pic>
              <p:nvPicPr>
                <p:cNvPr id="253" name="Ink 252">
                  <a:extLst>
                    <a:ext uri="{FF2B5EF4-FFF2-40B4-BE49-F238E27FC236}">
                      <a16:creationId xmlns:a16="http://schemas.microsoft.com/office/drawing/2014/main" id="{0EED680F-CFCC-65E7-5BA6-B256E9A7CD93}"/>
                    </a:ext>
                  </a:extLst>
                </p:cNvPr>
                <p:cNvPicPr/>
                <p:nvPr/>
              </p:nvPicPr>
              <p:blipFill>
                <a:blip r:embed="rId369"/>
                <a:stretch>
                  <a:fillRect/>
                </a:stretch>
              </p:blipFill>
              <p:spPr>
                <a:xfrm>
                  <a:off x="9710978" y="6452631"/>
                  <a:ext cx="2120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54" name="Ink 253">
                  <a:extLst>
                    <a:ext uri="{FF2B5EF4-FFF2-40B4-BE49-F238E27FC236}">
                      <a16:creationId xmlns:a16="http://schemas.microsoft.com/office/drawing/2014/main" id="{4E4DF069-E7F9-CBB7-5D41-3FF528DCFA8A}"/>
                    </a:ext>
                  </a:extLst>
                </p14:cNvPr>
                <p14:cNvContentPartPr/>
                <p14:nvPr/>
              </p14:nvContentPartPr>
              <p14:xfrm>
                <a:off x="9755978" y="6609591"/>
                <a:ext cx="91080" cy="1440"/>
              </p14:xfrm>
            </p:contentPart>
          </mc:Choice>
          <mc:Fallback xmlns="">
            <p:pic>
              <p:nvPicPr>
                <p:cNvPr id="254" name="Ink 253">
                  <a:extLst>
                    <a:ext uri="{FF2B5EF4-FFF2-40B4-BE49-F238E27FC236}">
                      <a16:creationId xmlns:a16="http://schemas.microsoft.com/office/drawing/2014/main" id="{4E4DF069-E7F9-CBB7-5D41-3FF528DCFA8A}"/>
                    </a:ext>
                  </a:extLst>
                </p:cNvPr>
                <p:cNvPicPr/>
                <p:nvPr/>
              </p:nvPicPr>
              <p:blipFill>
                <a:blip r:embed="rId371"/>
                <a:stretch>
                  <a:fillRect/>
                </a:stretch>
              </p:blipFill>
              <p:spPr>
                <a:xfrm>
                  <a:off x="9746978" y="6600591"/>
                  <a:ext cx="1087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55" name="Ink 254">
                  <a:extLst>
                    <a:ext uri="{FF2B5EF4-FFF2-40B4-BE49-F238E27FC236}">
                      <a16:creationId xmlns:a16="http://schemas.microsoft.com/office/drawing/2014/main" id="{32C159BF-EDA9-1D7D-8273-E82727542A8F}"/>
                    </a:ext>
                  </a:extLst>
                </p14:cNvPr>
                <p14:cNvContentPartPr/>
                <p14:nvPr/>
              </p14:nvContentPartPr>
              <p14:xfrm>
                <a:off x="9916178" y="6593391"/>
                <a:ext cx="189360" cy="79200"/>
              </p14:xfrm>
            </p:contentPart>
          </mc:Choice>
          <mc:Fallback xmlns="">
            <p:pic>
              <p:nvPicPr>
                <p:cNvPr id="255" name="Ink 254">
                  <a:extLst>
                    <a:ext uri="{FF2B5EF4-FFF2-40B4-BE49-F238E27FC236}">
                      <a16:creationId xmlns:a16="http://schemas.microsoft.com/office/drawing/2014/main" id="{32C159BF-EDA9-1D7D-8273-E82727542A8F}"/>
                    </a:ext>
                  </a:extLst>
                </p:cNvPr>
                <p:cNvPicPr/>
                <p:nvPr/>
              </p:nvPicPr>
              <p:blipFill>
                <a:blip r:embed="rId373"/>
                <a:stretch>
                  <a:fillRect/>
                </a:stretch>
              </p:blipFill>
              <p:spPr>
                <a:xfrm>
                  <a:off x="9907538" y="6584751"/>
                  <a:ext cx="2070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56" name="Ink 255">
                  <a:extLst>
                    <a:ext uri="{FF2B5EF4-FFF2-40B4-BE49-F238E27FC236}">
                      <a16:creationId xmlns:a16="http://schemas.microsoft.com/office/drawing/2014/main" id="{DC46245A-37AB-C628-2DA5-22A356AA8F07}"/>
                    </a:ext>
                  </a:extLst>
                </p14:cNvPr>
                <p14:cNvContentPartPr/>
                <p14:nvPr/>
              </p14:nvContentPartPr>
              <p14:xfrm>
                <a:off x="10165658" y="6508791"/>
                <a:ext cx="30960" cy="257400"/>
              </p14:xfrm>
            </p:contentPart>
          </mc:Choice>
          <mc:Fallback xmlns="">
            <p:pic>
              <p:nvPicPr>
                <p:cNvPr id="256" name="Ink 255">
                  <a:extLst>
                    <a:ext uri="{FF2B5EF4-FFF2-40B4-BE49-F238E27FC236}">
                      <a16:creationId xmlns:a16="http://schemas.microsoft.com/office/drawing/2014/main" id="{DC46245A-37AB-C628-2DA5-22A356AA8F07}"/>
                    </a:ext>
                  </a:extLst>
                </p:cNvPr>
                <p:cNvPicPr/>
                <p:nvPr/>
              </p:nvPicPr>
              <p:blipFill>
                <a:blip r:embed="rId375"/>
                <a:stretch>
                  <a:fillRect/>
                </a:stretch>
              </p:blipFill>
              <p:spPr>
                <a:xfrm>
                  <a:off x="10157018" y="6500151"/>
                  <a:ext cx="4860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57" name="Ink 256">
                  <a:extLst>
                    <a:ext uri="{FF2B5EF4-FFF2-40B4-BE49-F238E27FC236}">
                      <a16:creationId xmlns:a16="http://schemas.microsoft.com/office/drawing/2014/main" id="{A236E271-ACA9-9B30-E059-5C04C48A232D}"/>
                    </a:ext>
                  </a:extLst>
                </p14:cNvPr>
                <p14:cNvContentPartPr/>
                <p14:nvPr/>
              </p14:nvContentPartPr>
              <p14:xfrm>
                <a:off x="10159898" y="6621471"/>
                <a:ext cx="117720" cy="58320"/>
              </p14:xfrm>
            </p:contentPart>
          </mc:Choice>
          <mc:Fallback xmlns="">
            <p:pic>
              <p:nvPicPr>
                <p:cNvPr id="257" name="Ink 256">
                  <a:extLst>
                    <a:ext uri="{FF2B5EF4-FFF2-40B4-BE49-F238E27FC236}">
                      <a16:creationId xmlns:a16="http://schemas.microsoft.com/office/drawing/2014/main" id="{A236E271-ACA9-9B30-E059-5C04C48A232D}"/>
                    </a:ext>
                  </a:extLst>
                </p:cNvPr>
                <p:cNvPicPr/>
                <p:nvPr/>
              </p:nvPicPr>
              <p:blipFill>
                <a:blip r:embed="rId377"/>
                <a:stretch>
                  <a:fillRect/>
                </a:stretch>
              </p:blipFill>
              <p:spPr>
                <a:xfrm>
                  <a:off x="10150898" y="6612471"/>
                  <a:ext cx="1353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58" name="Ink 257">
                  <a:extLst>
                    <a:ext uri="{FF2B5EF4-FFF2-40B4-BE49-F238E27FC236}">
                      <a16:creationId xmlns:a16="http://schemas.microsoft.com/office/drawing/2014/main" id="{F3D6A39D-376E-F6D3-F26C-C51C184FFBB7}"/>
                    </a:ext>
                  </a:extLst>
                </p14:cNvPr>
                <p14:cNvContentPartPr/>
                <p14:nvPr/>
              </p14:nvContentPartPr>
              <p14:xfrm>
                <a:off x="10344578" y="6515991"/>
                <a:ext cx="14040" cy="252360"/>
              </p14:xfrm>
            </p:contentPart>
          </mc:Choice>
          <mc:Fallback xmlns="">
            <p:pic>
              <p:nvPicPr>
                <p:cNvPr id="258" name="Ink 257">
                  <a:extLst>
                    <a:ext uri="{FF2B5EF4-FFF2-40B4-BE49-F238E27FC236}">
                      <a16:creationId xmlns:a16="http://schemas.microsoft.com/office/drawing/2014/main" id="{F3D6A39D-376E-F6D3-F26C-C51C184FFBB7}"/>
                    </a:ext>
                  </a:extLst>
                </p:cNvPr>
                <p:cNvPicPr/>
                <p:nvPr/>
              </p:nvPicPr>
              <p:blipFill>
                <a:blip r:embed="rId379"/>
                <a:stretch>
                  <a:fillRect/>
                </a:stretch>
              </p:blipFill>
              <p:spPr>
                <a:xfrm>
                  <a:off x="10335938" y="6506991"/>
                  <a:ext cx="316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59" name="Ink 258">
                  <a:extLst>
                    <a:ext uri="{FF2B5EF4-FFF2-40B4-BE49-F238E27FC236}">
                      <a16:creationId xmlns:a16="http://schemas.microsoft.com/office/drawing/2014/main" id="{733F2BA9-ABA1-2687-3B02-8DCA49E7BFB5}"/>
                    </a:ext>
                  </a:extLst>
                </p14:cNvPr>
                <p14:cNvContentPartPr/>
                <p14:nvPr/>
              </p14:nvContentPartPr>
              <p14:xfrm>
                <a:off x="10376258" y="6611751"/>
                <a:ext cx="50040" cy="56160"/>
              </p14:xfrm>
            </p:contentPart>
          </mc:Choice>
          <mc:Fallback xmlns="">
            <p:pic>
              <p:nvPicPr>
                <p:cNvPr id="259" name="Ink 258">
                  <a:extLst>
                    <a:ext uri="{FF2B5EF4-FFF2-40B4-BE49-F238E27FC236}">
                      <a16:creationId xmlns:a16="http://schemas.microsoft.com/office/drawing/2014/main" id="{733F2BA9-ABA1-2687-3B02-8DCA49E7BFB5}"/>
                    </a:ext>
                  </a:extLst>
                </p:cNvPr>
                <p:cNvPicPr/>
                <p:nvPr/>
              </p:nvPicPr>
              <p:blipFill>
                <a:blip r:embed="rId381"/>
                <a:stretch>
                  <a:fillRect/>
                </a:stretch>
              </p:blipFill>
              <p:spPr>
                <a:xfrm>
                  <a:off x="10367618" y="6602751"/>
                  <a:ext cx="676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60" name="Ink 259">
                  <a:extLst>
                    <a:ext uri="{FF2B5EF4-FFF2-40B4-BE49-F238E27FC236}">
                      <a16:creationId xmlns:a16="http://schemas.microsoft.com/office/drawing/2014/main" id="{0D979B64-C111-D809-21A5-A7D4BC926B77}"/>
                    </a:ext>
                  </a:extLst>
                </p14:cNvPr>
                <p14:cNvContentPartPr/>
                <p14:nvPr/>
              </p14:nvContentPartPr>
              <p14:xfrm>
                <a:off x="8669498" y="6391791"/>
                <a:ext cx="21960" cy="406440"/>
              </p14:xfrm>
            </p:contentPart>
          </mc:Choice>
          <mc:Fallback xmlns="">
            <p:pic>
              <p:nvPicPr>
                <p:cNvPr id="260" name="Ink 259">
                  <a:extLst>
                    <a:ext uri="{FF2B5EF4-FFF2-40B4-BE49-F238E27FC236}">
                      <a16:creationId xmlns:a16="http://schemas.microsoft.com/office/drawing/2014/main" id="{0D979B64-C111-D809-21A5-A7D4BC926B77}"/>
                    </a:ext>
                  </a:extLst>
                </p:cNvPr>
                <p:cNvPicPr/>
                <p:nvPr/>
              </p:nvPicPr>
              <p:blipFill>
                <a:blip r:embed="rId383"/>
                <a:stretch>
                  <a:fillRect/>
                </a:stretch>
              </p:blipFill>
              <p:spPr>
                <a:xfrm>
                  <a:off x="8660858" y="6383151"/>
                  <a:ext cx="3960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61" name="Ink 260">
                  <a:extLst>
                    <a:ext uri="{FF2B5EF4-FFF2-40B4-BE49-F238E27FC236}">
                      <a16:creationId xmlns:a16="http://schemas.microsoft.com/office/drawing/2014/main" id="{CB519C09-2D8A-0FA1-5F23-9F9A12B44AEE}"/>
                    </a:ext>
                  </a:extLst>
                </p14:cNvPr>
                <p14:cNvContentPartPr/>
                <p14:nvPr/>
              </p14:nvContentPartPr>
              <p14:xfrm>
                <a:off x="8613338" y="6779871"/>
                <a:ext cx="1828080" cy="22320"/>
              </p14:xfrm>
            </p:contentPart>
          </mc:Choice>
          <mc:Fallback xmlns="">
            <p:pic>
              <p:nvPicPr>
                <p:cNvPr id="261" name="Ink 260">
                  <a:extLst>
                    <a:ext uri="{FF2B5EF4-FFF2-40B4-BE49-F238E27FC236}">
                      <a16:creationId xmlns:a16="http://schemas.microsoft.com/office/drawing/2014/main" id="{CB519C09-2D8A-0FA1-5F23-9F9A12B44AEE}"/>
                    </a:ext>
                  </a:extLst>
                </p:cNvPr>
                <p:cNvPicPr/>
                <p:nvPr/>
              </p:nvPicPr>
              <p:blipFill>
                <a:blip r:embed="rId385"/>
                <a:stretch>
                  <a:fillRect/>
                </a:stretch>
              </p:blipFill>
              <p:spPr>
                <a:xfrm>
                  <a:off x="8604338" y="6771231"/>
                  <a:ext cx="18457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62" name="Ink 261">
                  <a:extLst>
                    <a:ext uri="{FF2B5EF4-FFF2-40B4-BE49-F238E27FC236}">
                      <a16:creationId xmlns:a16="http://schemas.microsoft.com/office/drawing/2014/main" id="{92DD6D17-ACBB-C7D3-F9DB-A13C7DF5B698}"/>
                    </a:ext>
                  </a:extLst>
                </p14:cNvPr>
                <p14:cNvContentPartPr/>
                <p14:nvPr/>
              </p14:nvContentPartPr>
              <p14:xfrm>
                <a:off x="10436018" y="6450111"/>
                <a:ext cx="37080" cy="386280"/>
              </p14:xfrm>
            </p:contentPart>
          </mc:Choice>
          <mc:Fallback xmlns="">
            <p:pic>
              <p:nvPicPr>
                <p:cNvPr id="262" name="Ink 261">
                  <a:extLst>
                    <a:ext uri="{FF2B5EF4-FFF2-40B4-BE49-F238E27FC236}">
                      <a16:creationId xmlns:a16="http://schemas.microsoft.com/office/drawing/2014/main" id="{92DD6D17-ACBB-C7D3-F9DB-A13C7DF5B698}"/>
                    </a:ext>
                  </a:extLst>
                </p:cNvPr>
                <p:cNvPicPr/>
                <p:nvPr/>
              </p:nvPicPr>
              <p:blipFill>
                <a:blip r:embed="rId387"/>
                <a:stretch>
                  <a:fillRect/>
                </a:stretch>
              </p:blipFill>
              <p:spPr>
                <a:xfrm>
                  <a:off x="10427018" y="6441111"/>
                  <a:ext cx="5472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64" name="Ink 263">
                  <a:extLst>
                    <a:ext uri="{FF2B5EF4-FFF2-40B4-BE49-F238E27FC236}">
                      <a16:creationId xmlns:a16="http://schemas.microsoft.com/office/drawing/2014/main" id="{9D2C8867-5003-79FD-842B-FF7D53816F32}"/>
                    </a:ext>
                  </a:extLst>
                </p14:cNvPr>
                <p14:cNvContentPartPr/>
                <p14:nvPr/>
              </p14:nvContentPartPr>
              <p14:xfrm>
                <a:off x="8637098" y="6392871"/>
                <a:ext cx="1852560" cy="56160"/>
              </p14:xfrm>
            </p:contentPart>
          </mc:Choice>
          <mc:Fallback xmlns="">
            <p:pic>
              <p:nvPicPr>
                <p:cNvPr id="264" name="Ink 263">
                  <a:extLst>
                    <a:ext uri="{FF2B5EF4-FFF2-40B4-BE49-F238E27FC236}">
                      <a16:creationId xmlns:a16="http://schemas.microsoft.com/office/drawing/2014/main" id="{9D2C8867-5003-79FD-842B-FF7D53816F32}"/>
                    </a:ext>
                  </a:extLst>
                </p:cNvPr>
                <p:cNvPicPr/>
                <p:nvPr/>
              </p:nvPicPr>
              <p:blipFill>
                <a:blip r:embed="rId389"/>
                <a:stretch>
                  <a:fillRect/>
                </a:stretch>
              </p:blipFill>
              <p:spPr>
                <a:xfrm>
                  <a:off x="8628098" y="6383871"/>
                  <a:ext cx="1870200" cy="73800"/>
                </a:xfrm>
                <a:prstGeom prst="rect">
                  <a:avLst/>
                </a:prstGeom>
              </p:spPr>
            </p:pic>
          </mc:Fallback>
        </mc:AlternateContent>
      </p:grpSp>
      <p:grpSp>
        <p:nvGrpSpPr>
          <p:cNvPr id="270" name="Group 269">
            <a:extLst>
              <a:ext uri="{FF2B5EF4-FFF2-40B4-BE49-F238E27FC236}">
                <a16:creationId xmlns:a16="http://schemas.microsoft.com/office/drawing/2014/main" id="{09F18AE7-D8F5-6C58-D013-463C02465E74}"/>
              </a:ext>
            </a:extLst>
          </p:cNvPr>
          <p:cNvGrpSpPr/>
          <p:nvPr/>
        </p:nvGrpSpPr>
        <p:grpSpPr>
          <a:xfrm>
            <a:off x="9654818" y="6051951"/>
            <a:ext cx="682560" cy="293760"/>
            <a:chOff x="9654818" y="6051951"/>
            <a:chExt cx="682560" cy="293760"/>
          </a:xfrm>
        </p:grpSpPr>
        <mc:AlternateContent xmlns:mc="http://schemas.openxmlformats.org/markup-compatibility/2006" xmlns:p14="http://schemas.microsoft.com/office/powerpoint/2010/main">
          <mc:Choice Requires="p14">
            <p:contentPart p14:bwMode="auto" r:id="rId390">
              <p14:nvContentPartPr>
                <p14:cNvPr id="266" name="Ink 265">
                  <a:extLst>
                    <a:ext uri="{FF2B5EF4-FFF2-40B4-BE49-F238E27FC236}">
                      <a16:creationId xmlns:a16="http://schemas.microsoft.com/office/drawing/2014/main" id="{926AF026-755B-9153-F7E9-F422C33BE2DA}"/>
                    </a:ext>
                  </a:extLst>
                </p14:cNvPr>
                <p14:cNvContentPartPr/>
                <p14:nvPr/>
              </p14:nvContentPartPr>
              <p14:xfrm>
                <a:off x="9654818" y="6051951"/>
                <a:ext cx="232920" cy="224280"/>
              </p14:xfrm>
            </p:contentPart>
          </mc:Choice>
          <mc:Fallback xmlns="">
            <p:pic>
              <p:nvPicPr>
                <p:cNvPr id="266" name="Ink 265">
                  <a:extLst>
                    <a:ext uri="{FF2B5EF4-FFF2-40B4-BE49-F238E27FC236}">
                      <a16:creationId xmlns:a16="http://schemas.microsoft.com/office/drawing/2014/main" id="{926AF026-755B-9153-F7E9-F422C33BE2DA}"/>
                    </a:ext>
                  </a:extLst>
                </p:cNvPr>
                <p:cNvPicPr/>
                <p:nvPr/>
              </p:nvPicPr>
              <p:blipFill>
                <a:blip r:embed="rId391"/>
                <a:stretch>
                  <a:fillRect/>
                </a:stretch>
              </p:blipFill>
              <p:spPr>
                <a:xfrm>
                  <a:off x="9646178" y="6042951"/>
                  <a:ext cx="2505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67" name="Ink 266">
                  <a:extLst>
                    <a:ext uri="{FF2B5EF4-FFF2-40B4-BE49-F238E27FC236}">
                      <a16:creationId xmlns:a16="http://schemas.microsoft.com/office/drawing/2014/main" id="{A341A4BF-0112-27C3-2890-1F22B8F20311}"/>
                    </a:ext>
                  </a:extLst>
                </p14:cNvPr>
                <p14:cNvContentPartPr/>
                <p14:nvPr/>
              </p14:nvContentPartPr>
              <p14:xfrm>
                <a:off x="9944258" y="6078591"/>
                <a:ext cx="162720" cy="196920"/>
              </p14:xfrm>
            </p:contentPart>
          </mc:Choice>
          <mc:Fallback xmlns="">
            <p:pic>
              <p:nvPicPr>
                <p:cNvPr id="267" name="Ink 266">
                  <a:extLst>
                    <a:ext uri="{FF2B5EF4-FFF2-40B4-BE49-F238E27FC236}">
                      <a16:creationId xmlns:a16="http://schemas.microsoft.com/office/drawing/2014/main" id="{A341A4BF-0112-27C3-2890-1F22B8F20311}"/>
                    </a:ext>
                  </a:extLst>
                </p:cNvPr>
                <p:cNvPicPr/>
                <p:nvPr/>
              </p:nvPicPr>
              <p:blipFill>
                <a:blip r:embed="rId393"/>
                <a:stretch>
                  <a:fillRect/>
                </a:stretch>
              </p:blipFill>
              <p:spPr>
                <a:xfrm>
                  <a:off x="9935258" y="6069591"/>
                  <a:ext cx="1803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68" name="Ink 267">
                  <a:extLst>
                    <a:ext uri="{FF2B5EF4-FFF2-40B4-BE49-F238E27FC236}">
                      <a16:creationId xmlns:a16="http://schemas.microsoft.com/office/drawing/2014/main" id="{14D32FE2-7172-CF71-1FC0-235BBE1CED4F}"/>
                    </a:ext>
                  </a:extLst>
                </p14:cNvPr>
                <p14:cNvContentPartPr/>
                <p14:nvPr/>
              </p14:nvContentPartPr>
              <p14:xfrm>
                <a:off x="10184378" y="6096591"/>
                <a:ext cx="153000" cy="7920"/>
              </p14:xfrm>
            </p:contentPart>
          </mc:Choice>
          <mc:Fallback xmlns="">
            <p:pic>
              <p:nvPicPr>
                <p:cNvPr id="268" name="Ink 267">
                  <a:extLst>
                    <a:ext uri="{FF2B5EF4-FFF2-40B4-BE49-F238E27FC236}">
                      <a16:creationId xmlns:a16="http://schemas.microsoft.com/office/drawing/2014/main" id="{14D32FE2-7172-CF71-1FC0-235BBE1CED4F}"/>
                    </a:ext>
                  </a:extLst>
                </p:cNvPr>
                <p:cNvPicPr/>
                <p:nvPr/>
              </p:nvPicPr>
              <p:blipFill>
                <a:blip r:embed="rId395"/>
                <a:stretch>
                  <a:fillRect/>
                </a:stretch>
              </p:blipFill>
              <p:spPr>
                <a:xfrm>
                  <a:off x="10175738" y="6087951"/>
                  <a:ext cx="1706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69" name="Ink 268">
                  <a:extLst>
                    <a:ext uri="{FF2B5EF4-FFF2-40B4-BE49-F238E27FC236}">
                      <a16:creationId xmlns:a16="http://schemas.microsoft.com/office/drawing/2014/main" id="{E37F681D-1B1F-2739-0C21-038251C930C4}"/>
                    </a:ext>
                  </a:extLst>
                </p14:cNvPr>
                <p14:cNvContentPartPr/>
                <p14:nvPr/>
              </p14:nvContentPartPr>
              <p14:xfrm>
                <a:off x="10222538" y="6123951"/>
                <a:ext cx="21240" cy="221760"/>
              </p14:xfrm>
            </p:contentPart>
          </mc:Choice>
          <mc:Fallback xmlns="">
            <p:pic>
              <p:nvPicPr>
                <p:cNvPr id="269" name="Ink 268">
                  <a:extLst>
                    <a:ext uri="{FF2B5EF4-FFF2-40B4-BE49-F238E27FC236}">
                      <a16:creationId xmlns:a16="http://schemas.microsoft.com/office/drawing/2014/main" id="{E37F681D-1B1F-2739-0C21-038251C930C4}"/>
                    </a:ext>
                  </a:extLst>
                </p:cNvPr>
                <p:cNvPicPr/>
                <p:nvPr/>
              </p:nvPicPr>
              <p:blipFill>
                <a:blip r:embed="rId397"/>
                <a:stretch>
                  <a:fillRect/>
                </a:stretch>
              </p:blipFill>
              <p:spPr>
                <a:xfrm>
                  <a:off x="10213898" y="6115311"/>
                  <a:ext cx="38880" cy="239400"/>
                </a:xfrm>
                <a:prstGeom prst="rect">
                  <a:avLst/>
                </a:prstGeom>
              </p:spPr>
            </p:pic>
          </mc:Fallback>
        </mc:AlternateContent>
      </p:grpSp>
      <p:grpSp>
        <p:nvGrpSpPr>
          <p:cNvPr id="276" name="Group 275">
            <a:extLst>
              <a:ext uri="{FF2B5EF4-FFF2-40B4-BE49-F238E27FC236}">
                <a16:creationId xmlns:a16="http://schemas.microsoft.com/office/drawing/2014/main" id="{3E2DCEEA-F672-CBA7-BAAC-9581907C4D38}"/>
              </a:ext>
            </a:extLst>
          </p:cNvPr>
          <p:cNvGrpSpPr/>
          <p:nvPr/>
        </p:nvGrpSpPr>
        <p:grpSpPr>
          <a:xfrm>
            <a:off x="9650498" y="5531751"/>
            <a:ext cx="1799280" cy="420840"/>
            <a:chOff x="9650498" y="5531751"/>
            <a:chExt cx="1799280" cy="420840"/>
          </a:xfrm>
        </p:grpSpPr>
        <mc:AlternateContent xmlns:mc="http://schemas.openxmlformats.org/markup-compatibility/2006" xmlns:p14="http://schemas.microsoft.com/office/powerpoint/2010/main">
          <mc:Choice Requires="p14">
            <p:contentPart p14:bwMode="auto" r:id="rId398">
              <p14:nvContentPartPr>
                <p14:cNvPr id="195" name="Ink 194">
                  <a:extLst>
                    <a:ext uri="{FF2B5EF4-FFF2-40B4-BE49-F238E27FC236}">
                      <a16:creationId xmlns:a16="http://schemas.microsoft.com/office/drawing/2014/main" id="{0CBE0BFD-51F7-3B31-8427-864A7003EE5E}"/>
                    </a:ext>
                  </a:extLst>
                </p14:cNvPr>
                <p14:cNvContentPartPr/>
                <p14:nvPr/>
              </p14:nvContentPartPr>
              <p14:xfrm>
                <a:off x="9650498" y="5734791"/>
                <a:ext cx="20520" cy="98640"/>
              </p14:xfrm>
            </p:contentPart>
          </mc:Choice>
          <mc:Fallback xmlns="">
            <p:pic>
              <p:nvPicPr>
                <p:cNvPr id="195" name="Ink 194">
                  <a:extLst>
                    <a:ext uri="{FF2B5EF4-FFF2-40B4-BE49-F238E27FC236}">
                      <a16:creationId xmlns:a16="http://schemas.microsoft.com/office/drawing/2014/main" id="{0CBE0BFD-51F7-3B31-8427-864A7003EE5E}"/>
                    </a:ext>
                  </a:extLst>
                </p:cNvPr>
                <p:cNvPicPr/>
                <p:nvPr/>
              </p:nvPicPr>
              <p:blipFill>
                <a:blip r:embed="rId405"/>
                <a:stretch>
                  <a:fillRect/>
                </a:stretch>
              </p:blipFill>
              <p:spPr>
                <a:xfrm>
                  <a:off x="9641498" y="5725791"/>
                  <a:ext cx="381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196" name="Ink 195">
                  <a:extLst>
                    <a:ext uri="{FF2B5EF4-FFF2-40B4-BE49-F238E27FC236}">
                      <a16:creationId xmlns:a16="http://schemas.microsoft.com/office/drawing/2014/main" id="{D1DDF070-CCA1-494C-398C-7D06844B29E5}"/>
                    </a:ext>
                  </a:extLst>
                </p14:cNvPr>
                <p14:cNvContentPartPr/>
                <p14:nvPr/>
              </p14:nvContentPartPr>
              <p14:xfrm>
                <a:off x="9662738" y="5618151"/>
                <a:ext cx="31320" cy="45000"/>
              </p14:xfrm>
            </p:contentPart>
          </mc:Choice>
          <mc:Fallback xmlns="">
            <p:pic>
              <p:nvPicPr>
                <p:cNvPr id="196" name="Ink 195">
                  <a:extLst>
                    <a:ext uri="{FF2B5EF4-FFF2-40B4-BE49-F238E27FC236}">
                      <a16:creationId xmlns:a16="http://schemas.microsoft.com/office/drawing/2014/main" id="{D1DDF070-CCA1-494C-398C-7D06844B29E5}"/>
                    </a:ext>
                  </a:extLst>
                </p:cNvPr>
                <p:cNvPicPr/>
                <p:nvPr/>
              </p:nvPicPr>
              <p:blipFill>
                <a:blip r:embed="rId407"/>
                <a:stretch>
                  <a:fillRect/>
                </a:stretch>
              </p:blipFill>
              <p:spPr>
                <a:xfrm>
                  <a:off x="9653738" y="5609511"/>
                  <a:ext cx="489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197" name="Ink 196">
                  <a:extLst>
                    <a:ext uri="{FF2B5EF4-FFF2-40B4-BE49-F238E27FC236}">
                      <a16:creationId xmlns:a16="http://schemas.microsoft.com/office/drawing/2014/main" id="{DB8E8DDC-E4FD-9375-45DB-16248AD2F310}"/>
                    </a:ext>
                  </a:extLst>
                </p14:cNvPr>
                <p14:cNvContentPartPr/>
                <p14:nvPr/>
              </p14:nvContentPartPr>
              <p14:xfrm>
                <a:off x="9757058" y="5709231"/>
                <a:ext cx="138240" cy="158400"/>
              </p14:xfrm>
            </p:contentPart>
          </mc:Choice>
          <mc:Fallback xmlns="">
            <p:pic>
              <p:nvPicPr>
                <p:cNvPr id="197" name="Ink 196">
                  <a:extLst>
                    <a:ext uri="{FF2B5EF4-FFF2-40B4-BE49-F238E27FC236}">
                      <a16:creationId xmlns:a16="http://schemas.microsoft.com/office/drawing/2014/main" id="{DB8E8DDC-E4FD-9375-45DB-16248AD2F310}"/>
                    </a:ext>
                  </a:extLst>
                </p:cNvPr>
                <p:cNvPicPr/>
                <p:nvPr/>
              </p:nvPicPr>
              <p:blipFill>
                <a:blip r:embed="rId409"/>
                <a:stretch>
                  <a:fillRect/>
                </a:stretch>
              </p:blipFill>
              <p:spPr>
                <a:xfrm>
                  <a:off x="9748418" y="5700591"/>
                  <a:ext cx="1558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00" name="Ink 199">
                  <a:extLst>
                    <a:ext uri="{FF2B5EF4-FFF2-40B4-BE49-F238E27FC236}">
                      <a16:creationId xmlns:a16="http://schemas.microsoft.com/office/drawing/2014/main" id="{382C1F09-B13B-2C84-D653-7A406AF0EEB7}"/>
                    </a:ext>
                  </a:extLst>
                </p14:cNvPr>
                <p14:cNvContentPartPr/>
                <p14:nvPr/>
              </p14:nvContentPartPr>
              <p14:xfrm>
                <a:off x="10139738" y="5644431"/>
                <a:ext cx="1080" cy="14040"/>
              </p14:xfrm>
            </p:contentPart>
          </mc:Choice>
          <mc:Fallback xmlns="">
            <p:pic>
              <p:nvPicPr>
                <p:cNvPr id="200" name="Ink 199">
                  <a:extLst>
                    <a:ext uri="{FF2B5EF4-FFF2-40B4-BE49-F238E27FC236}">
                      <a16:creationId xmlns:a16="http://schemas.microsoft.com/office/drawing/2014/main" id="{382C1F09-B13B-2C84-D653-7A406AF0EEB7}"/>
                    </a:ext>
                  </a:extLst>
                </p:cNvPr>
                <p:cNvPicPr/>
                <p:nvPr/>
              </p:nvPicPr>
              <p:blipFill>
                <a:blip r:embed="rId411"/>
                <a:stretch>
                  <a:fillRect/>
                </a:stretch>
              </p:blipFill>
              <p:spPr>
                <a:xfrm>
                  <a:off x="10130738" y="5635791"/>
                  <a:ext cx="187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01" name="Ink 200">
                  <a:extLst>
                    <a:ext uri="{FF2B5EF4-FFF2-40B4-BE49-F238E27FC236}">
                      <a16:creationId xmlns:a16="http://schemas.microsoft.com/office/drawing/2014/main" id="{454F13AC-B9C8-091D-3E99-A5CCBECAFA33}"/>
                    </a:ext>
                  </a:extLst>
                </p14:cNvPr>
                <p14:cNvContentPartPr/>
                <p14:nvPr/>
              </p14:nvContentPartPr>
              <p14:xfrm>
                <a:off x="10114538" y="5591871"/>
                <a:ext cx="139680" cy="211680"/>
              </p14:xfrm>
            </p:contentPart>
          </mc:Choice>
          <mc:Fallback xmlns="">
            <p:pic>
              <p:nvPicPr>
                <p:cNvPr id="201" name="Ink 200">
                  <a:extLst>
                    <a:ext uri="{FF2B5EF4-FFF2-40B4-BE49-F238E27FC236}">
                      <a16:creationId xmlns:a16="http://schemas.microsoft.com/office/drawing/2014/main" id="{454F13AC-B9C8-091D-3E99-A5CCBECAFA33}"/>
                    </a:ext>
                  </a:extLst>
                </p:cNvPr>
                <p:cNvPicPr/>
                <p:nvPr/>
              </p:nvPicPr>
              <p:blipFill>
                <a:blip r:embed="rId413"/>
                <a:stretch>
                  <a:fillRect/>
                </a:stretch>
              </p:blipFill>
              <p:spPr>
                <a:xfrm>
                  <a:off x="10105538" y="5583231"/>
                  <a:ext cx="15732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02" name="Ink 201">
                  <a:extLst>
                    <a:ext uri="{FF2B5EF4-FFF2-40B4-BE49-F238E27FC236}">
                      <a16:creationId xmlns:a16="http://schemas.microsoft.com/office/drawing/2014/main" id="{0023AFBE-8223-34EE-CAC2-9BA3BE1D1982}"/>
                    </a:ext>
                  </a:extLst>
                </p14:cNvPr>
                <p14:cNvContentPartPr/>
                <p14:nvPr/>
              </p14:nvContentPartPr>
              <p14:xfrm>
                <a:off x="10123178" y="5743071"/>
                <a:ext cx="67680" cy="11880"/>
              </p14:xfrm>
            </p:contentPart>
          </mc:Choice>
          <mc:Fallback xmlns="">
            <p:pic>
              <p:nvPicPr>
                <p:cNvPr id="202" name="Ink 201">
                  <a:extLst>
                    <a:ext uri="{FF2B5EF4-FFF2-40B4-BE49-F238E27FC236}">
                      <a16:creationId xmlns:a16="http://schemas.microsoft.com/office/drawing/2014/main" id="{0023AFBE-8223-34EE-CAC2-9BA3BE1D1982}"/>
                    </a:ext>
                  </a:extLst>
                </p:cNvPr>
                <p:cNvPicPr/>
                <p:nvPr/>
              </p:nvPicPr>
              <p:blipFill>
                <a:blip r:embed="rId415"/>
                <a:stretch>
                  <a:fillRect/>
                </a:stretch>
              </p:blipFill>
              <p:spPr>
                <a:xfrm>
                  <a:off x="10114538" y="5734071"/>
                  <a:ext cx="853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03" name="Ink 202">
                  <a:extLst>
                    <a:ext uri="{FF2B5EF4-FFF2-40B4-BE49-F238E27FC236}">
                      <a16:creationId xmlns:a16="http://schemas.microsoft.com/office/drawing/2014/main" id="{71553502-0995-3873-E141-9C93FB138AC6}"/>
                    </a:ext>
                  </a:extLst>
                </p14:cNvPr>
                <p14:cNvContentPartPr/>
                <p14:nvPr/>
              </p14:nvContentPartPr>
              <p14:xfrm>
                <a:off x="10248098" y="5714991"/>
                <a:ext cx="149400" cy="115920"/>
              </p14:xfrm>
            </p:contentPart>
          </mc:Choice>
          <mc:Fallback xmlns="">
            <p:pic>
              <p:nvPicPr>
                <p:cNvPr id="203" name="Ink 202">
                  <a:extLst>
                    <a:ext uri="{FF2B5EF4-FFF2-40B4-BE49-F238E27FC236}">
                      <a16:creationId xmlns:a16="http://schemas.microsoft.com/office/drawing/2014/main" id="{71553502-0995-3873-E141-9C93FB138AC6}"/>
                    </a:ext>
                  </a:extLst>
                </p:cNvPr>
                <p:cNvPicPr/>
                <p:nvPr/>
              </p:nvPicPr>
              <p:blipFill>
                <a:blip r:embed="rId417"/>
                <a:stretch>
                  <a:fillRect/>
                </a:stretch>
              </p:blipFill>
              <p:spPr>
                <a:xfrm>
                  <a:off x="10239098" y="5706351"/>
                  <a:ext cx="1670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04" name="Ink 203">
                  <a:extLst>
                    <a:ext uri="{FF2B5EF4-FFF2-40B4-BE49-F238E27FC236}">
                      <a16:creationId xmlns:a16="http://schemas.microsoft.com/office/drawing/2014/main" id="{1FA1A116-B743-9734-7742-D3E28036CBE4}"/>
                    </a:ext>
                  </a:extLst>
                </p14:cNvPr>
                <p14:cNvContentPartPr/>
                <p14:nvPr/>
              </p14:nvContentPartPr>
              <p14:xfrm>
                <a:off x="10480658" y="5687631"/>
                <a:ext cx="42840" cy="264960"/>
              </p14:xfrm>
            </p:contentPart>
          </mc:Choice>
          <mc:Fallback xmlns="">
            <p:pic>
              <p:nvPicPr>
                <p:cNvPr id="204" name="Ink 203">
                  <a:extLst>
                    <a:ext uri="{FF2B5EF4-FFF2-40B4-BE49-F238E27FC236}">
                      <a16:creationId xmlns:a16="http://schemas.microsoft.com/office/drawing/2014/main" id="{1FA1A116-B743-9734-7742-D3E28036CBE4}"/>
                    </a:ext>
                  </a:extLst>
                </p:cNvPr>
                <p:cNvPicPr/>
                <p:nvPr/>
              </p:nvPicPr>
              <p:blipFill>
                <a:blip r:embed="rId419"/>
                <a:stretch>
                  <a:fillRect/>
                </a:stretch>
              </p:blipFill>
              <p:spPr>
                <a:xfrm>
                  <a:off x="10472018" y="5678991"/>
                  <a:ext cx="6048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05" name="Ink 204">
                  <a:extLst>
                    <a:ext uri="{FF2B5EF4-FFF2-40B4-BE49-F238E27FC236}">
                      <a16:creationId xmlns:a16="http://schemas.microsoft.com/office/drawing/2014/main" id="{34239298-328F-A9AC-C478-12B8B4CBDF90}"/>
                    </a:ext>
                  </a:extLst>
                </p14:cNvPr>
                <p14:cNvContentPartPr/>
                <p14:nvPr/>
              </p14:nvContentPartPr>
              <p14:xfrm>
                <a:off x="10502618" y="5759271"/>
                <a:ext cx="118080" cy="82440"/>
              </p14:xfrm>
            </p:contentPart>
          </mc:Choice>
          <mc:Fallback xmlns="">
            <p:pic>
              <p:nvPicPr>
                <p:cNvPr id="205" name="Ink 204">
                  <a:extLst>
                    <a:ext uri="{FF2B5EF4-FFF2-40B4-BE49-F238E27FC236}">
                      <a16:creationId xmlns:a16="http://schemas.microsoft.com/office/drawing/2014/main" id="{34239298-328F-A9AC-C478-12B8B4CBDF90}"/>
                    </a:ext>
                  </a:extLst>
                </p:cNvPr>
                <p:cNvPicPr/>
                <p:nvPr/>
              </p:nvPicPr>
              <p:blipFill>
                <a:blip r:embed="rId421"/>
                <a:stretch>
                  <a:fillRect/>
                </a:stretch>
              </p:blipFill>
              <p:spPr>
                <a:xfrm>
                  <a:off x="10493618" y="5750271"/>
                  <a:ext cx="1357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06" name="Ink 205">
                  <a:extLst>
                    <a:ext uri="{FF2B5EF4-FFF2-40B4-BE49-F238E27FC236}">
                      <a16:creationId xmlns:a16="http://schemas.microsoft.com/office/drawing/2014/main" id="{C5E37B77-CD03-1402-7661-02CA64530BB6}"/>
                    </a:ext>
                  </a:extLst>
                </p14:cNvPr>
                <p14:cNvContentPartPr/>
                <p14:nvPr/>
              </p14:nvContentPartPr>
              <p14:xfrm>
                <a:off x="10669298" y="5658831"/>
                <a:ext cx="21240" cy="246960"/>
              </p14:xfrm>
            </p:contentPart>
          </mc:Choice>
          <mc:Fallback xmlns="">
            <p:pic>
              <p:nvPicPr>
                <p:cNvPr id="206" name="Ink 205">
                  <a:extLst>
                    <a:ext uri="{FF2B5EF4-FFF2-40B4-BE49-F238E27FC236}">
                      <a16:creationId xmlns:a16="http://schemas.microsoft.com/office/drawing/2014/main" id="{C5E37B77-CD03-1402-7661-02CA64530BB6}"/>
                    </a:ext>
                  </a:extLst>
                </p:cNvPr>
                <p:cNvPicPr/>
                <p:nvPr/>
              </p:nvPicPr>
              <p:blipFill>
                <a:blip r:embed="rId423"/>
                <a:stretch>
                  <a:fillRect/>
                </a:stretch>
              </p:blipFill>
              <p:spPr>
                <a:xfrm>
                  <a:off x="10660658" y="5649831"/>
                  <a:ext cx="388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07" name="Ink 206">
                  <a:extLst>
                    <a:ext uri="{FF2B5EF4-FFF2-40B4-BE49-F238E27FC236}">
                      <a16:creationId xmlns:a16="http://schemas.microsoft.com/office/drawing/2014/main" id="{75BF023A-912A-A393-9E2C-392566D64620}"/>
                    </a:ext>
                  </a:extLst>
                </p14:cNvPr>
                <p14:cNvContentPartPr/>
                <p14:nvPr/>
              </p14:nvContentPartPr>
              <p14:xfrm>
                <a:off x="10684058" y="5732631"/>
                <a:ext cx="109080" cy="79200"/>
              </p14:xfrm>
            </p:contentPart>
          </mc:Choice>
          <mc:Fallback xmlns="">
            <p:pic>
              <p:nvPicPr>
                <p:cNvPr id="207" name="Ink 206">
                  <a:extLst>
                    <a:ext uri="{FF2B5EF4-FFF2-40B4-BE49-F238E27FC236}">
                      <a16:creationId xmlns:a16="http://schemas.microsoft.com/office/drawing/2014/main" id="{75BF023A-912A-A393-9E2C-392566D64620}"/>
                    </a:ext>
                  </a:extLst>
                </p:cNvPr>
                <p:cNvPicPr/>
                <p:nvPr/>
              </p:nvPicPr>
              <p:blipFill>
                <a:blip r:embed="rId425"/>
                <a:stretch>
                  <a:fillRect/>
                </a:stretch>
              </p:blipFill>
              <p:spPr>
                <a:xfrm>
                  <a:off x="10675418" y="5723631"/>
                  <a:ext cx="1267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08" name="Ink 207">
                  <a:extLst>
                    <a:ext uri="{FF2B5EF4-FFF2-40B4-BE49-F238E27FC236}">
                      <a16:creationId xmlns:a16="http://schemas.microsoft.com/office/drawing/2014/main" id="{9026E6F2-C71B-40BD-7D3B-15364F1050F2}"/>
                    </a:ext>
                  </a:extLst>
                </p14:cNvPr>
                <p14:cNvContentPartPr/>
                <p14:nvPr/>
              </p14:nvContentPartPr>
              <p14:xfrm>
                <a:off x="10857578" y="5534631"/>
                <a:ext cx="172080" cy="206280"/>
              </p14:xfrm>
            </p:contentPart>
          </mc:Choice>
          <mc:Fallback xmlns="">
            <p:pic>
              <p:nvPicPr>
                <p:cNvPr id="208" name="Ink 207">
                  <a:extLst>
                    <a:ext uri="{FF2B5EF4-FFF2-40B4-BE49-F238E27FC236}">
                      <a16:creationId xmlns:a16="http://schemas.microsoft.com/office/drawing/2014/main" id="{9026E6F2-C71B-40BD-7D3B-15364F1050F2}"/>
                    </a:ext>
                  </a:extLst>
                </p:cNvPr>
                <p:cNvPicPr/>
                <p:nvPr/>
              </p:nvPicPr>
              <p:blipFill>
                <a:blip r:embed="rId427"/>
                <a:stretch>
                  <a:fillRect/>
                </a:stretch>
              </p:blipFill>
              <p:spPr>
                <a:xfrm>
                  <a:off x="10848578" y="5525631"/>
                  <a:ext cx="18972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09" name="Ink 208">
                  <a:extLst>
                    <a:ext uri="{FF2B5EF4-FFF2-40B4-BE49-F238E27FC236}">
                      <a16:creationId xmlns:a16="http://schemas.microsoft.com/office/drawing/2014/main" id="{E798C9B3-4726-DADD-3CF8-9C5D6DE83D33}"/>
                    </a:ext>
                  </a:extLst>
                </p14:cNvPr>
                <p14:cNvContentPartPr/>
                <p14:nvPr/>
              </p14:nvContentPartPr>
              <p14:xfrm>
                <a:off x="11135138" y="5531751"/>
                <a:ext cx="124920" cy="336600"/>
              </p14:xfrm>
            </p:contentPart>
          </mc:Choice>
          <mc:Fallback xmlns="">
            <p:pic>
              <p:nvPicPr>
                <p:cNvPr id="209" name="Ink 208">
                  <a:extLst>
                    <a:ext uri="{FF2B5EF4-FFF2-40B4-BE49-F238E27FC236}">
                      <a16:creationId xmlns:a16="http://schemas.microsoft.com/office/drawing/2014/main" id="{E798C9B3-4726-DADD-3CF8-9C5D6DE83D33}"/>
                    </a:ext>
                  </a:extLst>
                </p:cNvPr>
                <p:cNvPicPr/>
                <p:nvPr/>
              </p:nvPicPr>
              <p:blipFill>
                <a:blip r:embed="rId429"/>
                <a:stretch>
                  <a:fillRect/>
                </a:stretch>
              </p:blipFill>
              <p:spPr>
                <a:xfrm>
                  <a:off x="11126498" y="5522751"/>
                  <a:ext cx="14256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10" name="Ink 209">
                  <a:extLst>
                    <a:ext uri="{FF2B5EF4-FFF2-40B4-BE49-F238E27FC236}">
                      <a16:creationId xmlns:a16="http://schemas.microsoft.com/office/drawing/2014/main" id="{41A4FC0E-A895-8598-3618-C0A649F0D74B}"/>
                    </a:ext>
                  </a:extLst>
                </p14:cNvPr>
                <p14:cNvContentPartPr/>
                <p14:nvPr/>
              </p14:nvContentPartPr>
              <p14:xfrm>
                <a:off x="11113178" y="5723631"/>
                <a:ext cx="192960" cy="5760"/>
              </p14:xfrm>
            </p:contentPart>
          </mc:Choice>
          <mc:Fallback xmlns="">
            <p:pic>
              <p:nvPicPr>
                <p:cNvPr id="210" name="Ink 209">
                  <a:extLst>
                    <a:ext uri="{FF2B5EF4-FFF2-40B4-BE49-F238E27FC236}">
                      <a16:creationId xmlns:a16="http://schemas.microsoft.com/office/drawing/2014/main" id="{41A4FC0E-A895-8598-3618-C0A649F0D74B}"/>
                    </a:ext>
                  </a:extLst>
                </p:cNvPr>
                <p:cNvPicPr/>
                <p:nvPr/>
              </p:nvPicPr>
              <p:blipFill>
                <a:blip r:embed="rId431"/>
                <a:stretch>
                  <a:fillRect/>
                </a:stretch>
              </p:blipFill>
              <p:spPr>
                <a:xfrm>
                  <a:off x="11104538" y="5714991"/>
                  <a:ext cx="2106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11" name="Ink 210">
                  <a:extLst>
                    <a:ext uri="{FF2B5EF4-FFF2-40B4-BE49-F238E27FC236}">
                      <a16:creationId xmlns:a16="http://schemas.microsoft.com/office/drawing/2014/main" id="{9F006597-53F3-2155-E45E-4E5AB48DCB34}"/>
                    </a:ext>
                  </a:extLst>
                </p14:cNvPr>
                <p14:cNvContentPartPr/>
                <p14:nvPr/>
              </p14:nvContentPartPr>
              <p14:xfrm>
                <a:off x="11292458" y="5701671"/>
                <a:ext cx="157320" cy="165240"/>
              </p14:xfrm>
            </p:contentPart>
          </mc:Choice>
          <mc:Fallback xmlns="">
            <p:pic>
              <p:nvPicPr>
                <p:cNvPr id="211" name="Ink 210">
                  <a:extLst>
                    <a:ext uri="{FF2B5EF4-FFF2-40B4-BE49-F238E27FC236}">
                      <a16:creationId xmlns:a16="http://schemas.microsoft.com/office/drawing/2014/main" id="{9F006597-53F3-2155-E45E-4E5AB48DCB34}"/>
                    </a:ext>
                  </a:extLst>
                </p:cNvPr>
                <p:cNvPicPr/>
                <p:nvPr/>
              </p:nvPicPr>
              <p:blipFill>
                <a:blip r:embed="rId433"/>
                <a:stretch>
                  <a:fillRect/>
                </a:stretch>
              </p:blipFill>
              <p:spPr>
                <a:xfrm>
                  <a:off x="11283818" y="5693031"/>
                  <a:ext cx="17496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75" name="Ink 274">
                  <a:extLst>
                    <a:ext uri="{FF2B5EF4-FFF2-40B4-BE49-F238E27FC236}">
                      <a16:creationId xmlns:a16="http://schemas.microsoft.com/office/drawing/2014/main" id="{A50D8C21-981B-8732-1454-3C92F052D807}"/>
                    </a:ext>
                  </a:extLst>
                </p14:cNvPr>
                <p14:cNvContentPartPr/>
                <p14:nvPr/>
              </p14:nvContentPartPr>
              <p14:xfrm>
                <a:off x="9941738" y="5830342"/>
                <a:ext cx="4680" cy="97200"/>
              </p14:xfrm>
            </p:contentPart>
          </mc:Choice>
          <mc:Fallback xmlns="">
            <p:pic>
              <p:nvPicPr>
                <p:cNvPr id="275" name="Ink 274">
                  <a:extLst>
                    <a:ext uri="{FF2B5EF4-FFF2-40B4-BE49-F238E27FC236}">
                      <a16:creationId xmlns:a16="http://schemas.microsoft.com/office/drawing/2014/main" id="{A50D8C21-981B-8732-1454-3C92F052D807}"/>
                    </a:ext>
                  </a:extLst>
                </p:cNvPr>
                <p:cNvPicPr/>
                <p:nvPr/>
              </p:nvPicPr>
              <p:blipFill>
                <a:blip r:embed="rId435"/>
                <a:stretch>
                  <a:fillRect/>
                </a:stretch>
              </p:blipFill>
              <p:spPr>
                <a:xfrm>
                  <a:off x="9932738" y="5821342"/>
                  <a:ext cx="22320" cy="114840"/>
                </a:xfrm>
                <a:prstGeom prst="rect">
                  <a:avLst/>
                </a:prstGeom>
              </p:spPr>
            </p:pic>
          </mc:Fallback>
        </mc:AlternateContent>
      </p:grpSp>
      <p:grpSp>
        <p:nvGrpSpPr>
          <p:cNvPr id="296" name="Group 295">
            <a:extLst>
              <a:ext uri="{FF2B5EF4-FFF2-40B4-BE49-F238E27FC236}">
                <a16:creationId xmlns:a16="http://schemas.microsoft.com/office/drawing/2014/main" id="{7D1FA45B-9E22-ECD2-AE7F-1750C337057E}"/>
              </a:ext>
            </a:extLst>
          </p:cNvPr>
          <p:cNvGrpSpPr/>
          <p:nvPr/>
        </p:nvGrpSpPr>
        <p:grpSpPr>
          <a:xfrm>
            <a:off x="7277738" y="6484102"/>
            <a:ext cx="994320" cy="227880"/>
            <a:chOff x="7277738" y="6484102"/>
            <a:chExt cx="994320" cy="227880"/>
          </a:xfrm>
        </p:grpSpPr>
        <mc:AlternateContent xmlns:mc="http://schemas.openxmlformats.org/markup-compatibility/2006" xmlns:p14="http://schemas.microsoft.com/office/powerpoint/2010/main">
          <mc:Choice Requires="p14">
            <p:contentPart p14:bwMode="auto" r:id="rId436">
              <p14:nvContentPartPr>
                <p14:cNvPr id="287" name="Ink 286">
                  <a:extLst>
                    <a:ext uri="{FF2B5EF4-FFF2-40B4-BE49-F238E27FC236}">
                      <a16:creationId xmlns:a16="http://schemas.microsoft.com/office/drawing/2014/main" id="{3D141CA8-8E13-E39C-F660-A708D2325C28}"/>
                    </a:ext>
                  </a:extLst>
                </p14:cNvPr>
                <p14:cNvContentPartPr/>
                <p14:nvPr/>
              </p14:nvContentPartPr>
              <p14:xfrm>
                <a:off x="8260538" y="6645742"/>
                <a:ext cx="8640" cy="64440"/>
              </p14:xfrm>
            </p:contentPart>
          </mc:Choice>
          <mc:Fallback xmlns="">
            <p:pic>
              <p:nvPicPr>
                <p:cNvPr id="287" name="Ink 286">
                  <a:extLst>
                    <a:ext uri="{FF2B5EF4-FFF2-40B4-BE49-F238E27FC236}">
                      <a16:creationId xmlns:a16="http://schemas.microsoft.com/office/drawing/2014/main" id="{3D141CA8-8E13-E39C-F660-A708D2325C28}"/>
                    </a:ext>
                  </a:extLst>
                </p:cNvPr>
                <p:cNvPicPr/>
                <p:nvPr/>
              </p:nvPicPr>
              <p:blipFill>
                <a:blip r:embed="rId437"/>
                <a:stretch>
                  <a:fillRect/>
                </a:stretch>
              </p:blipFill>
              <p:spPr>
                <a:xfrm>
                  <a:off x="8251898" y="6637102"/>
                  <a:ext cx="2628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77" name="Ink 276">
                  <a:extLst>
                    <a:ext uri="{FF2B5EF4-FFF2-40B4-BE49-F238E27FC236}">
                      <a16:creationId xmlns:a16="http://schemas.microsoft.com/office/drawing/2014/main" id="{2E70AE59-D6CB-083E-C3CF-304DA9EE1C51}"/>
                    </a:ext>
                  </a:extLst>
                </p14:cNvPr>
                <p14:cNvContentPartPr/>
                <p14:nvPr/>
              </p14:nvContentPartPr>
              <p14:xfrm>
                <a:off x="7277738" y="6518302"/>
                <a:ext cx="132840" cy="16200"/>
              </p14:xfrm>
            </p:contentPart>
          </mc:Choice>
          <mc:Fallback xmlns="">
            <p:pic>
              <p:nvPicPr>
                <p:cNvPr id="277" name="Ink 276">
                  <a:extLst>
                    <a:ext uri="{FF2B5EF4-FFF2-40B4-BE49-F238E27FC236}">
                      <a16:creationId xmlns:a16="http://schemas.microsoft.com/office/drawing/2014/main" id="{2E70AE59-D6CB-083E-C3CF-304DA9EE1C51}"/>
                    </a:ext>
                  </a:extLst>
                </p:cNvPr>
                <p:cNvPicPr/>
                <p:nvPr/>
              </p:nvPicPr>
              <p:blipFill>
                <a:blip r:embed="rId439"/>
                <a:stretch>
                  <a:fillRect/>
                </a:stretch>
              </p:blipFill>
              <p:spPr>
                <a:xfrm>
                  <a:off x="7268738" y="6509662"/>
                  <a:ext cx="1504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78" name="Ink 277">
                  <a:extLst>
                    <a:ext uri="{FF2B5EF4-FFF2-40B4-BE49-F238E27FC236}">
                      <a16:creationId xmlns:a16="http://schemas.microsoft.com/office/drawing/2014/main" id="{C7735CAA-D05A-925B-0F47-27EC81FF2883}"/>
                    </a:ext>
                  </a:extLst>
                </p14:cNvPr>
                <p14:cNvContentPartPr/>
                <p14:nvPr/>
              </p14:nvContentPartPr>
              <p14:xfrm>
                <a:off x="7343618" y="6516142"/>
                <a:ext cx="6840" cy="164520"/>
              </p14:xfrm>
            </p:contentPart>
          </mc:Choice>
          <mc:Fallback xmlns="">
            <p:pic>
              <p:nvPicPr>
                <p:cNvPr id="278" name="Ink 277">
                  <a:extLst>
                    <a:ext uri="{FF2B5EF4-FFF2-40B4-BE49-F238E27FC236}">
                      <a16:creationId xmlns:a16="http://schemas.microsoft.com/office/drawing/2014/main" id="{C7735CAA-D05A-925B-0F47-27EC81FF2883}"/>
                    </a:ext>
                  </a:extLst>
                </p:cNvPr>
                <p:cNvPicPr/>
                <p:nvPr/>
              </p:nvPicPr>
              <p:blipFill>
                <a:blip r:embed="rId441"/>
                <a:stretch>
                  <a:fillRect/>
                </a:stretch>
              </p:blipFill>
              <p:spPr>
                <a:xfrm>
                  <a:off x="7334978" y="6507502"/>
                  <a:ext cx="244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79" name="Ink 278">
                  <a:extLst>
                    <a:ext uri="{FF2B5EF4-FFF2-40B4-BE49-F238E27FC236}">
                      <a16:creationId xmlns:a16="http://schemas.microsoft.com/office/drawing/2014/main" id="{5377BA62-A987-75C9-96F7-57B6A19916E5}"/>
                    </a:ext>
                  </a:extLst>
                </p14:cNvPr>
                <p14:cNvContentPartPr/>
                <p14:nvPr/>
              </p14:nvContentPartPr>
              <p14:xfrm>
                <a:off x="7431818" y="6492742"/>
                <a:ext cx="109800" cy="189720"/>
              </p14:xfrm>
            </p:contentPart>
          </mc:Choice>
          <mc:Fallback xmlns="">
            <p:pic>
              <p:nvPicPr>
                <p:cNvPr id="279" name="Ink 278">
                  <a:extLst>
                    <a:ext uri="{FF2B5EF4-FFF2-40B4-BE49-F238E27FC236}">
                      <a16:creationId xmlns:a16="http://schemas.microsoft.com/office/drawing/2014/main" id="{5377BA62-A987-75C9-96F7-57B6A19916E5}"/>
                    </a:ext>
                  </a:extLst>
                </p:cNvPr>
                <p:cNvPicPr/>
                <p:nvPr/>
              </p:nvPicPr>
              <p:blipFill>
                <a:blip r:embed="rId443"/>
                <a:stretch>
                  <a:fillRect/>
                </a:stretch>
              </p:blipFill>
              <p:spPr>
                <a:xfrm>
                  <a:off x="7422818" y="6483742"/>
                  <a:ext cx="1274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80" name="Ink 279">
                  <a:extLst>
                    <a:ext uri="{FF2B5EF4-FFF2-40B4-BE49-F238E27FC236}">
                      <a16:creationId xmlns:a16="http://schemas.microsoft.com/office/drawing/2014/main" id="{28BD2A86-FDF1-9F20-C4CC-931119148B4D}"/>
                    </a:ext>
                  </a:extLst>
                </p14:cNvPr>
                <p14:cNvContentPartPr/>
                <p14:nvPr/>
              </p14:nvContentPartPr>
              <p14:xfrm>
                <a:off x="7582298" y="6554302"/>
                <a:ext cx="53280" cy="128520"/>
              </p14:xfrm>
            </p:contentPart>
          </mc:Choice>
          <mc:Fallback xmlns="">
            <p:pic>
              <p:nvPicPr>
                <p:cNvPr id="280" name="Ink 279">
                  <a:extLst>
                    <a:ext uri="{FF2B5EF4-FFF2-40B4-BE49-F238E27FC236}">
                      <a16:creationId xmlns:a16="http://schemas.microsoft.com/office/drawing/2014/main" id="{28BD2A86-FDF1-9F20-C4CC-931119148B4D}"/>
                    </a:ext>
                  </a:extLst>
                </p:cNvPr>
                <p:cNvPicPr/>
                <p:nvPr/>
              </p:nvPicPr>
              <p:blipFill>
                <a:blip r:embed="rId445"/>
                <a:stretch>
                  <a:fillRect/>
                </a:stretch>
              </p:blipFill>
              <p:spPr>
                <a:xfrm>
                  <a:off x="7573658" y="6545302"/>
                  <a:ext cx="709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81" name="Ink 280">
                  <a:extLst>
                    <a:ext uri="{FF2B5EF4-FFF2-40B4-BE49-F238E27FC236}">
                      <a16:creationId xmlns:a16="http://schemas.microsoft.com/office/drawing/2014/main" id="{D3652BBB-5301-5BCE-DFD3-CC20445EC449}"/>
                    </a:ext>
                  </a:extLst>
                </p14:cNvPr>
                <p14:cNvContentPartPr/>
                <p14:nvPr/>
              </p14:nvContentPartPr>
              <p14:xfrm>
                <a:off x="7661498" y="6541342"/>
                <a:ext cx="105840" cy="112320"/>
              </p14:xfrm>
            </p:contentPart>
          </mc:Choice>
          <mc:Fallback xmlns="">
            <p:pic>
              <p:nvPicPr>
                <p:cNvPr id="281" name="Ink 280">
                  <a:extLst>
                    <a:ext uri="{FF2B5EF4-FFF2-40B4-BE49-F238E27FC236}">
                      <a16:creationId xmlns:a16="http://schemas.microsoft.com/office/drawing/2014/main" id="{D3652BBB-5301-5BCE-DFD3-CC20445EC449}"/>
                    </a:ext>
                  </a:extLst>
                </p:cNvPr>
                <p:cNvPicPr/>
                <p:nvPr/>
              </p:nvPicPr>
              <p:blipFill>
                <a:blip r:embed="rId447"/>
                <a:stretch>
                  <a:fillRect/>
                </a:stretch>
              </p:blipFill>
              <p:spPr>
                <a:xfrm>
                  <a:off x="7652498" y="6532342"/>
                  <a:ext cx="1234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82" name="Ink 281">
                  <a:extLst>
                    <a:ext uri="{FF2B5EF4-FFF2-40B4-BE49-F238E27FC236}">
                      <a16:creationId xmlns:a16="http://schemas.microsoft.com/office/drawing/2014/main" id="{778AE8E9-5B05-9B26-361E-A56D17D2C812}"/>
                    </a:ext>
                  </a:extLst>
                </p14:cNvPr>
                <p14:cNvContentPartPr/>
                <p14:nvPr/>
              </p14:nvContentPartPr>
              <p14:xfrm>
                <a:off x="7752218" y="6539902"/>
                <a:ext cx="61200" cy="136080"/>
              </p14:xfrm>
            </p:contentPart>
          </mc:Choice>
          <mc:Fallback xmlns="">
            <p:pic>
              <p:nvPicPr>
                <p:cNvPr id="282" name="Ink 281">
                  <a:extLst>
                    <a:ext uri="{FF2B5EF4-FFF2-40B4-BE49-F238E27FC236}">
                      <a16:creationId xmlns:a16="http://schemas.microsoft.com/office/drawing/2014/main" id="{778AE8E9-5B05-9B26-361E-A56D17D2C812}"/>
                    </a:ext>
                  </a:extLst>
                </p:cNvPr>
                <p:cNvPicPr/>
                <p:nvPr/>
              </p:nvPicPr>
              <p:blipFill>
                <a:blip r:embed="rId449"/>
                <a:stretch>
                  <a:fillRect/>
                </a:stretch>
              </p:blipFill>
              <p:spPr>
                <a:xfrm>
                  <a:off x="7743578" y="6530902"/>
                  <a:ext cx="788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83" name="Ink 282">
                  <a:extLst>
                    <a:ext uri="{FF2B5EF4-FFF2-40B4-BE49-F238E27FC236}">
                      <a16:creationId xmlns:a16="http://schemas.microsoft.com/office/drawing/2014/main" id="{E26137CB-37AB-89AB-3B86-51B400B69BF1}"/>
                    </a:ext>
                  </a:extLst>
                </p14:cNvPr>
                <p14:cNvContentPartPr/>
                <p14:nvPr/>
              </p14:nvContentPartPr>
              <p14:xfrm>
                <a:off x="7883258" y="6484102"/>
                <a:ext cx="35280" cy="227880"/>
              </p14:xfrm>
            </p:contentPart>
          </mc:Choice>
          <mc:Fallback xmlns="">
            <p:pic>
              <p:nvPicPr>
                <p:cNvPr id="283" name="Ink 282">
                  <a:extLst>
                    <a:ext uri="{FF2B5EF4-FFF2-40B4-BE49-F238E27FC236}">
                      <a16:creationId xmlns:a16="http://schemas.microsoft.com/office/drawing/2014/main" id="{E26137CB-37AB-89AB-3B86-51B400B69BF1}"/>
                    </a:ext>
                  </a:extLst>
                </p:cNvPr>
                <p:cNvPicPr/>
                <p:nvPr/>
              </p:nvPicPr>
              <p:blipFill>
                <a:blip r:embed="rId451"/>
                <a:stretch>
                  <a:fillRect/>
                </a:stretch>
              </p:blipFill>
              <p:spPr>
                <a:xfrm>
                  <a:off x="7874258" y="6475102"/>
                  <a:ext cx="5292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91" name="Ink 290">
                  <a:extLst>
                    <a:ext uri="{FF2B5EF4-FFF2-40B4-BE49-F238E27FC236}">
                      <a16:creationId xmlns:a16="http://schemas.microsoft.com/office/drawing/2014/main" id="{46D020B1-C142-07AC-1D26-87335F976A6B}"/>
                    </a:ext>
                  </a:extLst>
                </p14:cNvPr>
                <p14:cNvContentPartPr/>
                <p14:nvPr/>
              </p14:nvContentPartPr>
              <p14:xfrm>
                <a:off x="7850858" y="6558262"/>
                <a:ext cx="88200" cy="48600"/>
              </p14:xfrm>
            </p:contentPart>
          </mc:Choice>
          <mc:Fallback xmlns="">
            <p:pic>
              <p:nvPicPr>
                <p:cNvPr id="291" name="Ink 290">
                  <a:extLst>
                    <a:ext uri="{FF2B5EF4-FFF2-40B4-BE49-F238E27FC236}">
                      <a16:creationId xmlns:a16="http://schemas.microsoft.com/office/drawing/2014/main" id="{46D020B1-C142-07AC-1D26-87335F976A6B}"/>
                    </a:ext>
                  </a:extLst>
                </p:cNvPr>
                <p:cNvPicPr/>
                <p:nvPr/>
              </p:nvPicPr>
              <p:blipFill>
                <a:blip r:embed="rId453"/>
                <a:stretch>
                  <a:fillRect/>
                </a:stretch>
              </p:blipFill>
              <p:spPr>
                <a:xfrm>
                  <a:off x="7841858" y="6549622"/>
                  <a:ext cx="1058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92" name="Ink 291">
                  <a:extLst>
                    <a:ext uri="{FF2B5EF4-FFF2-40B4-BE49-F238E27FC236}">
                      <a16:creationId xmlns:a16="http://schemas.microsoft.com/office/drawing/2014/main" id="{FEE4B5B6-BACD-4DA7-26D2-32F93E5422E4}"/>
                    </a:ext>
                  </a:extLst>
                </p14:cNvPr>
                <p14:cNvContentPartPr/>
                <p14:nvPr/>
              </p14:nvContentPartPr>
              <p14:xfrm>
                <a:off x="7955258" y="6550342"/>
                <a:ext cx="70920" cy="114480"/>
              </p14:xfrm>
            </p:contentPart>
          </mc:Choice>
          <mc:Fallback xmlns="">
            <p:pic>
              <p:nvPicPr>
                <p:cNvPr id="292" name="Ink 291">
                  <a:extLst>
                    <a:ext uri="{FF2B5EF4-FFF2-40B4-BE49-F238E27FC236}">
                      <a16:creationId xmlns:a16="http://schemas.microsoft.com/office/drawing/2014/main" id="{FEE4B5B6-BACD-4DA7-26D2-32F93E5422E4}"/>
                    </a:ext>
                  </a:extLst>
                </p:cNvPr>
                <p:cNvPicPr/>
                <p:nvPr/>
              </p:nvPicPr>
              <p:blipFill>
                <a:blip r:embed="rId455"/>
                <a:stretch>
                  <a:fillRect/>
                </a:stretch>
              </p:blipFill>
              <p:spPr>
                <a:xfrm>
                  <a:off x="7946258" y="6541342"/>
                  <a:ext cx="885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94" name="Ink 293">
                  <a:extLst>
                    <a:ext uri="{FF2B5EF4-FFF2-40B4-BE49-F238E27FC236}">
                      <a16:creationId xmlns:a16="http://schemas.microsoft.com/office/drawing/2014/main" id="{EB6F9AF0-E140-E641-BC0C-DEA067020708}"/>
                    </a:ext>
                  </a:extLst>
                </p14:cNvPr>
                <p14:cNvContentPartPr/>
                <p14:nvPr/>
              </p14:nvContentPartPr>
              <p14:xfrm>
                <a:off x="8078378" y="6534142"/>
                <a:ext cx="56520" cy="131400"/>
              </p14:xfrm>
            </p:contentPart>
          </mc:Choice>
          <mc:Fallback xmlns="">
            <p:pic>
              <p:nvPicPr>
                <p:cNvPr id="294" name="Ink 293">
                  <a:extLst>
                    <a:ext uri="{FF2B5EF4-FFF2-40B4-BE49-F238E27FC236}">
                      <a16:creationId xmlns:a16="http://schemas.microsoft.com/office/drawing/2014/main" id="{EB6F9AF0-E140-E641-BC0C-DEA067020708}"/>
                    </a:ext>
                  </a:extLst>
                </p:cNvPr>
                <p:cNvPicPr/>
                <p:nvPr/>
              </p:nvPicPr>
              <p:blipFill>
                <a:blip r:embed="rId457"/>
                <a:stretch>
                  <a:fillRect/>
                </a:stretch>
              </p:blipFill>
              <p:spPr>
                <a:xfrm>
                  <a:off x="8069738" y="6525502"/>
                  <a:ext cx="741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95" name="Ink 294">
                  <a:extLst>
                    <a:ext uri="{FF2B5EF4-FFF2-40B4-BE49-F238E27FC236}">
                      <a16:creationId xmlns:a16="http://schemas.microsoft.com/office/drawing/2014/main" id="{7BB74558-F3DA-CB2C-4D59-F0E61009EF8B}"/>
                    </a:ext>
                  </a:extLst>
                </p14:cNvPr>
                <p14:cNvContentPartPr/>
                <p14:nvPr/>
              </p14:nvContentPartPr>
              <p14:xfrm>
                <a:off x="8153258" y="6531622"/>
                <a:ext cx="118800" cy="148320"/>
              </p14:xfrm>
            </p:contentPart>
          </mc:Choice>
          <mc:Fallback xmlns="">
            <p:pic>
              <p:nvPicPr>
                <p:cNvPr id="295" name="Ink 294">
                  <a:extLst>
                    <a:ext uri="{FF2B5EF4-FFF2-40B4-BE49-F238E27FC236}">
                      <a16:creationId xmlns:a16="http://schemas.microsoft.com/office/drawing/2014/main" id="{7BB74558-F3DA-CB2C-4D59-F0E61009EF8B}"/>
                    </a:ext>
                  </a:extLst>
                </p:cNvPr>
                <p:cNvPicPr/>
                <p:nvPr/>
              </p:nvPicPr>
              <p:blipFill>
                <a:blip r:embed="rId459"/>
                <a:stretch>
                  <a:fillRect/>
                </a:stretch>
              </p:blipFill>
              <p:spPr>
                <a:xfrm>
                  <a:off x="8144258" y="6522622"/>
                  <a:ext cx="136440" cy="165960"/>
                </a:xfrm>
                <a:prstGeom prst="rect">
                  <a:avLst/>
                </a:prstGeom>
              </p:spPr>
            </p:pic>
          </mc:Fallback>
        </mc:AlternateContent>
      </p:grpSp>
    </p:spTree>
    <p:extLst>
      <p:ext uri="{BB962C8B-B14F-4D97-AF65-F5344CB8AC3E}">
        <p14:creationId xmlns:p14="http://schemas.microsoft.com/office/powerpoint/2010/main" val="43026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7749" y="1156995"/>
            <a:ext cx="10795519" cy="1384995"/>
          </a:xfrm>
          <a:prstGeom prst="rect">
            <a:avLst/>
          </a:prstGeom>
        </p:spPr>
        <p:txBody>
          <a:bodyPr wrap="square">
            <a:spAutoFit/>
          </a:bodyPr>
          <a:lstStyle/>
          <a:p>
            <a:r>
              <a:rPr lang="en-US" sz="2800">
                <a:latin typeface="Times New Roman" panose="02020603050405020304" pitchFamily="18" charset="0"/>
                <a:cs typeface="Times New Roman" panose="02020603050405020304" pitchFamily="18" charset="0"/>
              </a:rPr>
              <a:t>The following is a simple method of measuring </a:t>
            </a:r>
            <a:r>
              <a:rPr lang="en-US" sz="2800" u="sng">
                <a:latin typeface="Times New Roman" panose="02020603050405020304" pitchFamily="18" charset="0"/>
                <a:cs typeface="Times New Roman" panose="02020603050405020304" pitchFamily="18" charset="0"/>
              </a:rPr>
              <a:t>coefficients of friction</a:t>
            </a:r>
            <a:r>
              <a:rPr lang="en-US" sz="2800">
                <a:latin typeface="Times New Roman" panose="02020603050405020304" pitchFamily="18" charset="0"/>
                <a:cs typeface="Times New Roman" panose="02020603050405020304" pitchFamily="18" charset="0"/>
              </a:rPr>
              <a:t>. Suppose a block is placed on a rough surface inclined relative to the horizontal as shown in the figure. </a:t>
            </a:r>
          </a:p>
        </p:txBody>
      </p:sp>
      <p:sp>
        <p:nvSpPr>
          <p:cNvPr id="8" name="Rectangle 7"/>
          <p:cNvSpPr/>
          <p:nvPr/>
        </p:nvSpPr>
        <p:spPr>
          <a:xfrm>
            <a:off x="814871" y="2733977"/>
            <a:ext cx="4998099" cy="2246769"/>
          </a:xfrm>
          <a:prstGeom prst="rect">
            <a:avLst/>
          </a:prstGeom>
        </p:spPr>
        <p:txBody>
          <a:bodyPr wrap="square">
            <a:spAutoFit/>
          </a:bodyPr>
          <a:lstStyle/>
          <a:p>
            <a:r>
              <a:rPr lang="en-US" sz="2800">
                <a:latin typeface="Times New Roman" panose="02020603050405020304" pitchFamily="18" charset="0"/>
                <a:cs typeface="Times New Roman" panose="02020603050405020304" pitchFamily="18" charset="0"/>
              </a:rPr>
              <a:t>The incline angle is increased until the block starts to move. Show that you can obtain </a:t>
            </a:r>
            <a:r>
              <a:rPr lang="en-US" sz="2800" i="1">
                <a:latin typeface="Times New Roman" panose="02020603050405020304" pitchFamily="18" charset="0"/>
                <a:cs typeface="Times New Roman" panose="02020603050405020304" pitchFamily="18" charset="0"/>
                <a:sym typeface="Symbol" panose="05050102010706020507" pitchFamily="18" charset="2"/>
              </a:rPr>
              <a:t></a:t>
            </a:r>
            <a:r>
              <a:rPr lang="en-US" sz="2800" i="1" baseline="-25000">
                <a:latin typeface="Times New Roman" panose="02020603050405020304" pitchFamily="18" charset="0"/>
                <a:cs typeface="Times New Roman" panose="02020603050405020304" pitchFamily="18" charset="0"/>
              </a:rPr>
              <a:t>s</a:t>
            </a:r>
            <a:r>
              <a:rPr lang="en-US" sz="2800" i="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by measuring the critical angle </a:t>
            </a:r>
            <a:r>
              <a:rPr lang="en-US" sz="2800" i="1">
                <a:latin typeface="Times New Roman" panose="02020603050405020304" pitchFamily="18" charset="0"/>
                <a:cs typeface="Times New Roman" panose="02020603050405020304" pitchFamily="18" charset="0"/>
                <a:sym typeface="Symbol" panose="05050102010706020507" pitchFamily="18" charset="2"/>
              </a:rPr>
              <a:t></a:t>
            </a:r>
            <a:r>
              <a:rPr lang="en-US" sz="2800" i="1" baseline="-25000">
                <a:latin typeface="Times New Roman" panose="02020603050405020304" pitchFamily="18" charset="0"/>
                <a:cs typeface="Times New Roman" panose="02020603050405020304" pitchFamily="18" charset="0"/>
              </a:rPr>
              <a:t>c</a:t>
            </a:r>
            <a:r>
              <a:rPr lang="en-US" sz="2800" i="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at </a:t>
            </a:r>
            <a:r>
              <a:rPr lang="en-US" sz="2800" b="1" u="sng">
                <a:latin typeface="Times New Roman" panose="02020603050405020304" pitchFamily="18" charset="0"/>
                <a:cs typeface="Times New Roman" panose="02020603050405020304" pitchFamily="18" charset="0"/>
              </a:rPr>
              <a:t>which this slipping just occurs</a:t>
            </a:r>
            <a:r>
              <a:rPr lang="en-US" sz="2800">
                <a:latin typeface="Times New Roman" panose="02020603050405020304" pitchFamily="18" charset="0"/>
                <a:cs typeface="Times New Roman" panose="02020603050405020304" pitchFamily="18" charset="0"/>
              </a:rPr>
              <a:t>.</a:t>
            </a:r>
          </a:p>
        </p:txBody>
      </p:sp>
      <p:grpSp>
        <p:nvGrpSpPr>
          <p:cNvPr id="4" name="Group 3">
            <a:extLst>
              <a:ext uri="{FF2B5EF4-FFF2-40B4-BE49-F238E27FC236}">
                <a16:creationId xmlns:a16="http://schemas.microsoft.com/office/drawing/2014/main" id="{8CFDC160-7FF5-82DD-E514-D3711DD366D0}"/>
              </a:ext>
            </a:extLst>
          </p:cNvPr>
          <p:cNvGrpSpPr/>
          <p:nvPr/>
        </p:nvGrpSpPr>
        <p:grpSpPr>
          <a:xfrm>
            <a:off x="6699381" y="2444620"/>
            <a:ext cx="4395003" cy="3704606"/>
            <a:chOff x="5097681" y="3657431"/>
            <a:chExt cx="3623616" cy="2818368"/>
          </a:xfrm>
        </p:grpSpPr>
        <p:pic>
          <p:nvPicPr>
            <p:cNvPr id="10" name="Picture 9" descr="An illustration shows a rectangular block moving down an incline which is at an angle of theta with the horizontal. The x-y graph has x axis marked along the scope. An arrow marked m subscript g is moving downward perpendicular to the horizontal. This vector is shown to be at an angle theta with the y axis of the slope. Two components of this vector are shown: m subscript g cos theta is along the negative y axis, while m subscript g sin theta is the component along the x axis. The second force that acts on the dot is shown as an upward moving arrow that is perpendicular to the x-axis of the slope and is shown to be placed along the y axis. It is labeled as vector n. The third force that acts on the dot moves along the negative portion of the x axis. This is much shorter and is labeled vector lowercase f subscript s.">
              <a:extLst>
                <a:ext uri="{FF2B5EF4-FFF2-40B4-BE49-F238E27FC236}">
                  <a16:creationId xmlns:a16="http://schemas.microsoft.com/office/drawing/2014/main" id="{BB63A3BB-F609-454D-9F3E-6585DA96C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7681" y="3657431"/>
              <a:ext cx="3623616" cy="281836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0A2CAAA-08F0-9E0A-03AC-2AF720C9655D}"/>
                    </a:ext>
                  </a:extLst>
                </p:cNvPr>
                <p:cNvSpPr txBox="1"/>
                <p:nvPr/>
              </p:nvSpPr>
              <p:spPr>
                <a:xfrm>
                  <a:off x="7019598" y="4432039"/>
                  <a:ext cx="248948" cy="276166"/>
                </a:xfrm>
                <a:prstGeom prst="rect">
                  <a:avLst/>
                </a:prstGeom>
                <a:solidFill>
                  <a:schemeClr val="bg1"/>
                </a:solidFill>
              </p:spPr>
              <p:txBody>
                <a:bodyPr wrap="square" lIns="0" tIns="0" rIns="0" bIns="0" rtlCol="0">
                  <a:spAutoFit/>
                </a:bodyPr>
                <a:lstStyle/>
                <a:p>
                  <a:r>
                    <a:rPr lang="en-US" sz="1600" b="1">
                      <a:cs typeface="Times New Roman" panose="02020603050405020304" pitchFamily="18" charset="0"/>
                    </a:rPr>
                    <a:t> </a:t>
                  </a:r>
                  <a14:m>
                    <m:oMath xmlns:m="http://schemas.openxmlformats.org/officeDocument/2006/math">
                      <m:acc>
                        <m:accPr>
                          <m:chr m:val="⃗"/>
                          <m:ctrlPr>
                            <a:rPr lang="en-US" sz="1600" b="1">
                              <a:latin typeface="Cambria Math" panose="02040503050406030204" pitchFamily="18" charset="0"/>
                              <a:cs typeface="Times New Roman" panose="02020603050405020304" pitchFamily="18" charset="0"/>
                            </a:rPr>
                          </m:ctrlPr>
                        </m:accPr>
                        <m:e>
                          <m:r>
                            <a:rPr lang="en-US" sz="1600" b="1">
                              <a:latin typeface="Cambria Math" panose="02040503050406030204" pitchFamily="18" charset="0"/>
                              <a:cs typeface="Times New Roman" panose="02020603050405020304" pitchFamily="18" charset="0"/>
                            </a:rPr>
                            <m:t>𝐍</m:t>
                          </m:r>
                        </m:e>
                      </m:acc>
                    </m:oMath>
                  </a14:m>
                  <a:endParaRPr lang="en-US" sz="1600" b="1">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20A2CAAA-08F0-9E0A-03AC-2AF720C9655D}"/>
                    </a:ext>
                  </a:extLst>
                </p:cNvPr>
                <p:cNvSpPr txBox="1">
                  <a:spLocks noRot="1" noChangeAspect="1" noMove="1" noResize="1" noEditPoints="1" noAdjustHandles="1" noChangeArrowheads="1" noChangeShapeType="1" noTextEdit="1"/>
                </p:cNvSpPr>
                <p:nvPr/>
              </p:nvSpPr>
              <p:spPr>
                <a:xfrm>
                  <a:off x="7019598" y="4432039"/>
                  <a:ext cx="248948" cy="276166"/>
                </a:xfrm>
                <a:prstGeom prst="rect">
                  <a:avLst/>
                </a:prstGeom>
                <a:blipFill>
                  <a:blip r:embed="rId4"/>
                  <a:stretch>
                    <a:fillRect l="-6000"/>
                  </a:stretch>
                </a:blipFill>
              </p:spPr>
              <p:txBody>
                <a:bodyPr/>
                <a:lstStyle/>
                <a:p>
                  <a:r>
                    <a:rPr lang="en-US">
                      <a:noFill/>
                    </a:rPr>
                    <a:t> </a:t>
                  </a:r>
                </a:p>
              </p:txBody>
            </p:sp>
          </mc:Fallback>
        </mc:AlternateContent>
      </p:grpSp>
      <p:sp>
        <p:nvSpPr>
          <p:cNvPr id="5" name="Title 3">
            <a:extLst>
              <a:ext uri="{FF2B5EF4-FFF2-40B4-BE49-F238E27FC236}">
                <a16:creationId xmlns:a16="http://schemas.microsoft.com/office/drawing/2014/main" id="{80CA850F-4A39-588E-2C51-01CF04605324}"/>
              </a:ext>
            </a:extLst>
          </p:cNvPr>
          <p:cNvSpPr txBox="1">
            <a:spLocks/>
          </p:cNvSpPr>
          <p:nvPr/>
        </p:nvSpPr>
        <p:spPr>
          <a:xfrm>
            <a:off x="0" y="-11003"/>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Experimental Determination of </a:t>
            </a:r>
            <a:r>
              <a:rPr lang="en-US" sz="4000" i="1" dirty="0">
                <a:sym typeface="Symbol" panose="05050102010706020507" pitchFamily="18" charset="2"/>
              </a:rPr>
              <a:t></a:t>
            </a:r>
            <a:r>
              <a:rPr lang="en-US" sz="4000" i="1" baseline="-25000" dirty="0"/>
              <a:t>s</a:t>
            </a:r>
            <a:r>
              <a:rPr lang="en-US" sz="4000" dirty="0"/>
              <a:t> and </a:t>
            </a:r>
            <a:r>
              <a:rPr lang="en-US" sz="4000" i="1" dirty="0">
                <a:sym typeface="Symbol" panose="05050102010706020507" pitchFamily="18" charset="2"/>
              </a:rPr>
              <a:t></a:t>
            </a:r>
            <a:r>
              <a:rPr lang="en-US" sz="4000" i="1" baseline="-25000" dirty="0"/>
              <a:t>k</a:t>
            </a: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091112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Object 7"/>
              <p:cNvSpPr txBox="1"/>
              <p:nvPr/>
            </p:nvSpPr>
            <p:spPr bwMode="auto">
              <a:xfrm>
                <a:off x="1358414" y="1384301"/>
                <a:ext cx="4025510" cy="799223"/>
              </a:xfrm>
              <a:prstGeom prst="rect">
                <a:avLst/>
              </a:prstGeom>
              <a:noFill/>
            </p:spPr>
            <p:txBody>
              <a:bodyPr>
                <a:noAutofit/>
              </a:bodyPr>
              <a:lstStyle/>
              <a:p>
                <a:pPr/>
                <a14:m>
                  <m:oMathPara xmlns:m="http://schemas.openxmlformats.org/officeDocument/2006/math">
                    <m:oMathParaPr>
                      <m:jc m:val="left"/>
                    </m:oMathParaPr>
                    <m:oMath>
                      <m:nary>
                        <m:naryPr>
                          <m:chr m:val="∑"/>
                          <m:subHide m:val="on"/>
                          <m:supHide m:val="on"/>
                          <m:ctrlPr>
                            <a:rPr lang="en-US" sz="2400" i="1">
                              <a:solidFill>
                                <a:srgbClr val="000000"/>
                              </a:solidFill>
                              <a:latin typeface="Cambria Math" panose="02040503050406030204" pitchFamily="18" charset="0"/>
                            </a:rPr>
                          </m:ctrlPr>
                        </m:naryPr>
                        <m:sub/>
                        <m:sup/>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F</m:t>
                              </m:r>
                            </m:e>
                            <m:sub>
                              <m:r>
                                <m:rPr>
                                  <m:sty m:val="p"/>
                                </m:rPr>
                                <a:rPr lang="en-US" sz="2400">
                                  <a:solidFill>
                                    <a:srgbClr val="000000"/>
                                  </a:solidFill>
                                  <a:latin typeface="Cambria Math" panose="02040503050406030204" pitchFamily="18" charset="0"/>
                                </a:rPr>
                                <m:t>x</m:t>
                              </m:r>
                            </m:sub>
                          </m:sSub>
                        </m:e>
                      </m:nary>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mg</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m:rPr>
                              <m:sty m:val="p"/>
                            </m:rPr>
                            <a:rPr lang="en-US" sz="2400">
                              <a:solidFill>
                                <a:srgbClr val="000000"/>
                              </a:solidFill>
                              <a:latin typeface="Cambria Math" panose="02040503050406030204" pitchFamily="18" charset="0"/>
                            </a:rPr>
                            <m:t>θ</m:t>
                          </m:r>
                        </m:e>
                      </m:func>
                      <m:r>
                        <a:rPr lang="en-US" sz="240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f</m:t>
                          </m:r>
                        </m:e>
                        <m:sub>
                          <m:r>
                            <m:rPr>
                              <m:sty m:val="p"/>
                            </m:rPr>
                            <a:rPr lang="en-US" sz="2400">
                              <a:solidFill>
                                <a:srgbClr val="000000"/>
                              </a:solidFill>
                              <a:latin typeface="Cambria Math" panose="02040503050406030204" pitchFamily="18" charset="0"/>
                            </a:rPr>
                            <m:t>s</m:t>
                          </m:r>
                        </m:sub>
                      </m:sSub>
                      <m:r>
                        <a:rPr lang="en-US" sz="2400">
                          <a:solidFill>
                            <a:srgbClr val="000000"/>
                          </a:solidFill>
                          <a:latin typeface="Cambria Math" panose="02040503050406030204" pitchFamily="18" charset="0"/>
                        </a:rPr>
                        <m:t>=0</m:t>
                      </m:r>
                    </m:oMath>
                    <m:oMath>
                      <m:nary>
                        <m:naryPr>
                          <m:chr m:val="∑"/>
                          <m:subHide m:val="on"/>
                          <m:supHide m:val="on"/>
                          <m:ctrlPr>
                            <a:rPr lang="en-US" sz="2400" i="1">
                              <a:solidFill>
                                <a:srgbClr val="000000"/>
                              </a:solidFill>
                              <a:latin typeface="Cambria Math" panose="02040503050406030204" pitchFamily="18" charset="0"/>
                            </a:rPr>
                          </m:ctrlPr>
                        </m:naryPr>
                        <m:sub/>
                        <m:sup/>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F</m:t>
                              </m:r>
                            </m:e>
                            <m:sub>
                              <m:r>
                                <m:rPr>
                                  <m:sty m:val="p"/>
                                </m:rPr>
                                <a:rPr lang="en-US" sz="2400">
                                  <a:solidFill>
                                    <a:srgbClr val="000000"/>
                                  </a:solidFill>
                                  <a:latin typeface="Cambria Math" panose="02040503050406030204" pitchFamily="18" charset="0"/>
                                </a:rPr>
                                <m:t>y</m:t>
                              </m:r>
                            </m:sub>
                          </m:sSub>
                        </m:e>
                      </m:nary>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N</m:t>
                      </m:r>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mg</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cos</m:t>
                          </m:r>
                        </m:fName>
                        <m:e>
                          <m:r>
                            <m:rPr>
                              <m:sty m:val="p"/>
                            </m:rPr>
                            <a:rPr lang="en-US" sz="2400">
                              <a:solidFill>
                                <a:srgbClr val="000000"/>
                              </a:solidFill>
                              <a:latin typeface="Cambria Math" panose="02040503050406030204" pitchFamily="18" charset="0"/>
                            </a:rPr>
                            <m:t>θ</m:t>
                          </m:r>
                        </m:e>
                      </m:func>
                      <m:r>
                        <a:rPr lang="en-US" sz="2400">
                          <a:solidFill>
                            <a:srgbClr val="000000"/>
                          </a:solidFill>
                          <a:latin typeface="Cambria Math" panose="02040503050406030204" pitchFamily="18" charset="0"/>
                        </a:rPr>
                        <m:t>=0</m:t>
                      </m:r>
                    </m:oMath>
                  </m:oMathPara>
                </a14:m>
                <a:endParaRPr lang="en-US" sz="2400"/>
              </a:p>
            </p:txBody>
          </p:sp>
        </mc:Choice>
        <mc:Fallback xmlns="">
          <p:sp>
            <p:nvSpPr>
              <p:cNvPr id="8" name="Object 7"/>
              <p:cNvSpPr txBox="1">
                <a:spLocks noRot="1" noChangeAspect="1" noMove="1" noResize="1" noEditPoints="1" noAdjustHandles="1" noChangeArrowheads="1" noChangeShapeType="1" noTextEdit="1"/>
              </p:cNvSpPr>
              <p:nvPr/>
            </p:nvSpPr>
            <p:spPr bwMode="auto">
              <a:xfrm>
                <a:off x="1358414" y="1384301"/>
                <a:ext cx="4025510" cy="799223"/>
              </a:xfrm>
              <a:prstGeom prst="rect">
                <a:avLst/>
              </a:prstGeom>
              <a:blipFill>
                <a:blip r:embed="rId3"/>
                <a:stretch>
                  <a:fillRect b="-1053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bwMode="auto">
              <a:xfrm>
                <a:off x="1890265" y="3095341"/>
                <a:ext cx="5474704" cy="1150937"/>
              </a:xfrm>
              <a:prstGeom prst="rect">
                <a:avLst/>
              </a:prstGeom>
              <a:noFill/>
            </p:spPr>
            <p:txBody>
              <a:bodyPr>
                <a:normAutofit/>
              </a:bodyPr>
              <a:lstStyle/>
              <a:p>
                <a:pPr/>
                <a14:m>
                  <m:oMathPara xmlns:m="http://schemas.openxmlformats.org/officeDocument/2006/math">
                    <m:oMathParaPr>
                      <m:jc m:val="left"/>
                    </m:oMathParaPr>
                    <m:oMath>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f</m:t>
                          </m:r>
                        </m:e>
                        <m:sub>
                          <m:r>
                            <m:rPr>
                              <m:sty m:val="p"/>
                            </m:rPr>
                            <a:rPr lang="en-US" sz="2400">
                              <a:solidFill>
                                <a:srgbClr val="000000"/>
                              </a:solidFill>
                              <a:latin typeface="Cambria Math" panose="02040503050406030204" pitchFamily="18" charset="0"/>
                            </a:rPr>
                            <m:t>s</m:t>
                          </m:r>
                        </m:sub>
                      </m:sSub>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mg</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m:rPr>
                              <m:sty m:val="p"/>
                            </m:rPr>
                            <a:rPr lang="en-US" sz="2400">
                              <a:solidFill>
                                <a:srgbClr val="000000"/>
                              </a:solidFill>
                              <a:latin typeface="Cambria Math" panose="02040503050406030204" pitchFamily="18" charset="0"/>
                            </a:rPr>
                            <m:t>θ</m:t>
                          </m:r>
                        </m:e>
                      </m:func>
                      <m:r>
                        <a:rPr lang="en-US" sz="2400">
                          <a:solidFill>
                            <a:srgbClr val="000000"/>
                          </a:solidFill>
                          <a:latin typeface="Cambria Math" panose="02040503050406030204" pitchFamily="18" charset="0"/>
                        </a:rPr>
                        <m:t>=</m:t>
                      </m:r>
                      <m:d>
                        <m:dPr>
                          <m:ctrlPr>
                            <a:rPr lang="en-US" sz="2400" i="1">
                              <a:solidFill>
                                <a:srgbClr val="000000"/>
                              </a:solidFill>
                              <a:latin typeface="Cambria Math" panose="02040503050406030204" pitchFamily="18" charset="0"/>
                            </a:rPr>
                          </m:ctrlPr>
                        </m:dPr>
                        <m:e>
                          <m:f>
                            <m:fPr>
                              <m:ctrlPr>
                                <a:rPr lang="en-US" sz="2400">
                                  <a:solidFill>
                                    <a:srgbClr val="000000"/>
                                  </a:solidFill>
                                  <a:latin typeface="Cambria Math" panose="02040503050406030204" pitchFamily="18" charset="0"/>
                                </a:rPr>
                              </m:ctrlPr>
                            </m:fPr>
                            <m:num>
                              <m:r>
                                <m:rPr>
                                  <m:sty m:val="p"/>
                                </m:rPr>
                                <a:rPr lang="en-US" sz="2400">
                                  <a:solidFill>
                                    <a:srgbClr val="000000"/>
                                  </a:solidFill>
                                  <a:latin typeface="Cambria Math" panose="02040503050406030204" pitchFamily="18" charset="0"/>
                                </a:rPr>
                                <m:t>N</m:t>
                              </m:r>
                            </m:num>
                            <m:den>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cos</m:t>
                                  </m:r>
                                </m:fName>
                                <m:e>
                                  <m:r>
                                    <m:rPr>
                                      <m:sty m:val="p"/>
                                    </m:rPr>
                                    <a:rPr lang="en-US" sz="2400">
                                      <a:solidFill>
                                        <a:srgbClr val="000000"/>
                                      </a:solidFill>
                                      <a:latin typeface="Cambria Math" panose="02040503050406030204" pitchFamily="18" charset="0"/>
                                    </a:rPr>
                                    <m:t>θ</m:t>
                                  </m:r>
                                </m:e>
                              </m:func>
                            </m:den>
                          </m:f>
                        </m:e>
                      </m:d>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m:rPr>
                              <m:sty m:val="p"/>
                            </m:rPr>
                            <a:rPr lang="en-US" sz="2400">
                              <a:solidFill>
                                <a:srgbClr val="000000"/>
                              </a:solidFill>
                              <a:latin typeface="Cambria Math" panose="02040503050406030204" pitchFamily="18" charset="0"/>
                            </a:rPr>
                            <m:t>θ</m:t>
                          </m:r>
                        </m:e>
                      </m:func>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N</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tan</m:t>
                          </m:r>
                        </m:fName>
                        <m:e>
                          <m:r>
                            <m:rPr>
                              <m:sty m:val="p"/>
                            </m:rPr>
                            <a:rPr lang="en-US" sz="2400">
                              <a:solidFill>
                                <a:srgbClr val="000000"/>
                              </a:solidFill>
                              <a:latin typeface="Cambria Math" panose="02040503050406030204" pitchFamily="18" charset="0"/>
                            </a:rPr>
                            <m:t>θ</m:t>
                          </m:r>
                        </m:e>
                      </m:func>
                    </m:oMath>
                  </m:oMathPara>
                </a14:m>
                <a:endParaRPr lang="en-US" sz="2400"/>
              </a:p>
            </p:txBody>
          </p:sp>
        </mc:Choice>
        <mc:Fallback xmlns="">
          <p:sp>
            <p:nvSpPr>
              <p:cNvPr id="9" name="Object 8"/>
              <p:cNvSpPr txBox="1">
                <a:spLocks noRot="1" noChangeAspect="1" noMove="1" noResize="1" noEditPoints="1" noAdjustHandles="1" noChangeArrowheads="1" noChangeShapeType="1" noTextEdit="1"/>
              </p:cNvSpPr>
              <p:nvPr/>
            </p:nvSpPr>
            <p:spPr bwMode="auto">
              <a:xfrm>
                <a:off x="1890265" y="3095341"/>
                <a:ext cx="5474704" cy="115093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p:cNvSpPr txBox="1"/>
              <p:nvPr/>
            </p:nvSpPr>
            <p:spPr bwMode="auto">
              <a:xfrm>
                <a:off x="1693507" y="4445067"/>
                <a:ext cx="2263775" cy="546812"/>
              </a:xfrm>
              <a:prstGeom prst="rect">
                <a:avLst/>
              </a:prstGeom>
              <a:noFill/>
            </p:spPr>
            <p:txBody>
              <a:bodyPr>
                <a:normAutofit/>
              </a:bodyPr>
              <a:lstStyle/>
              <a:p>
                <a:pPr/>
                <a14:m>
                  <m:oMathPara xmlns:m="http://schemas.openxmlformats.org/officeDocument/2006/math">
                    <m:oMathParaPr>
                      <m:jc m:val="left"/>
                    </m:oMathParaPr>
                    <m:oMath>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μ</m:t>
                          </m:r>
                        </m:e>
                        <m:sub>
                          <m:r>
                            <m:rPr>
                              <m:sty m:val="p"/>
                            </m:rPr>
                            <a:rPr lang="en-US" sz="2400">
                              <a:solidFill>
                                <a:srgbClr val="000000"/>
                              </a:solidFill>
                              <a:latin typeface="Cambria Math" panose="02040503050406030204" pitchFamily="18" charset="0"/>
                            </a:rPr>
                            <m:t>s</m:t>
                          </m:r>
                        </m:sub>
                      </m:sSub>
                      <m:r>
                        <m:rPr>
                          <m:sty m:val="p"/>
                        </m:rPr>
                        <a:rPr lang="en-US" sz="2400">
                          <a:solidFill>
                            <a:srgbClr val="000000"/>
                          </a:solidFill>
                          <a:latin typeface="Cambria Math" panose="02040503050406030204" pitchFamily="18" charset="0"/>
                        </a:rPr>
                        <m:t>N</m:t>
                      </m:r>
                      <m:r>
                        <m:rPr>
                          <m:aln/>
                        </m:rP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N</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tan</m:t>
                          </m:r>
                        </m:fName>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θ</m:t>
                              </m:r>
                            </m:e>
                            <m:sub>
                              <m:r>
                                <m:rPr>
                                  <m:sty m:val="p"/>
                                </m:rPr>
                                <a:rPr lang="en-US" sz="2400">
                                  <a:solidFill>
                                    <a:srgbClr val="000000"/>
                                  </a:solidFill>
                                  <a:latin typeface="Cambria Math" panose="02040503050406030204" pitchFamily="18" charset="0"/>
                                </a:rPr>
                                <m:t>c</m:t>
                              </m:r>
                            </m:sub>
                          </m:sSub>
                        </m:e>
                      </m:func>
                    </m:oMath>
                  </m:oMathPara>
                </a14:m>
                <a:br>
                  <a:rPr lang="en-US" sz="2400">
                    <a:solidFill>
                      <a:srgbClr val="000000"/>
                    </a:solidFill>
                    <a:latin typeface="Cambria Math" panose="02040503050406030204" pitchFamily="18" charset="0"/>
                  </a:rPr>
                </a:br>
                <a:endParaRPr lang="en-US" sz="2400"/>
              </a:p>
            </p:txBody>
          </p:sp>
        </mc:Choice>
        <mc:Fallback xmlns="">
          <p:sp>
            <p:nvSpPr>
              <p:cNvPr id="10" name="Object 9"/>
              <p:cNvSpPr txBox="1">
                <a:spLocks noRot="1" noChangeAspect="1" noMove="1" noResize="1" noEditPoints="1" noAdjustHandles="1" noChangeArrowheads="1" noChangeShapeType="1" noTextEdit="1"/>
              </p:cNvSpPr>
              <p:nvPr/>
            </p:nvSpPr>
            <p:spPr bwMode="auto">
              <a:xfrm>
                <a:off x="1693507" y="4445067"/>
                <a:ext cx="2263775" cy="546812"/>
              </a:xfrm>
              <a:prstGeom prst="rect">
                <a:avLst/>
              </a:prstGeom>
              <a:blipFill>
                <a:blip r:embed="rId5"/>
                <a:stretch>
                  <a:fillRect l="-809"/>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3B75F353-8D9A-F79E-3928-D78F4201E2A8}"/>
              </a:ext>
            </a:extLst>
          </p:cNvPr>
          <p:cNvGrpSpPr/>
          <p:nvPr/>
        </p:nvGrpSpPr>
        <p:grpSpPr>
          <a:xfrm>
            <a:off x="7391125" y="3831903"/>
            <a:ext cx="3623616" cy="2818368"/>
            <a:chOff x="5097681" y="3657431"/>
            <a:chExt cx="3623616" cy="2818368"/>
          </a:xfrm>
        </p:grpSpPr>
        <p:pic>
          <p:nvPicPr>
            <p:cNvPr id="11" name="Picture 10" descr="An illustration shows a rectangular block moving down an incline which is at an angle of theta with the horizontal. The x-y graph has x axis marked along the scope. An arrow marked m subscript g is moving downward perpendicular to the horizontal. This vector is shown to be at an angle theta with the y axis of the slope. Two components of this vector are shown: m subscript g cos theta is along the negative y axis, while m subscript g sin theta is the component along the x axis. The second force that acts on the dot is shown as an upward moving arrow that is perpendicular to the x-axis of the slope and is shown to be placed along the y axis. It is labeled as vector n. The third force that acts on the dot moves along the negative portion of the x axis. This is much shorter and is labeled vector lowercase f subscript s.">
              <a:extLst>
                <a:ext uri="{FF2B5EF4-FFF2-40B4-BE49-F238E27FC236}">
                  <a16:creationId xmlns:a16="http://schemas.microsoft.com/office/drawing/2014/main" id="{3B2592B6-7B0A-4737-AA9B-AA3212F450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7681" y="3657431"/>
              <a:ext cx="3623616" cy="281836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CD89D0E-D946-4F02-DD04-F9103C2AC1CE}"/>
                    </a:ext>
                  </a:extLst>
                </p:cNvPr>
                <p:cNvSpPr txBox="1"/>
                <p:nvPr/>
              </p:nvSpPr>
              <p:spPr>
                <a:xfrm>
                  <a:off x="7047593" y="4385387"/>
                  <a:ext cx="202292" cy="276166"/>
                </a:xfrm>
                <a:prstGeom prst="rect">
                  <a:avLst/>
                </a:prstGeom>
                <a:solidFill>
                  <a:schemeClr val="bg1"/>
                </a:solidFill>
              </p:spPr>
              <p:txBody>
                <a:bodyPr wrap="square" lIns="0" tIns="0" rIns="0" bIns="0" rtlCol="0">
                  <a:spAutoFit/>
                </a:bodyPr>
                <a:lstStyle/>
                <a:p>
                  <a:r>
                    <a:rPr lang="en-US" sz="1600" b="1">
                      <a:cs typeface="Times New Roman" panose="02020603050405020304" pitchFamily="18" charset="0"/>
                    </a:rPr>
                    <a:t> </a:t>
                  </a:r>
                  <a14:m>
                    <m:oMath xmlns:m="http://schemas.openxmlformats.org/officeDocument/2006/math">
                      <m:acc>
                        <m:accPr>
                          <m:chr m:val="⃗"/>
                          <m:ctrlPr>
                            <a:rPr lang="en-US" sz="1600" b="1">
                              <a:latin typeface="Cambria Math" panose="02040503050406030204" pitchFamily="18" charset="0"/>
                              <a:cs typeface="Times New Roman" panose="02020603050405020304" pitchFamily="18" charset="0"/>
                            </a:rPr>
                          </m:ctrlPr>
                        </m:accPr>
                        <m:e>
                          <m:r>
                            <a:rPr lang="en-US" sz="1600" b="1">
                              <a:latin typeface="Cambria Math" panose="02040503050406030204" pitchFamily="18" charset="0"/>
                              <a:cs typeface="Times New Roman" panose="02020603050405020304" pitchFamily="18" charset="0"/>
                            </a:rPr>
                            <m:t>𝐍</m:t>
                          </m:r>
                        </m:e>
                      </m:acc>
                    </m:oMath>
                  </a14:m>
                  <a:endParaRPr lang="en-US" sz="1600" b="1">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0CD89D0E-D946-4F02-DD04-F9103C2AC1CE}"/>
                    </a:ext>
                  </a:extLst>
                </p:cNvPr>
                <p:cNvSpPr txBox="1">
                  <a:spLocks noRot="1" noChangeAspect="1" noMove="1" noResize="1" noEditPoints="1" noAdjustHandles="1" noChangeArrowheads="1" noChangeShapeType="1" noTextEdit="1"/>
                </p:cNvSpPr>
                <p:nvPr/>
              </p:nvSpPr>
              <p:spPr>
                <a:xfrm>
                  <a:off x="7047593" y="4385387"/>
                  <a:ext cx="202292" cy="276166"/>
                </a:xfrm>
                <a:prstGeom prst="rect">
                  <a:avLst/>
                </a:prstGeom>
                <a:blipFill>
                  <a:blip r:embed="rId7"/>
                  <a:stretch>
                    <a:fillRect l="-8824" r="-26471" b="-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ECE289D-2D08-9E7B-02FC-CF617BA126FA}"/>
                  </a:ext>
                </a:extLst>
              </p:cNvPr>
              <p:cNvSpPr txBox="1"/>
              <p:nvPr/>
            </p:nvSpPr>
            <p:spPr>
              <a:xfrm>
                <a:off x="1953207" y="5241087"/>
                <a:ext cx="1698173" cy="461665"/>
              </a:xfrm>
              <a:prstGeom prst="rect">
                <a:avLst/>
              </a:prstGeom>
              <a:solidFill>
                <a:schemeClr val="bg1">
                  <a:lumMod val="85000"/>
                </a:schemeClr>
              </a:solidFill>
            </p:spPr>
            <p:txBody>
              <a:bodyPr wrap="square">
                <a:spAutoFit/>
              </a:bodyPr>
              <a:lstStyle/>
              <a:p>
                <a:pPr/>
                <a14:m>
                  <m:oMathPara xmlns:m="http://schemas.openxmlformats.org/officeDocument/2006/math">
                    <m:oMathParaPr>
                      <m:jc m:val="left"/>
                    </m:oMathParaPr>
                    <m:oMath>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μ</m:t>
                          </m:r>
                        </m:e>
                        <m:sub>
                          <m:r>
                            <m:rPr>
                              <m:sty m:val="p"/>
                            </m:rPr>
                            <a:rPr lang="en-US" sz="2400">
                              <a:solidFill>
                                <a:srgbClr val="000000"/>
                              </a:solidFill>
                              <a:latin typeface="Cambria Math" panose="02040503050406030204" pitchFamily="18" charset="0"/>
                            </a:rPr>
                            <m:t>s</m:t>
                          </m:r>
                        </m:sub>
                      </m:sSub>
                      <m:r>
                        <m:rPr>
                          <m:aln/>
                        </m:rPr>
                        <a:rPr lang="en-US" sz="2400">
                          <a:solidFill>
                            <a:srgbClr val="000000"/>
                          </a:solidFill>
                          <a:latin typeface="Cambria Math" panose="02040503050406030204" pitchFamily="18" charset="0"/>
                        </a:rPr>
                        <m:t>=</m:t>
                      </m:r>
                      <m:func>
                        <m:funcPr>
                          <m:ctrlPr>
                            <a:rPr lang="en-US" sz="2400">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tan</m:t>
                          </m:r>
                        </m:fName>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θ</m:t>
                              </m:r>
                            </m:e>
                            <m:sub>
                              <m:r>
                                <m:rPr>
                                  <m:sty m:val="p"/>
                                </m:rPr>
                                <a:rPr lang="en-US" sz="2400">
                                  <a:solidFill>
                                    <a:srgbClr val="000000"/>
                                  </a:solidFill>
                                  <a:latin typeface="Cambria Math" panose="02040503050406030204" pitchFamily="18" charset="0"/>
                                </a:rPr>
                                <m:t>c</m:t>
                              </m:r>
                            </m:sub>
                          </m:sSub>
                        </m:e>
                      </m:func>
                    </m:oMath>
                  </m:oMathPara>
                </a14:m>
                <a:endParaRPr lang="en-US" sz="2400"/>
              </a:p>
            </p:txBody>
          </p:sp>
        </mc:Choice>
        <mc:Fallback xmlns="">
          <p:sp>
            <p:nvSpPr>
              <p:cNvPr id="17" name="TextBox 16">
                <a:extLst>
                  <a:ext uri="{FF2B5EF4-FFF2-40B4-BE49-F238E27FC236}">
                    <a16:creationId xmlns:a16="http://schemas.microsoft.com/office/drawing/2014/main" id="{6ECE289D-2D08-9E7B-02FC-CF617BA126FA}"/>
                  </a:ext>
                </a:extLst>
              </p:cNvPr>
              <p:cNvSpPr txBox="1">
                <a:spLocks noRot="1" noChangeAspect="1" noMove="1" noResize="1" noEditPoints="1" noAdjustHandles="1" noChangeArrowheads="1" noChangeShapeType="1" noTextEdit="1"/>
              </p:cNvSpPr>
              <p:nvPr/>
            </p:nvSpPr>
            <p:spPr>
              <a:xfrm>
                <a:off x="1953207" y="5241087"/>
                <a:ext cx="1698173" cy="461665"/>
              </a:xfrm>
              <a:prstGeom prst="rect">
                <a:avLst/>
              </a:prstGeom>
              <a:blipFill>
                <a:blip r:embed="rId8"/>
                <a:stretch>
                  <a:fillRect l="-717" b="-9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4">
                <a:extLst>
                  <a:ext uri="{FF2B5EF4-FFF2-40B4-BE49-F238E27FC236}">
                    <a16:creationId xmlns:a16="http://schemas.microsoft.com/office/drawing/2014/main" id="{403BCFF9-2283-69A5-6262-E7A83602A39B}"/>
                  </a:ext>
                </a:extLst>
              </p:cNvPr>
              <p:cNvSpPr txBox="1"/>
              <p:nvPr/>
            </p:nvSpPr>
            <p:spPr bwMode="auto">
              <a:xfrm>
                <a:off x="10537660" y="1257105"/>
                <a:ext cx="1452176" cy="595313"/>
              </a:xfrm>
              <a:prstGeom prst="rect">
                <a:avLst/>
              </a:prstGeom>
              <a:solidFill>
                <a:schemeClr val="bg1">
                  <a:lumMod val="85000"/>
                </a:schemeClr>
              </a:solidFill>
            </p:spPr>
            <p:txBody>
              <a:bodyPr>
                <a:norm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a:rPr lang="en-US" sz="2200" i="1">
                                  <a:solidFill>
                                    <a:srgbClr val="000000"/>
                                  </a:solidFill>
                                  <a:latin typeface="Cambria Math" panose="02040503050406030204" pitchFamily="18" charset="0"/>
                                </a:rPr>
                                <m:t>𝑓</m:t>
                              </m:r>
                            </m:e>
                          </m:acc>
                        </m:e>
                        <m:sub>
                          <m:r>
                            <a:rPr lang="en-US" sz="2200" b="0" i="1" smtClean="0">
                              <a:solidFill>
                                <a:srgbClr val="000000"/>
                              </a:solidFill>
                              <a:latin typeface="Cambria Math" panose="02040503050406030204" pitchFamily="18" charset="0"/>
                            </a:rPr>
                            <m:t>𝑠</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𝜇</m:t>
                          </m:r>
                        </m:e>
                        <m:sub>
                          <m:r>
                            <a:rPr lang="en-US" sz="2200" b="0" i="1" smtClean="0">
                              <a:solidFill>
                                <a:srgbClr val="000000"/>
                              </a:solidFill>
                              <a:latin typeface="Cambria Math" panose="02040503050406030204" pitchFamily="18" charset="0"/>
                            </a:rPr>
                            <m:t>𝑠</m:t>
                          </m:r>
                        </m:sub>
                      </m:sSub>
                      <m:acc>
                        <m:accPr>
                          <m:chr m:val="⃗"/>
                          <m:ctrlPr>
                            <a:rPr lang="en-US" sz="2200">
                              <a:solidFill>
                                <a:srgbClr val="000000"/>
                              </a:solidFill>
                              <a:latin typeface="Cambria Math" panose="02040503050406030204" pitchFamily="18" charset="0"/>
                            </a:rPr>
                          </m:ctrlPr>
                        </m:accPr>
                        <m:e>
                          <m:r>
                            <m:rPr>
                              <m:sty m:val="p"/>
                            </m:rPr>
                            <a:rPr lang="en-US" sz="2200">
                              <a:solidFill>
                                <a:srgbClr val="000000"/>
                              </a:solidFill>
                              <a:latin typeface="Cambria Math" panose="02040503050406030204" pitchFamily="18" charset="0"/>
                            </a:rPr>
                            <m:t>N</m:t>
                          </m:r>
                        </m:e>
                      </m:acc>
                    </m:oMath>
                  </m:oMathPara>
                </a14:m>
                <a:endParaRPr lang="en-US" sz="2200"/>
              </a:p>
            </p:txBody>
          </p:sp>
        </mc:Choice>
        <mc:Fallback xmlns="">
          <p:sp>
            <p:nvSpPr>
              <p:cNvPr id="13" name="Object 4">
                <a:extLst>
                  <a:ext uri="{FF2B5EF4-FFF2-40B4-BE49-F238E27FC236}">
                    <a16:creationId xmlns:a16="http://schemas.microsoft.com/office/drawing/2014/main" id="{403BCFF9-2283-69A5-6262-E7A83602A39B}"/>
                  </a:ext>
                </a:extLst>
              </p:cNvPr>
              <p:cNvSpPr txBox="1">
                <a:spLocks noRot="1" noChangeAspect="1" noMove="1" noResize="1" noEditPoints="1" noAdjustHandles="1" noChangeArrowheads="1" noChangeShapeType="1" noTextEdit="1"/>
              </p:cNvSpPr>
              <p:nvPr/>
            </p:nvSpPr>
            <p:spPr bwMode="auto">
              <a:xfrm>
                <a:off x="10537660" y="1257105"/>
                <a:ext cx="1452176" cy="595313"/>
              </a:xfrm>
              <a:prstGeom prst="rect">
                <a:avLst/>
              </a:prstGeom>
              <a:blipFill>
                <a:blip r:embed="rId9"/>
                <a:stretch>
                  <a:fillRect/>
                </a:stretch>
              </a:blipFill>
            </p:spPr>
            <p:txBody>
              <a:bodyPr/>
              <a:lstStyle/>
              <a:p>
                <a:r>
                  <a:rPr lang="en-US">
                    <a:noFill/>
                  </a:rPr>
                  <a:t> </a:t>
                </a:r>
              </a:p>
            </p:txBody>
          </p:sp>
        </mc:Fallback>
      </mc:AlternateContent>
      <p:sp>
        <p:nvSpPr>
          <p:cNvPr id="14" name="Arrow: Curved Left 13">
            <a:extLst>
              <a:ext uri="{FF2B5EF4-FFF2-40B4-BE49-F238E27FC236}">
                <a16:creationId xmlns:a16="http://schemas.microsoft.com/office/drawing/2014/main" id="{4CDA61BB-2184-CFE3-7C5D-3C7F7F0CC939}"/>
              </a:ext>
            </a:extLst>
          </p:cNvPr>
          <p:cNvSpPr/>
          <p:nvPr/>
        </p:nvSpPr>
        <p:spPr>
          <a:xfrm flipH="1">
            <a:off x="814877" y="1775930"/>
            <a:ext cx="761996" cy="1956315"/>
          </a:xfrm>
          <a:prstGeom prst="curvedLeftArrow">
            <a:avLst/>
          </a:prstGeom>
          <a:solidFill>
            <a:schemeClr val="accent4">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0E7B072-0266-800D-99B7-42BC5A5AAC5F}"/>
                  </a:ext>
                </a:extLst>
              </p:cNvPr>
              <p:cNvSpPr txBox="1"/>
              <p:nvPr/>
            </p:nvSpPr>
            <p:spPr>
              <a:xfrm>
                <a:off x="7058562" y="1135608"/>
                <a:ext cx="3320269" cy="2163156"/>
              </a:xfrm>
              <a:prstGeom prst="rect">
                <a:avLst/>
              </a:prstGeom>
              <a:solidFill>
                <a:schemeClr val="bg1"/>
              </a:solidFill>
              <a:ln w="19050">
                <a:solidFill>
                  <a:schemeClr val="bg1">
                    <a:lumMod val="65000"/>
                  </a:schemeClr>
                </a:solidFill>
              </a:ln>
            </p:spPr>
            <p:txBody>
              <a:bodyPr wrap="square">
                <a:spAutoFit/>
              </a:bodyPr>
              <a:lstStyle/>
              <a:p>
                <a:pPr/>
                <a14:m>
                  <m:oMathPara xmlns:m="http://schemas.openxmlformats.org/officeDocument/2006/math">
                    <m:oMathParaPr>
                      <m:jc m:val="left"/>
                    </m:oMathParaPr>
                    <m:oMath>
                      <m:r>
                        <m:rPr>
                          <m:sty m:val="p"/>
                        </m:rPr>
                        <a:rPr lang="en-US" sz="2000" smtClean="0">
                          <a:solidFill>
                            <a:srgbClr val="000000"/>
                          </a:solidFill>
                          <a:latin typeface="Cambria Math" panose="02040503050406030204" pitchFamily="18" charset="0"/>
                        </a:rPr>
                        <m:t>N</m:t>
                      </m:r>
                      <m:r>
                        <a:rPr lang="en-US" sz="2000" smtClean="0">
                          <a:solidFill>
                            <a:srgbClr val="000000"/>
                          </a:solidFill>
                          <a:latin typeface="Cambria Math" panose="02040503050406030204" pitchFamily="18" charset="0"/>
                        </a:rPr>
                        <m:t>−</m:t>
                      </m:r>
                      <m:r>
                        <m:rPr>
                          <m:sty m:val="p"/>
                        </m:rPr>
                        <a:rPr lang="en-US" sz="2000" smtClean="0">
                          <a:solidFill>
                            <a:srgbClr val="000000"/>
                          </a:solidFill>
                          <a:latin typeface="Cambria Math" panose="02040503050406030204" pitchFamily="18" charset="0"/>
                        </a:rPr>
                        <m:t>mg</m:t>
                      </m:r>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cos</m:t>
                          </m:r>
                        </m:fName>
                        <m:e>
                          <m:r>
                            <m:rPr>
                              <m:sty m:val="p"/>
                            </m:rPr>
                            <a:rPr lang="en-US" sz="2000">
                              <a:solidFill>
                                <a:srgbClr val="000000"/>
                              </a:solidFill>
                              <a:latin typeface="Cambria Math" panose="02040503050406030204" pitchFamily="18" charset="0"/>
                            </a:rPr>
                            <m:t>θ</m:t>
                          </m:r>
                        </m:e>
                      </m:func>
                      <m:r>
                        <a:rPr lang="en-US" sz="2000">
                          <a:solidFill>
                            <a:srgbClr val="000000"/>
                          </a:solidFill>
                          <a:latin typeface="Cambria Math" panose="02040503050406030204" pitchFamily="18" charset="0"/>
                        </a:rPr>
                        <m:t>=0</m:t>
                      </m:r>
                    </m:oMath>
                  </m:oMathPara>
                </a14:m>
                <a:endParaRPr lang="en-US" sz="2000" dirty="0">
                  <a:solidFill>
                    <a:srgbClr val="000000"/>
                  </a:solidFill>
                  <a:latin typeface="Cambria Math" panose="02040503050406030204" pitchFamily="18" charset="0"/>
                </a:endParaRPr>
              </a:p>
              <a:p>
                <a:endParaRPr lang="en-US" sz="2000" dirty="0">
                  <a:solidFill>
                    <a:srgbClr val="000000"/>
                  </a:solidFill>
                  <a:latin typeface="Cambria Math" panose="02040503050406030204" pitchFamily="18" charset="0"/>
                </a:endParaRPr>
              </a:p>
              <a:p>
                <a:r>
                  <a:rPr lang="en-US" sz="2000" dirty="0">
                    <a:solidFill>
                      <a:srgbClr val="000000"/>
                    </a:solidFill>
                    <a:latin typeface="Cambria Math" panose="02040503050406030204" pitchFamily="18" charset="0"/>
                  </a:rPr>
                  <a:t>                      </a:t>
                </a:r>
                <a14:m>
                  <m:oMath xmlns:m="http://schemas.openxmlformats.org/officeDocument/2006/math">
                    <m:r>
                      <m:rPr>
                        <m:sty m:val="p"/>
                      </m:rPr>
                      <a:rPr lang="en-US" sz="2000" smtClean="0">
                        <a:solidFill>
                          <a:srgbClr val="000000"/>
                        </a:solidFill>
                        <a:latin typeface="Cambria Math" panose="02040503050406030204" pitchFamily="18" charset="0"/>
                      </a:rPr>
                      <m:t>N</m:t>
                    </m:r>
                    <m:r>
                      <a:rPr lang="en-US" sz="2000">
                        <a:solidFill>
                          <a:srgbClr val="000000"/>
                        </a:solidFill>
                        <a:latin typeface="Cambria Math" panose="02040503050406030204" pitchFamily="18" charset="0"/>
                      </a:rPr>
                      <m:t>=</m:t>
                    </m:r>
                    <m:r>
                      <m:rPr>
                        <m:sty m:val="p"/>
                      </m:rPr>
                      <a:rPr lang="en-US" sz="2000">
                        <a:solidFill>
                          <a:srgbClr val="000000"/>
                        </a:solidFill>
                        <a:latin typeface="Cambria Math" panose="02040503050406030204" pitchFamily="18" charset="0"/>
                      </a:rPr>
                      <m:t>mg</m:t>
                    </m:r>
                    <m:func>
                      <m:funcPr>
                        <m:ctrlPr>
                          <a:rPr lang="en-US" sz="2000">
                            <a:solidFill>
                              <a:srgbClr val="000000"/>
                            </a:solidFill>
                            <a:latin typeface="Cambria Math" panose="02040503050406030204" pitchFamily="18" charset="0"/>
                          </a:rPr>
                        </m:ctrlPr>
                      </m:funcPr>
                      <m:fName>
                        <m:r>
                          <m:rPr>
                            <m:sty m:val="p"/>
                          </m:rPr>
                          <a:rPr lang="en-US" sz="2000">
                            <a:solidFill>
                              <a:srgbClr val="000000"/>
                            </a:solidFill>
                            <a:latin typeface="Cambria Math" panose="02040503050406030204" pitchFamily="18" charset="0"/>
                          </a:rPr>
                          <m:t>cos</m:t>
                        </m:r>
                      </m:fName>
                      <m:e>
                        <m:r>
                          <m:rPr>
                            <m:sty m:val="p"/>
                          </m:rPr>
                          <a:rPr lang="en-US" sz="2000">
                            <a:solidFill>
                              <a:srgbClr val="000000"/>
                            </a:solidFill>
                            <a:latin typeface="Cambria Math" panose="02040503050406030204" pitchFamily="18" charset="0"/>
                          </a:rPr>
                          <m:t>θ</m:t>
                        </m:r>
                      </m:e>
                    </m:func>
                  </m:oMath>
                </a14:m>
                <a:endParaRPr lang="en-US" sz="2000" dirty="0">
                  <a:solidFill>
                    <a:srgbClr val="000000"/>
                  </a:solidFill>
                  <a:latin typeface="Cambria Math" panose="02040503050406030204" pitchFamily="18" charset="0"/>
                </a:endParaRPr>
              </a:p>
              <a:p>
                <a:r>
                  <a:rPr lang="en-US" sz="2000" dirty="0"/>
                  <a:t> </a:t>
                </a:r>
                <a:r>
                  <a:rPr lang="en-US" sz="2000" dirty="0">
                    <a:solidFill>
                      <a:srgbClr val="000000"/>
                    </a:solidFill>
                  </a:rPr>
                  <a:t>         </a:t>
                </a:r>
              </a:p>
              <a:p>
                <a:r>
                  <a:rPr lang="en-US" sz="2000" dirty="0">
                    <a:solidFill>
                      <a:srgbClr val="000000"/>
                    </a:solidFill>
                  </a:rPr>
                  <a:t>               </a:t>
                </a:r>
                <a14:m>
                  <m:oMath xmlns:m="http://schemas.openxmlformats.org/officeDocument/2006/math">
                    <m:f>
                      <m:fPr>
                        <m:ctrlPr>
                          <a:rPr lang="en-US" sz="2400" b="0" i="0" smtClean="0">
                            <a:solidFill>
                              <a:srgbClr val="000000"/>
                            </a:solidFill>
                            <a:latin typeface="Cambria Math" panose="02040503050406030204" pitchFamily="18" charset="0"/>
                          </a:rPr>
                        </m:ctrlPr>
                      </m:fPr>
                      <m:num>
                        <m:r>
                          <m:rPr>
                            <m:sty m:val="p"/>
                          </m:rPr>
                          <a:rPr lang="en-US" sz="2400" b="0" i="0" smtClean="0">
                            <a:solidFill>
                              <a:srgbClr val="000000"/>
                            </a:solidFill>
                            <a:latin typeface="Cambria Math" panose="02040503050406030204" pitchFamily="18" charset="0"/>
                          </a:rPr>
                          <m:t>N</m:t>
                        </m:r>
                      </m:num>
                      <m:den>
                        <m:func>
                          <m:funcPr>
                            <m:ctrlPr>
                              <a:rPr lang="en-US" sz="2400" b="0" i="0" smtClean="0">
                                <a:solidFill>
                                  <a:srgbClr val="000000"/>
                                </a:solidFill>
                                <a:latin typeface="Cambria Math" panose="02040503050406030204" pitchFamily="18" charset="0"/>
                              </a:rPr>
                            </m:ctrlPr>
                          </m:funcPr>
                          <m:fName>
                            <m:r>
                              <m:rPr>
                                <m:sty m:val="p"/>
                              </m:rPr>
                              <a:rPr lang="en-US" sz="2400" b="0" i="0" smtClean="0">
                                <a:solidFill>
                                  <a:srgbClr val="000000"/>
                                </a:solidFill>
                                <a:latin typeface="Cambria Math" panose="02040503050406030204" pitchFamily="18" charset="0"/>
                              </a:rPr>
                              <m:t>cos</m:t>
                            </m:r>
                          </m:fName>
                          <m:e>
                            <m:r>
                              <m:rPr>
                                <m:sty m:val="p"/>
                              </m:rPr>
                              <a:rPr lang="en-US" sz="2400" b="0" i="0" smtClean="0">
                                <a:solidFill>
                                  <a:srgbClr val="000000"/>
                                </a:solidFill>
                                <a:latin typeface="Cambria Math" panose="02040503050406030204" pitchFamily="18" charset="0"/>
                                <a:ea typeface="Cambria Math" panose="02040503050406030204" pitchFamily="18" charset="0"/>
                              </a:rPr>
                              <m:t>θ</m:t>
                            </m:r>
                          </m:e>
                        </m:func>
                      </m:den>
                    </m:f>
                    <m:r>
                      <a:rPr lang="en-US" sz="2400">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mg</m:t>
                    </m:r>
                  </m:oMath>
                </a14:m>
                <a:endParaRPr lang="en-US" sz="2400" dirty="0"/>
              </a:p>
              <a:p>
                <a:endParaRPr lang="en-US" sz="2000" dirty="0"/>
              </a:p>
            </p:txBody>
          </p:sp>
        </mc:Choice>
        <mc:Fallback xmlns="">
          <p:sp>
            <p:nvSpPr>
              <p:cNvPr id="16" name="TextBox 15">
                <a:extLst>
                  <a:ext uri="{FF2B5EF4-FFF2-40B4-BE49-F238E27FC236}">
                    <a16:creationId xmlns:a16="http://schemas.microsoft.com/office/drawing/2014/main" id="{B0E7B072-0266-800D-99B7-42BC5A5AAC5F}"/>
                  </a:ext>
                </a:extLst>
              </p:cNvPr>
              <p:cNvSpPr txBox="1">
                <a:spLocks noRot="1" noChangeAspect="1" noMove="1" noResize="1" noEditPoints="1" noAdjustHandles="1" noChangeArrowheads="1" noChangeShapeType="1" noTextEdit="1"/>
              </p:cNvSpPr>
              <p:nvPr/>
            </p:nvSpPr>
            <p:spPr>
              <a:xfrm>
                <a:off x="7058562" y="1135608"/>
                <a:ext cx="3320269" cy="2163156"/>
              </a:xfrm>
              <a:prstGeom prst="rect">
                <a:avLst/>
              </a:prstGeom>
              <a:blipFill>
                <a:blip r:embed="rId10"/>
                <a:stretch>
                  <a:fillRect/>
                </a:stretch>
              </a:blipFill>
              <a:ln w="19050">
                <a:solidFill>
                  <a:schemeClr val="bg1">
                    <a:lumMod val="65000"/>
                  </a:schemeClr>
                </a:solidFill>
              </a:ln>
            </p:spPr>
            <p:txBody>
              <a:bodyPr/>
              <a:lstStyle/>
              <a:p>
                <a:r>
                  <a:rPr lang="en-US">
                    <a:noFill/>
                  </a:rPr>
                  <a:t> </a:t>
                </a:r>
              </a:p>
            </p:txBody>
          </p:sp>
        </mc:Fallback>
      </mc:AlternateContent>
      <p:sp>
        <p:nvSpPr>
          <p:cNvPr id="5" name="Title 3">
            <a:extLst>
              <a:ext uri="{FF2B5EF4-FFF2-40B4-BE49-F238E27FC236}">
                <a16:creationId xmlns:a16="http://schemas.microsoft.com/office/drawing/2014/main" id="{61F94E3C-5A7E-FDD2-7A7F-E6B00556BD20}"/>
              </a:ext>
            </a:extLst>
          </p:cNvPr>
          <p:cNvSpPr txBox="1">
            <a:spLocks/>
          </p:cNvSpPr>
          <p:nvPr/>
        </p:nvSpPr>
        <p:spPr>
          <a:xfrm>
            <a:off x="0" y="-11003"/>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Experimental Determination of </a:t>
            </a:r>
            <a:r>
              <a:rPr lang="en-US" sz="4000" i="1" dirty="0">
                <a:sym typeface="Symbol" panose="05050102010706020507" pitchFamily="18" charset="2"/>
              </a:rPr>
              <a:t></a:t>
            </a:r>
            <a:r>
              <a:rPr lang="en-US" sz="4000" i="1" baseline="-25000" dirty="0"/>
              <a:t>s</a:t>
            </a:r>
            <a:r>
              <a:rPr lang="en-US" sz="4000" dirty="0"/>
              <a:t> and </a:t>
            </a:r>
            <a:r>
              <a:rPr lang="en-US" sz="4000" i="1" dirty="0">
                <a:sym typeface="Symbol" panose="05050102010706020507" pitchFamily="18" charset="2"/>
              </a:rPr>
              <a:t></a:t>
            </a:r>
            <a:r>
              <a:rPr lang="en-US" sz="4000" i="1" baseline="-25000" dirty="0"/>
              <a:t>k</a:t>
            </a: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229621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7" grpId="0" animBg="1"/>
      <p:bldP spid="13" grpId="0" animBg="1"/>
      <p:bldP spid="14"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C08A8F-3CF5-47DC-A8FF-5F6682C5F4FC}"/>
                  </a:ext>
                </a:extLst>
              </p:cNvPr>
              <p:cNvSpPr>
                <a:spLocks noGrp="1"/>
              </p:cNvSpPr>
              <p:nvPr>
                <p:ph idx="1"/>
              </p:nvPr>
            </p:nvSpPr>
            <p:spPr>
              <a:xfrm>
                <a:off x="484554" y="1134959"/>
                <a:ext cx="11676184" cy="5258025"/>
              </a:xfrm>
            </p:spPr>
            <p:txBody>
              <a:bodyPr>
                <a:noAutofit/>
              </a:bodyPr>
              <a:lstStyle/>
              <a:p>
                <a:pPr marL="0" indent="0">
                  <a:buNone/>
                </a:pPr>
                <a:r>
                  <a:rPr lang="en-US" sz="3200" dirty="0">
                    <a:latin typeface="Times New Roman" panose="02020603050405020304" pitchFamily="18" charset="0"/>
                    <a:cs typeface="Times New Roman" panose="02020603050405020304" pitchFamily="18" charset="0"/>
                  </a:rPr>
                  <a:t>If the box just starts to slip at </a:t>
                </a:r>
                <a14:m>
                  <m:oMath xmlns:m="http://schemas.openxmlformats.org/officeDocument/2006/math">
                    <m:sSub>
                      <m:sSubPr>
                        <m:ctrlPr>
                          <a:rPr lang="en-US" sz="3200">
                            <a:solidFill>
                              <a:srgbClr val="000000"/>
                            </a:solidFill>
                            <a:latin typeface="Cambria Math" panose="02040503050406030204" pitchFamily="18" charset="0"/>
                          </a:rPr>
                        </m:ctrlPr>
                      </m:sSubPr>
                      <m:e>
                        <m:r>
                          <m:rPr>
                            <m:sty m:val="p"/>
                          </m:rPr>
                          <a:rPr lang="en-US" sz="3200">
                            <a:solidFill>
                              <a:srgbClr val="000000"/>
                            </a:solidFill>
                            <a:latin typeface="Cambria Math" panose="02040503050406030204" pitchFamily="18" charset="0"/>
                          </a:rPr>
                          <m:t>θ</m:t>
                        </m:r>
                      </m:e>
                      <m:sub>
                        <m:r>
                          <m:rPr>
                            <m:sty m:val="p"/>
                          </m:rPr>
                          <a:rPr lang="en-US" sz="3200">
                            <a:solidFill>
                              <a:srgbClr val="000000"/>
                            </a:solidFill>
                            <a:latin typeface="Cambria Math" panose="02040503050406030204" pitchFamily="18" charset="0"/>
                          </a:rPr>
                          <m:t>c</m:t>
                        </m:r>
                      </m:sub>
                    </m:sSub>
                  </m:oMath>
                </a14:m>
                <a:r>
                  <a:rPr lang="en-US" sz="3200" dirty="0">
                    <a:latin typeface="Times New Roman" panose="02020603050405020304" pitchFamily="18" charset="0"/>
                    <a:cs typeface="Times New Roman" panose="02020603050405020304" pitchFamily="18" charset="0"/>
                  </a:rPr>
                  <a:t>= 20.0 °, what is the value of coefficient of </a:t>
                </a:r>
                <a:r>
                  <a:rPr lang="en-US" sz="3200" b="1" dirty="0">
                    <a:solidFill>
                      <a:srgbClr val="0000FF"/>
                    </a:solidFill>
                    <a:latin typeface="Times New Roman" panose="02020603050405020304" pitchFamily="18" charset="0"/>
                    <a:cs typeface="Times New Roman" panose="02020603050405020304" pitchFamily="18" charset="0"/>
                  </a:rPr>
                  <a:t>static friction</a:t>
                </a:r>
                <a:r>
                  <a:rPr lang="en-US"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3200">
                            <a:solidFill>
                              <a:srgbClr val="000000"/>
                            </a:solidFill>
                            <a:latin typeface="Cambria Math" panose="02040503050406030204" pitchFamily="18" charset="0"/>
                          </a:rPr>
                        </m:ctrlPr>
                      </m:sSubPr>
                      <m:e>
                        <m:r>
                          <m:rPr>
                            <m:sty m:val="p"/>
                          </m:rPr>
                          <a:rPr lang="en-US" sz="3200">
                            <a:solidFill>
                              <a:srgbClr val="000000"/>
                            </a:solidFill>
                            <a:latin typeface="Cambria Math" panose="02040503050406030204" pitchFamily="18" charset="0"/>
                          </a:rPr>
                          <m:t>μ</m:t>
                        </m:r>
                      </m:e>
                      <m:sub>
                        <m:r>
                          <m:rPr>
                            <m:sty m:val="p"/>
                          </m:rPr>
                          <a:rPr lang="en-US" sz="3200">
                            <a:solidFill>
                              <a:srgbClr val="000000"/>
                            </a:solidFill>
                            <a:latin typeface="Cambria Math" panose="02040503050406030204" pitchFamily="18" charset="0"/>
                          </a:rPr>
                          <m:t>s</m:t>
                        </m:r>
                      </m:sub>
                    </m:sSub>
                  </m:oMath>
                </a14:m>
                <a:r>
                  <a:rPr lang="en-US" sz="3200" dirty="0">
                    <a:latin typeface="Times New Roman" panose="02020603050405020304" pitchFamily="18" charset="0"/>
                    <a:cs typeface="Times New Roman" panose="02020603050405020304" pitchFamily="18" charset="0"/>
                  </a:rPr>
                  <a:t>)?</a:t>
                </a:r>
              </a:p>
              <a:p>
                <a:pPr marL="0" indent="0">
                  <a:buNone/>
                </a:pPr>
                <a:endParaRPr lang="en-US" sz="3200" dirty="0">
                  <a:latin typeface="Times New Roman" panose="02020603050405020304" pitchFamily="18" charset="0"/>
                  <a:cs typeface="Times New Roman" panose="02020603050405020304" pitchFamily="18" charset="0"/>
                </a:endParaRPr>
              </a:p>
              <a:p>
                <a:pPr marL="514350" indent="-514350">
                  <a:buAutoNum type="alphaLcPeriod"/>
                </a:pPr>
                <a:r>
                  <a:rPr lang="en-US" sz="3200" dirty="0">
                    <a:latin typeface="Times New Roman" panose="02020603050405020304" pitchFamily="18" charset="0"/>
                    <a:cs typeface="Times New Roman" panose="02020603050405020304" pitchFamily="18" charset="0"/>
                  </a:rPr>
                  <a:t>0.364 N</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b. 0.364</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c. 0.364°</a:t>
                </a:r>
              </a:p>
              <a:p>
                <a:pPr marL="514350" indent="-514350">
                  <a:buAutoNum type="alphaLcPeriod"/>
                </a:pPr>
                <a:endParaRPr lang="en-US" sz="3200"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d. 0 N</a:t>
                </a:r>
              </a:p>
            </p:txBody>
          </p:sp>
        </mc:Choice>
        <mc:Fallback xmlns="">
          <p:sp>
            <p:nvSpPr>
              <p:cNvPr id="3" name="Content Placeholder 2">
                <a:extLst>
                  <a:ext uri="{FF2B5EF4-FFF2-40B4-BE49-F238E27FC236}">
                    <a16:creationId xmlns:a16="http://schemas.microsoft.com/office/drawing/2014/main" id="{07C08A8F-3CF5-47DC-A8FF-5F6682C5F4FC}"/>
                  </a:ext>
                </a:extLst>
              </p:cNvPr>
              <p:cNvSpPr>
                <a:spLocks noGrp="1" noRot="1" noChangeAspect="1" noMove="1" noResize="1" noEditPoints="1" noAdjustHandles="1" noChangeArrowheads="1" noChangeShapeType="1" noTextEdit="1"/>
              </p:cNvSpPr>
              <p:nvPr>
                <p:ph idx="1"/>
              </p:nvPr>
            </p:nvSpPr>
            <p:spPr>
              <a:xfrm>
                <a:off x="484554" y="1134959"/>
                <a:ext cx="11676184" cy="5258025"/>
              </a:xfrm>
              <a:blipFill>
                <a:blip r:embed="rId2"/>
                <a:stretch>
                  <a:fillRect l="-1305" t="-2549" b="-8227"/>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D306BA4D-BFE6-CD65-470D-08280E3537C0}"/>
              </a:ext>
            </a:extLst>
          </p:cNvPr>
          <p:cNvSpPr txBox="1">
            <a:spLocks/>
          </p:cNvSpPr>
          <p:nvPr/>
        </p:nvSpPr>
        <p:spPr>
          <a:xfrm>
            <a:off x="1" y="-2465"/>
            <a:ext cx="12160738" cy="840230"/>
          </a:xfrm>
          <a:prstGeom prst="rect">
            <a:avLst/>
          </a:prstGeom>
          <a:solidFill>
            <a:schemeClr val="accent1">
              <a:lumMod val="20000"/>
              <a:lumOff val="8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latin typeface="Times New Roman" panose="02020603050405020304" pitchFamily="18" charset="0"/>
                <a:ea typeface="STKaiti" panose="020B0503020204020204" pitchFamily="2" charset="-122"/>
                <a:cs typeface="Times New Roman" panose="02020603050405020304" pitchFamily="18" charset="0"/>
              </a:rPr>
              <a:t>ABCD card </a:t>
            </a:r>
          </a:p>
        </p:txBody>
      </p:sp>
      <p:grpSp>
        <p:nvGrpSpPr>
          <p:cNvPr id="7" name="Group 6">
            <a:extLst>
              <a:ext uri="{FF2B5EF4-FFF2-40B4-BE49-F238E27FC236}">
                <a16:creationId xmlns:a16="http://schemas.microsoft.com/office/drawing/2014/main" id="{43ADB572-93E1-73FD-F6B8-F6EE302B373C}"/>
              </a:ext>
            </a:extLst>
          </p:cNvPr>
          <p:cNvGrpSpPr/>
          <p:nvPr/>
        </p:nvGrpSpPr>
        <p:grpSpPr>
          <a:xfrm>
            <a:off x="7400853" y="2460300"/>
            <a:ext cx="3623616" cy="2818368"/>
            <a:chOff x="5097681" y="3657431"/>
            <a:chExt cx="3623616" cy="2818368"/>
          </a:xfrm>
        </p:grpSpPr>
        <p:pic>
          <p:nvPicPr>
            <p:cNvPr id="8" name="Picture 7" descr="An illustration shows a rectangular block moving down an incline which is at an angle of theta with the horizontal. The x-y graph has x axis marked along the scope. An arrow marked m subscript g is moving downward perpendicular to the horizontal. This vector is shown to be at an angle theta with the y axis of the slope. Two components of this vector are shown: m subscript g cos theta is along the negative y axis, while m subscript g sin theta is the component along the x axis. The second force that acts on the dot is shown as an upward moving arrow that is perpendicular to the x-axis of the slope and is shown to be placed along the y axis. It is labeled as vector n. The third force that acts on the dot moves along the negative portion of the x axis. This is much shorter and is labeled vector lowercase f subscript s.">
              <a:extLst>
                <a:ext uri="{FF2B5EF4-FFF2-40B4-BE49-F238E27FC236}">
                  <a16:creationId xmlns:a16="http://schemas.microsoft.com/office/drawing/2014/main" id="{547A0F84-2A79-79AB-5E77-423CA8040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7681" y="3657431"/>
              <a:ext cx="3623616" cy="281836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67B2BDF-0CC5-E354-F689-A6176840BC27}"/>
                    </a:ext>
                  </a:extLst>
                </p:cNvPr>
                <p:cNvSpPr txBox="1"/>
                <p:nvPr/>
              </p:nvSpPr>
              <p:spPr>
                <a:xfrm>
                  <a:off x="7047593" y="4385387"/>
                  <a:ext cx="202292" cy="276166"/>
                </a:xfrm>
                <a:prstGeom prst="rect">
                  <a:avLst/>
                </a:prstGeom>
                <a:solidFill>
                  <a:schemeClr val="bg1"/>
                </a:solidFill>
              </p:spPr>
              <p:txBody>
                <a:bodyPr wrap="square" lIns="0" tIns="0" rIns="0" bIns="0" rtlCol="0">
                  <a:spAutoFit/>
                </a:bodyPr>
                <a:lstStyle/>
                <a:p>
                  <a:r>
                    <a:rPr lang="en-US" sz="1600" b="1" dirty="0">
                      <a:cs typeface="Times New Roman" panose="02020603050405020304" pitchFamily="18" charset="0"/>
                    </a:rPr>
                    <a:t> </a:t>
                  </a:r>
                  <a14:m>
                    <m:oMath xmlns:m="http://schemas.openxmlformats.org/officeDocument/2006/math">
                      <m:acc>
                        <m:accPr>
                          <m:chr m:val="⃗"/>
                          <m:ctrlPr>
                            <a:rPr lang="en-US" sz="1600" b="1">
                              <a:latin typeface="Cambria Math" panose="02040503050406030204" pitchFamily="18" charset="0"/>
                              <a:cs typeface="Times New Roman" panose="02020603050405020304" pitchFamily="18" charset="0"/>
                            </a:rPr>
                          </m:ctrlPr>
                        </m:accPr>
                        <m:e>
                          <m:r>
                            <a:rPr lang="en-US" sz="1600" b="1">
                              <a:latin typeface="Cambria Math" panose="02040503050406030204" pitchFamily="18" charset="0"/>
                              <a:cs typeface="Times New Roman" panose="02020603050405020304" pitchFamily="18" charset="0"/>
                            </a:rPr>
                            <m:t>𝐍</m:t>
                          </m:r>
                        </m:e>
                      </m:acc>
                    </m:oMath>
                  </a14:m>
                  <a:endParaRPr lang="en-US" sz="1600" b="1"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E67B2BDF-0CC5-E354-F689-A6176840BC27}"/>
                    </a:ext>
                  </a:extLst>
                </p:cNvPr>
                <p:cNvSpPr txBox="1">
                  <a:spLocks noRot="1" noChangeAspect="1" noMove="1" noResize="1" noEditPoints="1" noAdjustHandles="1" noChangeArrowheads="1" noChangeShapeType="1" noTextEdit="1"/>
                </p:cNvSpPr>
                <p:nvPr/>
              </p:nvSpPr>
              <p:spPr>
                <a:xfrm>
                  <a:off x="7047593" y="4385387"/>
                  <a:ext cx="202292" cy="276166"/>
                </a:xfrm>
                <a:prstGeom prst="rect">
                  <a:avLst/>
                </a:prstGeom>
                <a:blipFill>
                  <a:blip r:embed="rId4"/>
                  <a:stretch>
                    <a:fillRect l="-12121" r="-27273" b="-6667"/>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4B1FCC6-5AF2-B713-1F99-2DF592B99536}"/>
                  </a:ext>
                </a:extLst>
              </p:cNvPr>
              <p:cNvSpPr txBox="1"/>
              <p:nvPr/>
            </p:nvSpPr>
            <p:spPr>
              <a:xfrm>
                <a:off x="7611505" y="5895646"/>
                <a:ext cx="3773434" cy="575479"/>
              </a:xfrm>
              <a:prstGeom prst="rect">
                <a:avLst/>
              </a:prstGeom>
              <a:noFill/>
            </p:spPr>
            <p:txBody>
              <a:bodyPr wrap="square">
                <a:spAutoFit/>
              </a:bodyPr>
              <a:lstStyle/>
              <a:p>
                <a:pPr/>
                <a14:m>
                  <m:oMathPara xmlns:m="http://schemas.openxmlformats.org/officeDocument/2006/math">
                    <m:oMathParaPr>
                      <m:jc m:val="left"/>
                    </m:oMathParaPr>
                    <m:oMath>
                      <m:sSub>
                        <m:sSubPr>
                          <m:ctrlPr>
                            <a:rPr lang="en-US" sz="2800" b="0" i="1" smtClean="0">
                              <a:solidFill>
                                <a:schemeClr val="tx1"/>
                              </a:solidFill>
                              <a:latin typeface="Cambria Math" panose="02040503050406030204" pitchFamily="18" charset="0"/>
                            </a:rPr>
                          </m:ctrlPr>
                        </m:sSubPr>
                        <m:e>
                          <m:acc>
                            <m:accPr>
                              <m:chr m:val="⃗"/>
                              <m:ctrlPr>
                                <a:rPr lang="en-US" sz="2800" b="0" i="1" smtClean="0">
                                  <a:solidFill>
                                    <a:schemeClr val="tx1"/>
                                  </a:solidFill>
                                  <a:latin typeface="Cambria Math" panose="02040503050406030204" pitchFamily="18" charset="0"/>
                                </a:rPr>
                              </m:ctrlPr>
                            </m:accPr>
                            <m:e>
                              <m:r>
                                <m:rPr>
                                  <m:sty m:val="p"/>
                                </m:rPr>
                                <a:rPr lang="en-US" sz="2800" b="0" i="1" smtClean="0">
                                  <a:solidFill>
                                    <a:schemeClr val="tx1"/>
                                  </a:solidFill>
                                  <a:latin typeface="Cambria Math" panose="02040503050406030204" pitchFamily="18" charset="0"/>
                                </a:rPr>
                                <m:t>N</m:t>
                              </m:r>
                            </m:e>
                          </m:acc>
                        </m:e>
                        <m:sub>
                          <m:r>
                            <a:rPr lang="en-US" sz="2800" i="1">
                              <a:solidFill>
                                <a:schemeClr val="tx1"/>
                              </a:solidFill>
                              <a:latin typeface="Cambria Math" panose="02040503050406030204" pitchFamily="18" charset="0"/>
                            </a:rPr>
                            <m:t>𝑚𝑎𝑥</m:t>
                          </m:r>
                        </m:sub>
                      </m:sSub>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 </m:t>
                      </m:r>
                      <m:r>
                        <a:rPr lang="en-US" sz="2800" b="0" i="1" smtClean="0">
                          <a:solidFill>
                            <a:srgbClr val="0070C0"/>
                          </a:solidFill>
                          <a:latin typeface="Cambria Math" panose="02040503050406030204" pitchFamily="18" charset="0"/>
                        </a:rPr>
                        <m:t>&amp;</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 </m:t>
                          </m:r>
                          <m:acc>
                            <m:accPr>
                              <m:chr m:val="⃗"/>
                              <m:ctrlPr>
                                <a:rPr lang="en-US" sz="2800" i="1">
                                  <a:latin typeface="Cambria Math" panose="02040503050406030204" pitchFamily="18" charset="0"/>
                                </a:rPr>
                              </m:ctrlPr>
                            </m:accPr>
                            <m:e>
                              <m:r>
                                <m:rPr>
                                  <m:sty m:val="p"/>
                                </m:rPr>
                                <a:rPr lang="en-US" sz="2800" i="1">
                                  <a:latin typeface="Cambria Math" panose="02040503050406030204" pitchFamily="18" charset="0"/>
                                </a:rPr>
                                <m:t>N</m:t>
                              </m:r>
                            </m:e>
                          </m:acc>
                        </m:e>
                        <m:sub>
                          <m:r>
                            <a:rPr lang="en-US" sz="2800" i="1">
                              <a:latin typeface="Cambria Math" panose="02040503050406030204" pitchFamily="18" charset="0"/>
                            </a:rPr>
                            <m:t>𝑚𝑎𝑥</m:t>
                          </m:r>
                        </m:sub>
                      </m:sSub>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p:sp>
            <p:nvSpPr>
              <p:cNvPr id="2" name="TextBox 1">
                <a:extLst>
                  <a:ext uri="{FF2B5EF4-FFF2-40B4-BE49-F238E27FC236}">
                    <a16:creationId xmlns:a16="http://schemas.microsoft.com/office/drawing/2014/main" id="{A4B1FCC6-5AF2-B713-1F99-2DF592B99536}"/>
                  </a:ext>
                </a:extLst>
              </p:cNvPr>
              <p:cNvSpPr txBox="1">
                <a:spLocks noRot="1" noChangeAspect="1" noMove="1" noResize="1" noEditPoints="1" noAdjustHandles="1" noChangeArrowheads="1" noChangeShapeType="1" noTextEdit="1"/>
              </p:cNvSpPr>
              <p:nvPr/>
            </p:nvSpPr>
            <p:spPr>
              <a:xfrm>
                <a:off x="7611505" y="5895646"/>
                <a:ext cx="3773434" cy="57547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696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D25A-88F2-FA77-D193-8B62C51A27C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C001F42-E48B-1A2D-45EC-C42A2336D05A}"/>
              </a:ext>
            </a:extLst>
          </p:cNvPr>
          <p:cNvPicPr>
            <a:picLocks noChangeAspect="1"/>
          </p:cNvPicPr>
          <p:nvPr/>
        </p:nvPicPr>
        <p:blipFill>
          <a:blip r:embed="rId2"/>
          <a:stretch>
            <a:fillRect/>
          </a:stretch>
        </p:blipFill>
        <p:spPr>
          <a:xfrm>
            <a:off x="1793281" y="1143401"/>
            <a:ext cx="3193761" cy="2682758"/>
          </a:xfrm>
          <a:prstGeom prst="rect">
            <a:avLst/>
          </a:prstGeom>
        </p:spPr>
      </p:pic>
      <p:pic>
        <p:nvPicPr>
          <p:cNvPr id="3" name="Picture 2">
            <a:extLst>
              <a:ext uri="{FF2B5EF4-FFF2-40B4-BE49-F238E27FC236}">
                <a16:creationId xmlns:a16="http://schemas.microsoft.com/office/drawing/2014/main" id="{063C9EC3-1261-19AC-B2F1-BDAD6AE9DD8F}"/>
              </a:ext>
            </a:extLst>
          </p:cNvPr>
          <p:cNvPicPr>
            <a:picLocks noChangeAspect="1"/>
          </p:cNvPicPr>
          <p:nvPr/>
        </p:nvPicPr>
        <p:blipFill>
          <a:blip r:embed="rId3"/>
          <a:stretch>
            <a:fillRect/>
          </a:stretch>
        </p:blipFill>
        <p:spPr>
          <a:xfrm>
            <a:off x="6735984" y="1496290"/>
            <a:ext cx="3799154" cy="1872822"/>
          </a:xfrm>
          <a:prstGeom prst="rect">
            <a:avLst/>
          </a:prstGeom>
        </p:spPr>
      </p:pic>
      <p:grpSp>
        <p:nvGrpSpPr>
          <p:cNvPr id="5" name="Group 4">
            <a:extLst>
              <a:ext uri="{FF2B5EF4-FFF2-40B4-BE49-F238E27FC236}">
                <a16:creationId xmlns:a16="http://schemas.microsoft.com/office/drawing/2014/main" id="{E56AC0D0-7847-9B33-5D8A-FF88024F5CE9}"/>
              </a:ext>
            </a:extLst>
          </p:cNvPr>
          <p:cNvGrpSpPr/>
          <p:nvPr/>
        </p:nvGrpSpPr>
        <p:grpSpPr>
          <a:xfrm>
            <a:off x="1390584" y="3992644"/>
            <a:ext cx="2303274" cy="2349150"/>
            <a:chOff x="1023261" y="3992644"/>
            <a:chExt cx="2303274" cy="2349150"/>
          </a:xfrm>
        </p:grpSpPr>
        <p:grpSp>
          <p:nvGrpSpPr>
            <p:cNvPr id="6" name="Group 5">
              <a:extLst>
                <a:ext uri="{FF2B5EF4-FFF2-40B4-BE49-F238E27FC236}">
                  <a16:creationId xmlns:a16="http://schemas.microsoft.com/office/drawing/2014/main" id="{831360D4-FF7B-76BE-BB44-111F0A23A0CE}"/>
                </a:ext>
              </a:extLst>
            </p:cNvPr>
            <p:cNvGrpSpPr/>
            <p:nvPr/>
          </p:nvGrpSpPr>
          <p:grpSpPr>
            <a:xfrm>
              <a:off x="1023261" y="4040155"/>
              <a:ext cx="2303274" cy="2301639"/>
              <a:chOff x="304800" y="3657600"/>
              <a:chExt cx="3560296" cy="2997200"/>
            </a:xfrm>
          </p:grpSpPr>
          <p:grpSp>
            <p:nvGrpSpPr>
              <p:cNvPr id="8" name="Group 7">
                <a:extLst>
                  <a:ext uri="{FF2B5EF4-FFF2-40B4-BE49-F238E27FC236}">
                    <a16:creationId xmlns:a16="http://schemas.microsoft.com/office/drawing/2014/main" id="{78D0BE6E-3DA6-E85D-B0D0-A017E15DB0FA}"/>
                  </a:ext>
                </a:extLst>
              </p:cNvPr>
              <p:cNvGrpSpPr/>
              <p:nvPr/>
            </p:nvGrpSpPr>
            <p:grpSpPr>
              <a:xfrm>
                <a:off x="304800" y="3657600"/>
                <a:ext cx="3560296" cy="2997200"/>
                <a:chOff x="304800" y="2565400"/>
                <a:chExt cx="3560296" cy="2997200"/>
              </a:xfrm>
            </p:grpSpPr>
            <p:pic>
              <p:nvPicPr>
                <p:cNvPr id="10" name="Picture 9">
                  <a:extLst>
                    <a:ext uri="{FF2B5EF4-FFF2-40B4-BE49-F238E27FC236}">
                      <a16:creationId xmlns:a16="http://schemas.microsoft.com/office/drawing/2014/main" id="{0913E469-9287-5FB9-F761-360DD3B24318}"/>
                    </a:ext>
                  </a:extLst>
                </p:cNvPr>
                <p:cNvPicPr>
                  <a:picLocks noChangeAspect="1"/>
                </p:cNvPicPr>
                <p:nvPr/>
              </p:nvPicPr>
              <p:blipFill>
                <a:blip r:embed="rId4"/>
                <a:stretch>
                  <a:fillRect/>
                </a:stretch>
              </p:blipFill>
              <p:spPr>
                <a:xfrm>
                  <a:off x="304800" y="2565400"/>
                  <a:ext cx="3492500" cy="2997200"/>
                </a:xfrm>
                <a:prstGeom prst="rect">
                  <a:avLst/>
                </a:prstGeom>
              </p:spPr>
            </p:pic>
            <p:sp>
              <p:nvSpPr>
                <p:cNvPr id="11" name="TextBox 10">
                  <a:extLst>
                    <a:ext uri="{FF2B5EF4-FFF2-40B4-BE49-F238E27FC236}">
                      <a16:creationId xmlns:a16="http://schemas.microsoft.com/office/drawing/2014/main" id="{7DF0DD2A-5444-53BE-AEC7-418FAB9CC41C}"/>
                    </a:ext>
                  </a:extLst>
                </p:cNvPr>
                <p:cNvSpPr txBox="1"/>
                <p:nvPr/>
              </p:nvSpPr>
              <p:spPr>
                <a:xfrm>
                  <a:off x="1960096" y="4721224"/>
                  <a:ext cx="1905000" cy="369332"/>
                </a:xfrm>
                <a:prstGeom prst="rect">
                  <a:avLst/>
                </a:prstGeom>
                <a:solidFill>
                  <a:schemeClr val="bg1"/>
                </a:solidFill>
              </p:spPr>
              <p:txBody>
                <a:bodyPr wrap="square" rtlCol="0">
                  <a:spAutoFit/>
                </a:bodyPr>
                <a:lstStyle/>
                <a:p>
                  <a:endParaRPr lang="en-US" dirty="0"/>
                </a:p>
              </p:txBody>
            </p:sp>
            <p:sp>
              <p:nvSpPr>
                <p:cNvPr id="12" name="TextBox 11">
                  <a:extLst>
                    <a:ext uri="{FF2B5EF4-FFF2-40B4-BE49-F238E27FC236}">
                      <a16:creationId xmlns:a16="http://schemas.microsoft.com/office/drawing/2014/main" id="{0AF264A0-CBB4-38B2-321F-B4E68C6987F9}"/>
                    </a:ext>
                  </a:extLst>
                </p:cNvPr>
                <p:cNvSpPr txBox="1"/>
                <p:nvPr/>
              </p:nvSpPr>
              <p:spPr>
                <a:xfrm>
                  <a:off x="685800" y="4724400"/>
                  <a:ext cx="1143000" cy="369332"/>
                </a:xfrm>
                <a:prstGeom prst="rect">
                  <a:avLst/>
                </a:prstGeom>
                <a:solidFill>
                  <a:schemeClr val="bg1"/>
                </a:solidFill>
              </p:spPr>
              <p:txBody>
                <a:bodyPr wrap="square" rtlCol="0">
                  <a:spAutoFit/>
                </a:bodyPr>
                <a:lstStyle/>
                <a:p>
                  <a:endParaRPr lang="en-US"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AAEDFF-DCF8-A132-2AEA-4F547E0FB7D8}"/>
                      </a:ext>
                    </a:extLst>
                  </p:cNvPr>
                  <p:cNvSpPr txBox="1"/>
                  <p:nvPr/>
                </p:nvSpPr>
                <p:spPr>
                  <a:xfrm>
                    <a:off x="3124200" y="4626269"/>
                    <a:ext cx="375683" cy="402931"/>
                  </a:xfrm>
                  <a:prstGeom prst="rect">
                    <a:avLst/>
                  </a:prstGeom>
                  <a:solidFill>
                    <a:schemeClr val="bg1"/>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oMath>
                      </m:oMathPara>
                    </a14:m>
                    <a:endParaRPr lang="en-US" b="1" dirty="0"/>
                  </a:p>
                </p:txBody>
              </p:sp>
            </mc:Choice>
            <mc:Fallback xmlns="">
              <p:sp>
                <p:nvSpPr>
                  <p:cNvPr id="14" name="TextBox 13">
                    <a:extLst>
                      <a:ext uri="{FF2B5EF4-FFF2-40B4-BE49-F238E27FC236}">
                        <a16:creationId xmlns:a16="http://schemas.microsoft.com/office/drawing/2014/main" id="{FD130EC0-D465-308F-0BD1-C11E0899E145}"/>
                      </a:ext>
                    </a:extLst>
                  </p:cNvPr>
                  <p:cNvSpPr txBox="1">
                    <a:spLocks noRot="1" noChangeAspect="1" noMove="1" noResize="1" noEditPoints="1" noAdjustHandles="1" noChangeArrowheads="1" noChangeShapeType="1" noTextEdit="1"/>
                  </p:cNvSpPr>
                  <p:nvPr/>
                </p:nvSpPr>
                <p:spPr>
                  <a:xfrm>
                    <a:off x="3124200" y="4626269"/>
                    <a:ext cx="375683" cy="402931"/>
                  </a:xfrm>
                  <a:prstGeom prst="rect">
                    <a:avLst/>
                  </a:prstGeom>
                  <a:blipFill>
                    <a:blip r:embed="rId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EED24FD-B916-CC9C-2F10-A58595224624}"/>
                    </a:ext>
                  </a:extLst>
                </p:cNvPr>
                <p:cNvSpPr txBox="1"/>
                <p:nvPr/>
              </p:nvSpPr>
              <p:spPr>
                <a:xfrm flipH="1">
                  <a:off x="2118036" y="3992644"/>
                  <a:ext cx="233277" cy="333938"/>
                </a:xfrm>
                <a:prstGeom prst="rect">
                  <a:avLst/>
                </a:prstGeom>
                <a:solidFill>
                  <a:schemeClr val="bg1"/>
                </a:solidFill>
              </p:spPr>
              <p:txBody>
                <a:bodyPr wrap="square">
                  <a:spAutoFit/>
                </a:bodyPr>
                <a:lstStyle/>
                <a:p>
                  <a:pPr/>
                  <a14:m>
                    <m:oMathPara xmlns:m="http://schemas.openxmlformats.org/officeDocument/2006/math">
                      <m:oMathParaPr>
                        <m:jc m:val="left"/>
                      </m:oMathParaPr>
                      <m:oMath>
                        <m:acc>
                          <m:accPr>
                            <m:chr m:val="⃗"/>
                            <m:ctrlPr>
                              <a:rPr lang="en-US" sz="1400" b="1" i="0" smtClean="0">
                                <a:latin typeface="Cambria Math" panose="02040503050406030204" pitchFamily="18" charset="0"/>
                                <a:cs typeface="Times New Roman" panose="02020603050405020304" pitchFamily="18" charset="0"/>
                              </a:rPr>
                            </m:ctrlPr>
                          </m:accPr>
                          <m:e>
                            <m:r>
                              <a:rPr lang="en-US" sz="1400" b="1" i="0" smtClean="0">
                                <a:latin typeface="Cambria Math" panose="02040503050406030204" pitchFamily="18" charset="0"/>
                                <a:cs typeface="Times New Roman" panose="02020603050405020304" pitchFamily="18" charset="0"/>
                              </a:rPr>
                              <m:t>𝐍</m:t>
                            </m:r>
                          </m:e>
                        </m:acc>
                      </m:oMath>
                    </m:oMathPara>
                  </a14:m>
                  <a:endParaRPr lang="en-US" sz="1400" b="1" dirty="0"/>
                </a:p>
              </p:txBody>
            </p:sp>
          </mc:Choice>
          <mc:Fallback xmlns="">
            <p:sp>
              <p:nvSpPr>
                <p:cNvPr id="17" name="TextBox 16">
                  <a:extLst>
                    <a:ext uri="{FF2B5EF4-FFF2-40B4-BE49-F238E27FC236}">
                      <a16:creationId xmlns:a16="http://schemas.microsoft.com/office/drawing/2014/main" id="{B768C9A9-9610-EE60-CA15-112173EAD1F5}"/>
                    </a:ext>
                  </a:extLst>
                </p:cNvPr>
                <p:cNvSpPr txBox="1">
                  <a:spLocks noRot="1" noChangeAspect="1" noMove="1" noResize="1" noEditPoints="1" noAdjustHandles="1" noChangeArrowheads="1" noChangeShapeType="1" noTextEdit="1"/>
                </p:cNvSpPr>
                <p:nvPr/>
              </p:nvSpPr>
              <p:spPr>
                <a:xfrm flipH="1">
                  <a:off x="2118036" y="3992644"/>
                  <a:ext cx="233277" cy="333938"/>
                </a:xfrm>
                <a:prstGeom prst="rect">
                  <a:avLst/>
                </a:prstGeom>
                <a:blipFill>
                  <a:blip r:embed="rId6"/>
                  <a:stretch>
                    <a:fillRect r="-15385"/>
                  </a:stretch>
                </a:blipFill>
              </p:spPr>
              <p:txBody>
                <a:bodyPr/>
                <a:lstStyle/>
                <a:p>
                  <a:r>
                    <a:rPr lang="en-US">
                      <a:noFill/>
                    </a:rPr>
                    <a:t> </a:t>
                  </a:r>
                </a:p>
              </p:txBody>
            </p:sp>
          </mc:Fallback>
        </mc:AlternateContent>
      </p:grpSp>
      <p:grpSp>
        <p:nvGrpSpPr>
          <p:cNvPr id="13" name="Group 12">
            <a:extLst>
              <a:ext uri="{FF2B5EF4-FFF2-40B4-BE49-F238E27FC236}">
                <a16:creationId xmlns:a16="http://schemas.microsoft.com/office/drawing/2014/main" id="{6452DB6C-BB57-477E-8488-610FA2E7CC40}"/>
              </a:ext>
            </a:extLst>
          </p:cNvPr>
          <p:cNvGrpSpPr/>
          <p:nvPr/>
        </p:nvGrpSpPr>
        <p:grpSpPr>
          <a:xfrm>
            <a:off x="6696518" y="3865482"/>
            <a:ext cx="2580884" cy="2507328"/>
            <a:chOff x="5367901" y="3865482"/>
            <a:chExt cx="2580884" cy="2507328"/>
          </a:xfrm>
        </p:grpSpPr>
        <p:grpSp>
          <p:nvGrpSpPr>
            <p:cNvPr id="14" name="Group 13">
              <a:extLst>
                <a:ext uri="{FF2B5EF4-FFF2-40B4-BE49-F238E27FC236}">
                  <a16:creationId xmlns:a16="http://schemas.microsoft.com/office/drawing/2014/main" id="{3A66BD36-3E59-8680-9238-3F3A5F1FB1A4}"/>
                </a:ext>
              </a:extLst>
            </p:cNvPr>
            <p:cNvGrpSpPr/>
            <p:nvPr/>
          </p:nvGrpSpPr>
          <p:grpSpPr>
            <a:xfrm>
              <a:off x="5367901" y="3865482"/>
              <a:ext cx="2580884" cy="2507328"/>
              <a:chOff x="4931110" y="3886200"/>
              <a:chExt cx="3222290" cy="2667000"/>
            </a:xfrm>
          </p:grpSpPr>
          <p:grpSp>
            <p:nvGrpSpPr>
              <p:cNvPr id="16" name="Group 15">
                <a:extLst>
                  <a:ext uri="{FF2B5EF4-FFF2-40B4-BE49-F238E27FC236}">
                    <a16:creationId xmlns:a16="http://schemas.microsoft.com/office/drawing/2014/main" id="{082ECF38-E283-79B6-9246-D21230CB786F}"/>
                  </a:ext>
                </a:extLst>
              </p:cNvPr>
              <p:cNvGrpSpPr/>
              <p:nvPr/>
            </p:nvGrpSpPr>
            <p:grpSpPr>
              <a:xfrm>
                <a:off x="4931110" y="3962400"/>
                <a:ext cx="3222290" cy="2590800"/>
                <a:chOff x="4609501" y="2895600"/>
                <a:chExt cx="3146090" cy="2603500"/>
              </a:xfrm>
            </p:grpSpPr>
            <p:pic>
              <p:nvPicPr>
                <p:cNvPr id="18" name="Picture 17">
                  <a:extLst>
                    <a:ext uri="{FF2B5EF4-FFF2-40B4-BE49-F238E27FC236}">
                      <a16:creationId xmlns:a16="http://schemas.microsoft.com/office/drawing/2014/main" id="{6DAA6122-8460-BC8D-16E7-739D4AAD9D49}"/>
                    </a:ext>
                  </a:extLst>
                </p:cNvPr>
                <p:cNvPicPr>
                  <a:picLocks noChangeAspect="1"/>
                </p:cNvPicPr>
                <p:nvPr/>
              </p:nvPicPr>
              <p:blipFill>
                <a:blip r:embed="rId7"/>
                <a:stretch>
                  <a:fillRect/>
                </a:stretch>
              </p:blipFill>
              <p:spPr>
                <a:xfrm>
                  <a:off x="4745092" y="2895600"/>
                  <a:ext cx="2874908" cy="2603500"/>
                </a:xfrm>
                <a:prstGeom prst="rect">
                  <a:avLst/>
                </a:prstGeom>
              </p:spPr>
            </p:pic>
            <p:sp>
              <p:nvSpPr>
                <p:cNvPr id="19" name="TextBox 18">
                  <a:extLst>
                    <a:ext uri="{FF2B5EF4-FFF2-40B4-BE49-F238E27FC236}">
                      <a16:creationId xmlns:a16="http://schemas.microsoft.com/office/drawing/2014/main" id="{EB563275-8234-5567-9267-E4C4D53C3E9B}"/>
                    </a:ext>
                  </a:extLst>
                </p:cNvPr>
                <p:cNvSpPr txBox="1"/>
                <p:nvPr/>
              </p:nvSpPr>
              <p:spPr>
                <a:xfrm>
                  <a:off x="5850591" y="4721224"/>
                  <a:ext cx="1905000" cy="369332"/>
                </a:xfrm>
                <a:prstGeom prst="rect">
                  <a:avLst/>
                </a:prstGeom>
                <a:solidFill>
                  <a:schemeClr val="bg1"/>
                </a:solidFill>
              </p:spPr>
              <p:txBody>
                <a:bodyPr wrap="square" rtlCol="0">
                  <a:spAutoFit/>
                </a:bodyPr>
                <a:lstStyle/>
                <a:p>
                  <a:endParaRPr lang="en-US" dirty="0"/>
                </a:p>
              </p:txBody>
            </p:sp>
            <p:sp>
              <p:nvSpPr>
                <p:cNvPr id="20" name="TextBox 19">
                  <a:extLst>
                    <a:ext uri="{FF2B5EF4-FFF2-40B4-BE49-F238E27FC236}">
                      <a16:creationId xmlns:a16="http://schemas.microsoft.com/office/drawing/2014/main" id="{E18F2B50-E2FC-69BB-8788-90FE76F2E79B}"/>
                    </a:ext>
                  </a:extLst>
                </p:cNvPr>
                <p:cNvSpPr txBox="1"/>
                <p:nvPr/>
              </p:nvSpPr>
              <p:spPr>
                <a:xfrm>
                  <a:off x="4609501" y="4721224"/>
                  <a:ext cx="1143000" cy="369332"/>
                </a:xfrm>
                <a:prstGeom prst="rect">
                  <a:avLst/>
                </a:prstGeom>
                <a:solidFill>
                  <a:schemeClr val="bg1"/>
                </a:solidFill>
              </p:spPr>
              <p:txBody>
                <a:bodyPr wrap="square" rtlCol="0">
                  <a:spAutoFit/>
                </a:bodyPr>
                <a:lstStyle/>
                <a:p>
                  <a:endParaRPr lang="en-US" dirty="0"/>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F9A05A8-208C-B26B-E075-A660AAFFB752}"/>
                      </a:ext>
                    </a:extLst>
                  </p:cNvPr>
                  <p:cNvSpPr txBox="1"/>
                  <p:nvPr/>
                </p:nvSpPr>
                <p:spPr>
                  <a:xfrm>
                    <a:off x="7015717" y="3886200"/>
                    <a:ext cx="375683" cy="402931"/>
                  </a:xfrm>
                  <a:prstGeom prst="rect">
                    <a:avLst/>
                  </a:prstGeom>
                  <a:solidFill>
                    <a:schemeClr val="bg1"/>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oMath>
                      </m:oMathPara>
                    </a14:m>
                    <a:endParaRPr lang="en-US" b="1" dirty="0"/>
                  </a:p>
                </p:txBody>
              </p:sp>
            </mc:Choice>
            <mc:Fallback xmlns="">
              <p:sp>
                <p:nvSpPr>
                  <p:cNvPr id="16" name="TextBox 15">
                    <a:extLst>
                      <a:ext uri="{FF2B5EF4-FFF2-40B4-BE49-F238E27FC236}">
                        <a16:creationId xmlns:a16="http://schemas.microsoft.com/office/drawing/2014/main" id="{FA1FEE95-B645-C3D4-EC17-C120B99CA450}"/>
                      </a:ext>
                    </a:extLst>
                  </p:cNvPr>
                  <p:cNvSpPr txBox="1">
                    <a:spLocks noRot="1" noChangeAspect="1" noMove="1" noResize="1" noEditPoints="1" noAdjustHandles="1" noChangeArrowheads="1" noChangeShapeType="1" noTextEdit="1"/>
                  </p:cNvSpPr>
                  <p:nvPr/>
                </p:nvSpPr>
                <p:spPr>
                  <a:xfrm>
                    <a:off x="7015717" y="3886200"/>
                    <a:ext cx="375683" cy="402931"/>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276F945-18A0-16D9-8FE9-6F2E6523DF50}"/>
                    </a:ext>
                  </a:extLst>
                </p:cNvPr>
                <p:cNvSpPr txBox="1"/>
                <p:nvPr/>
              </p:nvSpPr>
              <p:spPr>
                <a:xfrm>
                  <a:off x="6214179" y="4104616"/>
                  <a:ext cx="223939" cy="333938"/>
                </a:xfrm>
                <a:prstGeom prst="rect">
                  <a:avLst/>
                </a:prstGeom>
                <a:solidFill>
                  <a:schemeClr val="bg1"/>
                </a:solidFill>
              </p:spPr>
              <p:txBody>
                <a:bodyPr wrap="square">
                  <a:spAutoFit/>
                </a:bodyPr>
                <a:lstStyle/>
                <a:p>
                  <a:pPr/>
                  <a14:m>
                    <m:oMathPara xmlns:m="http://schemas.openxmlformats.org/officeDocument/2006/math">
                      <m:oMathParaPr>
                        <m:jc m:val="left"/>
                      </m:oMathParaPr>
                      <m:oMath>
                        <m:acc>
                          <m:accPr>
                            <m:chr m:val="⃗"/>
                            <m:ctrlPr>
                              <a:rPr lang="en-US" sz="1400" b="1" i="0" smtClean="0">
                                <a:latin typeface="Cambria Math" panose="02040503050406030204" pitchFamily="18" charset="0"/>
                                <a:cs typeface="Times New Roman" panose="02020603050405020304" pitchFamily="18" charset="0"/>
                              </a:rPr>
                            </m:ctrlPr>
                          </m:accPr>
                          <m:e>
                            <m:r>
                              <a:rPr lang="en-US" sz="1400" b="1" i="0" smtClean="0">
                                <a:latin typeface="Cambria Math" panose="02040503050406030204" pitchFamily="18" charset="0"/>
                                <a:cs typeface="Times New Roman" panose="02020603050405020304" pitchFamily="18" charset="0"/>
                              </a:rPr>
                              <m:t>𝐍</m:t>
                            </m:r>
                          </m:e>
                        </m:acc>
                      </m:oMath>
                    </m:oMathPara>
                  </a14:m>
                  <a:endParaRPr lang="en-US" sz="1400" b="1" dirty="0"/>
                </a:p>
              </p:txBody>
            </p:sp>
          </mc:Choice>
          <mc:Fallback xmlns="">
            <p:sp>
              <p:nvSpPr>
                <p:cNvPr id="19" name="TextBox 18">
                  <a:extLst>
                    <a:ext uri="{FF2B5EF4-FFF2-40B4-BE49-F238E27FC236}">
                      <a16:creationId xmlns:a16="http://schemas.microsoft.com/office/drawing/2014/main" id="{9C794C17-60A0-A963-996E-548897668C6F}"/>
                    </a:ext>
                  </a:extLst>
                </p:cNvPr>
                <p:cNvSpPr txBox="1">
                  <a:spLocks noRot="1" noChangeAspect="1" noMove="1" noResize="1" noEditPoints="1" noAdjustHandles="1" noChangeArrowheads="1" noChangeShapeType="1" noTextEdit="1"/>
                </p:cNvSpPr>
                <p:nvPr/>
              </p:nvSpPr>
              <p:spPr>
                <a:xfrm>
                  <a:off x="6214179" y="4104616"/>
                  <a:ext cx="223939" cy="333938"/>
                </a:xfrm>
                <a:prstGeom prst="rect">
                  <a:avLst/>
                </a:prstGeom>
                <a:blipFill>
                  <a:blip r:embed="rId9"/>
                  <a:stretch>
                    <a:fillRect r="-21622"/>
                  </a:stretch>
                </a:blipFill>
              </p:spPr>
              <p:txBody>
                <a:bodyPr/>
                <a:lstStyle/>
                <a:p>
                  <a:r>
                    <a:rPr lang="en-US">
                      <a:noFill/>
                    </a:rPr>
                    <a:t> </a:t>
                  </a:r>
                </a:p>
              </p:txBody>
            </p:sp>
          </mc:Fallback>
        </mc:AlternateContent>
      </p:grpSp>
      <p:sp>
        <p:nvSpPr>
          <p:cNvPr id="21" name="Title 3">
            <a:extLst>
              <a:ext uri="{FF2B5EF4-FFF2-40B4-BE49-F238E27FC236}">
                <a16:creationId xmlns:a16="http://schemas.microsoft.com/office/drawing/2014/main" id="{E4B33245-6F69-CF05-E3B7-055EC18E5EA7}"/>
              </a:ext>
            </a:extLst>
          </p:cNvPr>
          <p:cNvSpPr txBox="1">
            <a:spLocks/>
          </p:cNvSpPr>
          <p:nvPr/>
        </p:nvSpPr>
        <p:spPr>
          <a:xfrm>
            <a:off x="0" y="-10281"/>
            <a:ext cx="12192000" cy="646331"/>
          </a:xfrm>
          <a:prstGeom prst="rect">
            <a:avLst/>
          </a:prstGeom>
          <a:solidFill>
            <a:schemeClr val="bg1">
              <a:lumMod val="8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Find the </a:t>
            </a:r>
            <a:r>
              <a:rPr lang="en-US" sz="4000" b="1" dirty="0">
                <a:solidFill>
                  <a:srgbClr val="0000FF"/>
                </a:solidFill>
                <a:latin typeface="Times New Roman" panose="02020603050405020304" pitchFamily="18" charset="0"/>
                <a:cs typeface="Times New Roman" panose="02020603050405020304" pitchFamily="18" charset="0"/>
              </a:rPr>
              <a:t>acceleration</a:t>
            </a: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116668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0A7E-DD75-F10F-42F2-2795547403A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23B8DF5-7926-C232-8836-8291C0973B2D}"/>
              </a:ext>
            </a:extLst>
          </p:cNvPr>
          <p:cNvPicPr>
            <a:picLocks noChangeAspect="1"/>
          </p:cNvPicPr>
          <p:nvPr/>
        </p:nvPicPr>
        <p:blipFill>
          <a:blip r:embed="rId2"/>
          <a:stretch>
            <a:fillRect/>
          </a:stretch>
        </p:blipFill>
        <p:spPr>
          <a:xfrm>
            <a:off x="9085873" y="1541028"/>
            <a:ext cx="2863850" cy="2405634"/>
          </a:xfrm>
          <a:prstGeom prst="rect">
            <a:avLst/>
          </a:prstGeom>
        </p:spPr>
      </p:pic>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E846CCD2-ECEA-8EC6-D751-7941E0DED538}"/>
                  </a:ext>
                </a:extLst>
              </p:cNvPr>
              <p:cNvSpPr txBox="1"/>
              <p:nvPr/>
            </p:nvSpPr>
            <p:spPr bwMode="auto">
              <a:xfrm>
                <a:off x="1045308" y="1215777"/>
                <a:ext cx="8466015" cy="1675592"/>
              </a:xfrm>
              <a:prstGeom prst="rect">
                <a:avLst/>
              </a:prstGeom>
              <a:noFill/>
            </p:spPr>
            <p:txBody>
              <a:bodyPr>
                <a:noAutofit/>
              </a:bodyPr>
              <a:lstStyle/>
              <a:p>
                <a:pPr>
                  <a:spcAft>
                    <a:spcPts val="500"/>
                  </a:spcAft>
                </a:pPr>
                <a:r>
                  <a:rPr lang="en-US" sz="2800" b="1" dirty="0">
                    <a:latin typeface="Times New Roman" panose="02020603050405020304" pitchFamily="18" charset="0"/>
                    <a:cs typeface="Times New Roman" panose="02020603050405020304" pitchFamily="18" charset="0"/>
                  </a:rPr>
                  <a:t>No </a:t>
                </a:r>
                <a:r>
                  <a:rPr lang="en-US" sz="2800" b="1" dirty="0">
                    <a:solidFill>
                      <a:srgbClr val="0000FF"/>
                    </a:solidFill>
                    <a:latin typeface="Times New Roman" panose="02020603050405020304" pitchFamily="18" charset="0"/>
                    <a:cs typeface="Times New Roman" panose="02020603050405020304" pitchFamily="18" charset="0"/>
                  </a:rPr>
                  <a:t>acceleration</a:t>
                </a:r>
                <a:r>
                  <a:rPr lang="en-US" sz="2800" b="1" dirty="0">
                    <a:latin typeface="Times New Roman" panose="02020603050405020304" pitchFamily="18" charset="0"/>
                    <a:cs typeface="Times New Roman" panose="02020603050405020304" pitchFamily="18" charset="0"/>
                  </a:rPr>
                  <a:t> along y direction,</a:t>
                </a:r>
              </a:p>
              <a:p>
                <a:pPr algn="ctr">
                  <a:spcAft>
                    <a:spcPts val="800"/>
                  </a:spcAft>
                </a:pPr>
                <a:r>
                  <a:rPr lang="en-US" sz="28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nary>
                      <m:naryPr>
                        <m:chr m:val="∑"/>
                        <m:subHide m:val="on"/>
                        <m:supHide m:val="on"/>
                        <m:ctrlPr>
                          <a:rPr lang="en-US" sz="2800" i="1">
                            <a:solidFill>
                              <a:srgbClr val="000000"/>
                            </a:solidFill>
                            <a:latin typeface="Cambria Math" panose="02040503050406030204" pitchFamily="18" charset="0"/>
                          </a:rPr>
                        </m:ctrlPr>
                      </m:naryPr>
                      <m:sub/>
                      <m:sup/>
                      <m:e>
                        <m:sSub>
                          <m:sSubPr>
                            <m:ctrlPr>
                              <a:rPr lang="en-US" sz="2800" i="0">
                                <a:solidFill>
                                  <a:srgbClr val="000000"/>
                                </a:solidFill>
                                <a:latin typeface="Cambria Math" panose="02040503050406030204" pitchFamily="18" charset="0"/>
                              </a:rPr>
                            </m:ctrlPr>
                          </m:sSubPr>
                          <m:e>
                            <m:r>
                              <m:rPr>
                                <m:sty m:val="p"/>
                              </m:rPr>
                              <a:rPr lang="en-US" sz="2800" i="0">
                                <a:solidFill>
                                  <a:srgbClr val="000000"/>
                                </a:solidFill>
                                <a:latin typeface="Cambria Math" panose="02040503050406030204" pitchFamily="18" charset="0"/>
                              </a:rPr>
                              <m:t>F</m:t>
                            </m:r>
                          </m:e>
                          <m:sub>
                            <m:r>
                              <m:rPr>
                                <m:sty m:val="p"/>
                              </m:rPr>
                              <a:rPr lang="en-US" sz="2800" i="0">
                                <a:solidFill>
                                  <a:srgbClr val="000000"/>
                                </a:solidFill>
                                <a:latin typeface="Cambria Math" panose="02040503050406030204" pitchFamily="18" charset="0"/>
                              </a:rPr>
                              <m:t>y</m:t>
                            </m:r>
                          </m:sub>
                        </m:sSub>
                      </m:e>
                    </m:nary>
                    <m:r>
                      <a:rPr lang="en-US" sz="2800" i="0">
                        <a:solidFill>
                          <a:srgbClr val="000000"/>
                        </a:solidFill>
                        <a:latin typeface="Cambria Math" panose="02040503050406030204" pitchFamily="18" charset="0"/>
                      </a:rPr>
                      <m:t>=</m:t>
                    </m:r>
                    <m:r>
                      <a:rPr lang="en-US" sz="2800" b="0" i="0" smtClean="0">
                        <a:solidFill>
                          <a:srgbClr val="000000"/>
                        </a:solidFill>
                        <a:latin typeface="Cambria Math" panose="02040503050406030204" pitchFamily="18" charset="0"/>
                      </a:rPr>
                      <m:t>0</m:t>
                    </m:r>
                  </m:oMath>
                </a14:m>
                <a:endParaRPr lang="en-US" sz="2800" dirty="0">
                  <a:solidFill>
                    <a:srgbClr val="000000"/>
                  </a:solidFill>
                  <a:latin typeface="Times New Roman" panose="02020603050405020304" pitchFamily="18" charset="0"/>
                  <a:cs typeface="Times New Roman" panose="02020603050405020304" pitchFamily="18" charset="0"/>
                </a:endParaRPr>
              </a:p>
              <a:p>
                <a:pPr algn="ctr">
                  <a:spcAft>
                    <a:spcPts val="800"/>
                  </a:spcAft>
                </a:pPr>
                <a:r>
                  <a:rPr lang="en-US" sz="2800" dirty="0">
                    <a:solidFill>
                      <a:srgbClr val="000000"/>
                    </a:solidFill>
                  </a:rPr>
                  <a:t>   </a:t>
                </a:r>
                <a14:m>
                  <m:oMath xmlns:m="http://schemas.openxmlformats.org/officeDocument/2006/math">
                    <m:r>
                      <m:rPr>
                        <m:sty m:val="p"/>
                      </m:rPr>
                      <a:rPr lang="en-US" sz="2800" b="0" i="0" smtClean="0">
                        <a:solidFill>
                          <a:srgbClr val="000000"/>
                        </a:solidFill>
                        <a:latin typeface="Cambria Math" panose="02040503050406030204" pitchFamily="18" charset="0"/>
                      </a:rPr>
                      <m:t>N</m:t>
                    </m:r>
                    <m:r>
                      <a:rPr lang="en-US" sz="2800" i="0">
                        <a:solidFill>
                          <a:srgbClr val="000000"/>
                        </a:solidFill>
                        <a:latin typeface="Cambria Math" panose="02040503050406030204" pitchFamily="18" charset="0"/>
                      </a:rPr>
                      <m:t>−</m:t>
                    </m:r>
                    <m:sSub>
                      <m:sSubPr>
                        <m:ctrlPr>
                          <a:rPr lang="en-US" sz="2800" i="0">
                            <a:solidFill>
                              <a:srgbClr val="000000"/>
                            </a:solidFill>
                            <a:latin typeface="Cambria Math" panose="02040503050406030204" pitchFamily="18" charset="0"/>
                          </a:rPr>
                        </m:ctrlPr>
                      </m:sSubPr>
                      <m:e>
                        <m:r>
                          <m:rPr>
                            <m:sty m:val="p"/>
                          </m:rPr>
                          <a:rPr lang="en-US" sz="2800" i="0">
                            <a:solidFill>
                              <a:srgbClr val="000000"/>
                            </a:solidFill>
                            <a:latin typeface="Cambria Math" panose="02040503050406030204" pitchFamily="18" charset="0"/>
                          </a:rPr>
                          <m:t>F</m:t>
                        </m:r>
                      </m:e>
                      <m:sub>
                        <m:r>
                          <m:rPr>
                            <m:sty m:val="p"/>
                          </m:rPr>
                          <a:rPr lang="en-US" sz="2800" i="0">
                            <a:solidFill>
                              <a:srgbClr val="000000"/>
                            </a:solidFill>
                            <a:latin typeface="Cambria Math" panose="02040503050406030204" pitchFamily="18" charset="0"/>
                          </a:rPr>
                          <m:t>g</m:t>
                        </m:r>
                      </m:sub>
                    </m:sSub>
                    <m:r>
                      <a:rPr lang="en-US" sz="2800" i="0">
                        <a:solidFill>
                          <a:srgbClr val="000000"/>
                        </a:solidFill>
                        <a:latin typeface="Cambria Math" panose="02040503050406030204" pitchFamily="18" charset="0"/>
                      </a:rPr>
                      <m:t>=0</m:t>
                    </m:r>
                    <m:r>
                      <m:rPr>
                        <m:nor/>
                      </m:rPr>
                      <a:rPr lang="en-US" sz="2800" i="0">
                        <a:solidFill>
                          <a:srgbClr val="000000"/>
                        </a:solidFill>
                        <a:latin typeface="Times New Roman" panose="02020603050405020304" pitchFamily="18" charset="0"/>
                        <a:cs typeface="Times New Roman" panose="02020603050405020304" pitchFamily="18" charset="0"/>
                      </a:rPr>
                      <m:t>  </m:t>
                    </m:r>
                  </m:oMath>
                </a14:m>
                <a:endParaRPr lang="en-US" sz="28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8" name="Object 3">
                <a:extLst>
                  <a:ext uri="{FF2B5EF4-FFF2-40B4-BE49-F238E27FC236}">
                    <a16:creationId xmlns:a16="http://schemas.microsoft.com/office/drawing/2014/main" id="{E846CCD2-ECEA-8EC6-D751-7941E0DED538}"/>
                  </a:ext>
                </a:extLst>
              </p:cNvPr>
              <p:cNvSpPr txBox="1">
                <a:spLocks noRot="1" noChangeAspect="1" noMove="1" noResize="1" noEditPoints="1" noAdjustHandles="1" noChangeArrowheads="1" noChangeShapeType="1" noTextEdit="1"/>
              </p:cNvSpPr>
              <p:nvPr/>
            </p:nvSpPr>
            <p:spPr bwMode="auto">
              <a:xfrm>
                <a:off x="1045308" y="1215777"/>
                <a:ext cx="8466015" cy="1675592"/>
              </a:xfrm>
              <a:prstGeom prst="rect">
                <a:avLst/>
              </a:prstGeom>
              <a:blipFill>
                <a:blip r:embed="rId3"/>
                <a:stretch>
                  <a:fillRect l="-1440" t="-3636"/>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67D96715-ABE1-0054-2755-29AF546F261B}"/>
              </a:ext>
            </a:extLst>
          </p:cNvPr>
          <p:cNvGrpSpPr/>
          <p:nvPr/>
        </p:nvGrpSpPr>
        <p:grpSpPr>
          <a:xfrm>
            <a:off x="8720932" y="4282430"/>
            <a:ext cx="2303274" cy="2349150"/>
            <a:chOff x="1023261" y="3992644"/>
            <a:chExt cx="2303274" cy="2349150"/>
          </a:xfrm>
        </p:grpSpPr>
        <p:grpSp>
          <p:nvGrpSpPr>
            <p:cNvPr id="10" name="Group 9">
              <a:extLst>
                <a:ext uri="{FF2B5EF4-FFF2-40B4-BE49-F238E27FC236}">
                  <a16:creationId xmlns:a16="http://schemas.microsoft.com/office/drawing/2014/main" id="{4AC75495-9E48-BBB1-3B95-300F9190125A}"/>
                </a:ext>
              </a:extLst>
            </p:cNvPr>
            <p:cNvGrpSpPr/>
            <p:nvPr/>
          </p:nvGrpSpPr>
          <p:grpSpPr>
            <a:xfrm>
              <a:off x="1023261" y="4040155"/>
              <a:ext cx="2303274" cy="2301639"/>
              <a:chOff x="304800" y="3657600"/>
              <a:chExt cx="3560296" cy="2997200"/>
            </a:xfrm>
          </p:grpSpPr>
          <p:grpSp>
            <p:nvGrpSpPr>
              <p:cNvPr id="12" name="Group 11">
                <a:extLst>
                  <a:ext uri="{FF2B5EF4-FFF2-40B4-BE49-F238E27FC236}">
                    <a16:creationId xmlns:a16="http://schemas.microsoft.com/office/drawing/2014/main" id="{0F8D1F42-8063-6E8F-B6B7-A90DBE215876}"/>
                  </a:ext>
                </a:extLst>
              </p:cNvPr>
              <p:cNvGrpSpPr/>
              <p:nvPr/>
            </p:nvGrpSpPr>
            <p:grpSpPr>
              <a:xfrm>
                <a:off x="304800" y="3657600"/>
                <a:ext cx="3560296" cy="2997200"/>
                <a:chOff x="304800" y="2565400"/>
                <a:chExt cx="3560296" cy="2997200"/>
              </a:xfrm>
            </p:grpSpPr>
            <p:pic>
              <p:nvPicPr>
                <p:cNvPr id="14" name="Picture 13">
                  <a:extLst>
                    <a:ext uri="{FF2B5EF4-FFF2-40B4-BE49-F238E27FC236}">
                      <a16:creationId xmlns:a16="http://schemas.microsoft.com/office/drawing/2014/main" id="{469BC82B-4987-31DD-F52C-F68E054B6918}"/>
                    </a:ext>
                  </a:extLst>
                </p:cNvPr>
                <p:cNvPicPr>
                  <a:picLocks noChangeAspect="1"/>
                </p:cNvPicPr>
                <p:nvPr/>
              </p:nvPicPr>
              <p:blipFill>
                <a:blip r:embed="rId4"/>
                <a:stretch>
                  <a:fillRect/>
                </a:stretch>
              </p:blipFill>
              <p:spPr>
                <a:xfrm>
                  <a:off x="304800" y="2565400"/>
                  <a:ext cx="3492500" cy="2997200"/>
                </a:xfrm>
                <a:prstGeom prst="rect">
                  <a:avLst/>
                </a:prstGeom>
              </p:spPr>
            </p:pic>
            <p:sp>
              <p:nvSpPr>
                <p:cNvPr id="15" name="TextBox 14">
                  <a:extLst>
                    <a:ext uri="{FF2B5EF4-FFF2-40B4-BE49-F238E27FC236}">
                      <a16:creationId xmlns:a16="http://schemas.microsoft.com/office/drawing/2014/main" id="{9188BF02-A3E2-0381-2574-F6DB50127042}"/>
                    </a:ext>
                  </a:extLst>
                </p:cNvPr>
                <p:cNvSpPr txBox="1"/>
                <p:nvPr/>
              </p:nvSpPr>
              <p:spPr>
                <a:xfrm>
                  <a:off x="1960096" y="4721224"/>
                  <a:ext cx="1905000" cy="369332"/>
                </a:xfrm>
                <a:prstGeom prst="rect">
                  <a:avLst/>
                </a:prstGeom>
                <a:solidFill>
                  <a:schemeClr val="bg1"/>
                </a:solidFill>
              </p:spPr>
              <p:txBody>
                <a:bodyPr wrap="square" rtlCol="0">
                  <a:spAutoFit/>
                </a:bodyPr>
                <a:lstStyle/>
                <a:p>
                  <a:endParaRPr lang="en-US" dirty="0"/>
                </a:p>
              </p:txBody>
            </p:sp>
            <p:sp>
              <p:nvSpPr>
                <p:cNvPr id="16" name="TextBox 15">
                  <a:extLst>
                    <a:ext uri="{FF2B5EF4-FFF2-40B4-BE49-F238E27FC236}">
                      <a16:creationId xmlns:a16="http://schemas.microsoft.com/office/drawing/2014/main" id="{2E54729A-8557-C229-9912-C76DE48AF948}"/>
                    </a:ext>
                  </a:extLst>
                </p:cNvPr>
                <p:cNvSpPr txBox="1"/>
                <p:nvPr/>
              </p:nvSpPr>
              <p:spPr>
                <a:xfrm>
                  <a:off x="685800" y="4724400"/>
                  <a:ext cx="1143000" cy="369332"/>
                </a:xfrm>
                <a:prstGeom prst="rect">
                  <a:avLst/>
                </a:prstGeom>
                <a:solidFill>
                  <a:schemeClr val="bg1"/>
                </a:solidFill>
              </p:spPr>
              <p:txBody>
                <a:bodyPr wrap="square" rtlCol="0">
                  <a:spAutoFit/>
                </a:bodyPr>
                <a:lstStyle/>
                <a:p>
                  <a:endParaRPr lang="en-US" dirty="0"/>
                </a:p>
              </p:txBody>
            </p: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FBDBB88-E4F8-6E10-E4CF-E6F22BD99009}"/>
                      </a:ext>
                    </a:extLst>
                  </p:cNvPr>
                  <p:cNvSpPr txBox="1"/>
                  <p:nvPr/>
                </p:nvSpPr>
                <p:spPr>
                  <a:xfrm>
                    <a:off x="3124200" y="4626269"/>
                    <a:ext cx="375683" cy="402931"/>
                  </a:xfrm>
                  <a:prstGeom prst="rect">
                    <a:avLst/>
                  </a:prstGeom>
                  <a:solidFill>
                    <a:schemeClr val="bg1"/>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oMath>
                      </m:oMathPara>
                    </a14:m>
                    <a:endParaRPr lang="en-US" b="1" dirty="0"/>
                  </a:p>
                </p:txBody>
              </p:sp>
            </mc:Choice>
            <mc:Fallback xmlns="">
              <p:sp>
                <p:nvSpPr>
                  <p:cNvPr id="14" name="TextBox 13">
                    <a:extLst>
                      <a:ext uri="{FF2B5EF4-FFF2-40B4-BE49-F238E27FC236}">
                        <a16:creationId xmlns:a16="http://schemas.microsoft.com/office/drawing/2014/main" id="{FD130EC0-D465-308F-0BD1-C11E0899E145}"/>
                      </a:ext>
                    </a:extLst>
                  </p:cNvPr>
                  <p:cNvSpPr txBox="1">
                    <a:spLocks noRot="1" noChangeAspect="1" noMove="1" noResize="1" noEditPoints="1" noAdjustHandles="1" noChangeArrowheads="1" noChangeShapeType="1" noTextEdit="1"/>
                  </p:cNvSpPr>
                  <p:nvPr/>
                </p:nvSpPr>
                <p:spPr>
                  <a:xfrm>
                    <a:off x="3124200" y="4626269"/>
                    <a:ext cx="375683" cy="402931"/>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0AECE8E-CEAA-7A9F-0345-0691137FA5CB}"/>
                    </a:ext>
                  </a:extLst>
                </p:cNvPr>
                <p:cNvSpPr txBox="1"/>
                <p:nvPr/>
              </p:nvSpPr>
              <p:spPr>
                <a:xfrm flipH="1">
                  <a:off x="2118036" y="3992644"/>
                  <a:ext cx="233277" cy="333938"/>
                </a:xfrm>
                <a:prstGeom prst="rect">
                  <a:avLst/>
                </a:prstGeom>
                <a:solidFill>
                  <a:schemeClr val="bg1"/>
                </a:solidFill>
              </p:spPr>
              <p:txBody>
                <a:bodyPr wrap="square">
                  <a:spAutoFit/>
                </a:bodyPr>
                <a:lstStyle/>
                <a:p>
                  <a:pPr/>
                  <a14:m>
                    <m:oMathPara xmlns:m="http://schemas.openxmlformats.org/officeDocument/2006/math">
                      <m:oMathParaPr>
                        <m:jc m:val="left"/>
                      </m:oMathParaPr>
                      <m:oMath>
                        <m:acc>
                          <m:accPr>
                            <m:chr m:val="⃗"/>
                            <m:ctrlPr>
                              <a:rPr lang="en-US" sz="1400" b="1" i="0" smtClean="0">
                                <a:latin typeface="Cambria Math" panose="02040503050406030204" pitchFamily="18" charset="0"/>
                                <a:cs typeface="Times New Roman" panose="02020603050405020304" pitchFamily="18" charset="0"/>
                              </a:rPr>
                            </m:ctrlPr>
                          </m:accPr>
                          <m:e>
                            <m:r>
                              <a:rPr lang="en-US" sz="1400" b="1" i="0" smtClean="0">
                                <a:latin typeface="Cambria Math" panose="02040503050406030204" pitchFamily="18" charset="0"/>
                                <a:cs typeface="Times New Roman" panose="02020603050405020304" pitchFamily="18" charset="0"/>
                              </a:rPr>
                              <m:t>𝐍</m:t>
                            </m:r>
                          </m:e>
                        </m:acc>
                      </m:oMath>
                    </m:oMathPara>
                  </a14:m>
                  <a:endParaRPr lang="en-US" sz="1400" b="1" dirty="0"/>
                </a:p>
              </p:txBody>
            </p:sp>
          </mc:Choice>
          <mc:Fallback xmlns="">
            <p:sp>
              <p:nvSpPr>
                <p:cNvPr id="14" name="TextBox 13">
                  <a:extLst>
                    <a:ext uri="{FF2B5EF4-FFF2-40B4-BE49-F238E27FC236}">
                      <a16:creationId xmlns:a16="http://schemas.microsoft.com/office/drawing/2014/main" id="{C721040F-BE11-96EF-82F4-A6C9CD1EF748}"/>
                    </a:ext>
                  </a:extLst>
                </p:cNvPr>
                <p:cNvSpPr txBox="1">
                  <a:spLocks noRot="1" noChangeAspect="1" noMove="1" noResize="1" noEditPoints="1" noAdjustHandles="1" noChangeArrowheads="1" noChangeShapeType="1" noTextEdit="1"/>
                </p:cNvSpPr>
                <p:nvPr/>
              </p:nvSpPr>
              <p:spPr>
                <a:xfrm flipH="1">
                  <a:off x="2118036" y="3992644"/>
                  <a:ext cx="233277" cy="333938"/>
                </a:xfrm>
                <a:prstGeom prst="rect">
                  <a:avLst/>
                </a:prstGeom>
                <a:blipFill>
                  <a:blip r:embed="rId7"/>
                  <a:stretch>
                    <a:fillRect r="-1842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7" name="Object 4">
                <a:extLst>
                  <a:ext uri="{FF2B5EF4-FFF2-40B4-BE49-F238E27FC236}">
                    <a16:creationId xmlns:a16="http://schemas.microsoft.com/office/drawing/2014/main" id="{2CE87DC9-D1F8-62F3-9775-1332989E1531}"/>
                  </a:ext>
                </a:extLst>
              </p:cNvPr>
              <p:cNvSpPr txBox="1"/>
              <p:nvPr/>
            </p:nvSpPr>
            <p:spPr bwMode="auto">
              <a:xfrm>
                <a:off x="6419512" y="4963031"/>
                <a:ext cx="1452176" cy="595313"/>
              </a:xfrm>
              <a:prstGeom prst="rect">
                <a:avLst/>
              </a:prstGeom>
              <a:solidFill>
                <a:srgbClr val="FFFF00"/>
              </a:solidFill>
            </p:spPr>
            <p:txBody>
              <a:bodyPr>
                <a:norm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a:rPr lang="en-US" sz="2200" i="1">
                                  <a:solidFill>
                                    <a:srgbClr val="000000"/>
                                  </a:solidFill>
                                  <a:latin typeface="Cambria Math" panose="02040503050406030204" pitchFamily="18" charset="0"/>
                                </a:rPr>
                                <m:t>𝑓</m:t>
                              </m:r>
                            </m:e>
                          </m:acc>
                        </m:e>
                        <m:sub>
                          <m:r>
                            <a:rPr lang="en-US" sz="2200" i="1">
                              <a:solidFill>
                                <a:srgbClr val="000000"/>
                              </a:solidFill>
                              <a:latin typeface="Cambria Math" panose="02040503050406030204" pitchFamily="18" charset="0"/>
                            </a:rPr>
                            <m:t>𝑘</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𝜇</m:t>
                          </m:r>
                        </m:e>
                        <m:sub>
                          <m:r>
                            <a:rPr lang="en-US" sz="2200" i="1">
                              <a:solidFill>
                                <a:srgbClr val="000000"/>
                              </a:solidFill>
                              <a:latin typeface="Cambria Math" panose="02040503050406030204" pitchFamily="18" charset="0"/>
                            </a:rPr>
                            <m:t>𝑘</m:t>
                          </m:r>
                        </m:sub>
                      </m:sSub>
                      <m:acc>
                        <m:accPr>
                          <m:chr m:val="⃗"/>
                          <m:ctrlPr>
                            <a:rPr lang="en-US" sz="2200">
                              <a:solidFill>
                                <a:srgbClr val="000000"/>
                              </a:solidFill>
                              <a:latin typeface="Cambria Math" panose="02040503050406030204" pitchFamily="18" charset="0"/>
                            </a:rPr>
                          </m:ctrlPr>
                        </m:accPr>
                        <m:e>
                          <m:r>
                            <m:rPr>
                              <m:sty m:val="p"/>
                            </m:rPr>
                            <a:rPr lang="en-US" sz="2200">
                              <a:solidFill>
                                <a:srgbClr val="000000"/>
                              </a:solidFill>
                              <a:latin typeface="Cambria Math" panose="02040503050406030204" pitchFamily="18" charset="0"/>
                            </a:rPr>
                            <m:t>N</m:t>
                          </m:r>
                        </m:e>
                      </m:acc>
                    </m:oMath>
                  </m:oMathPara>
                </a14:m>
                <a:endParaRPr lang="en-US" sz="2200" dirty="0"/>
              </a:p>
            </p:txBody>
          </p:sp>
        </mc:Choice>
        <mc:Fallback xmlns="">
          <p:sp>
            <p:nvSpPr>
              <p:cNvPr id="17" name="Object 4">
                <a:extLst>
                  <a:ext uri="{FF2B5EF4-FFF2-40B4-BE49-F238E27FC236}">
                    <a16:creationId xmlns:a16="http://schemas.microsoft.com/office/drawing/2014/main" id="{2CE87DC9-D1F8-62F3-9775-1332989E1531}"/>
                  </a:ext>
                </a:extLst>
              </p:cNvPr>
              <p:cNvSpPr txBox="1">
                <a:spLocks noRot="1" noChangeAspect="1" noMove="1" noResize="1" noEditPoints="1" noAdjustHandles="1" noChangeArrowheads="1" noChangeShapeType="1" noTextEdit="1"/>
              </p:cNvSpPr>
              <p:nvPr/>
            </p:nvSpPr>
            <p:spPr bwMode="auto">
              <a:xfrm>
                <a:off x="6419512" y="4963031"/>
                <a:ext cx="1452176" cy="59531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34995B2-56C6-0758-F9E2-AA517BCE4A0A}"/>
                  </a:ext>
                </a:extLst>
              </p:cNvPr>
              <p:cNvSpPr txBox="1"/>
              <p:nvPr/>
            </p:nvSpPr>
            <p:spPr>
              <a:xfrm>
                <a:off x="4923696" y="2946403"/>
                <a:ext cx="2508738" cy="563872"/>
              </a:xfrm>
              <a:prstGeom prst="rect">
                <a:avLst/>
              </a:prstGeom>
              <a:noFill/>
              <a:ln w="12700">
                <a:solidFill>
                  <a:schemeClr val="tx1"/>
                </a:solidFill>
              </a:ln>
            </p:spPr>
            <p:txBody>
              <a:bodyPr wrap="square" rtlCol="0">
                <a:spAutoFit/>
              </a:bodyPr>
              <a:lstStyle/>
              <a:p>
                <a:pPr/>
                <a14:m>
                  <m:oMathPara xmlns:m="http://schemas.openxmlformats.org/officeDocument/2006/math">
                    <m:oMath>
                      <m:r>
                        <m:rPr>
                          <m:nor/>
                        </m:rPr>
                        <a:rPr lang="en-US" sz="2800" i="0" smtClean="0">
                          <a:solidFill>
                            <a:srgbClr val="000000"/>
                          </a:solidFill>
                          <a:latin typeface="Times New Roman" panose="02020603050405020304" pitchFamily="18" charset="0"/>
                          <a:cs typeface="Times New Roman" panose="02020603050405020304" pitchFamily="18" charset="0"/>
                        </a:rPr>
                        <m:t> </m:t>
                      </m:r>
                      <m:r>
                        <m:rPr>
                          <m:sty m:val="p"/>
                        </m:rPr>
                        <a:rPr lang="en-US" sz="2800">
                          <a:solidFill>
                            <a:srgbClr val="000000"/>
                          </a:solidFill>
                          <a:latin typeface="Cambria Math" panose="02040503050406030204" pitchFamily="18" charset="0"/>
                          <a:cs typeface="Times New Roman" panose="02020603050405020304" pitchFamily="18" charset="0"/>
                        </a:rPr>
                        <m:t>N</m:t>
                      </m:r>
                      <m:r>
                        <a:rPr lang="en-US" sz="2800">
                          <a:solidFill>
                            <a:srgbClr val="000000"/>
                          </a:solidFill>
                          <a:latin typeface="Cambria Math" panose="02040503050406030204" pitchFamily="18" charset="0"/>
                        </a:rPr>
                        <m:t>=</m:t>
                      </m:r>
                      <m:sSub>
                        <m:sSubPr>
                          <m:ctrlPr>
                            <a:rPr lang="en-US" sz="2800">
                              <a:solidFill>
                                <a:srgbClr val="000000"/>
                              </a:solidFill>
                              <a:latin typeface="Cambria Math" panose="02040503050406030204" pitchFamily="18" charset="0"/>
                            </a:rPr>
                          </m:ctrlPr>
                        </m:sSubPr>
                        <m:e>
                          <m:r>
                            <m:rPr>
                              <m:sty m:val="p"/>
                            </m:rPr>
                            <a:rPr lang="en-US" sz="2800">
                              <a:solidFill>
                                <a:srgbClr val="000000"/>
                              </a:solidFill>
                              <a:latin typeface="Cambria Math" panose="02040503050406030204" pitchFamily="18" charset="0"/>
                            </a:rPr>
                            <m:t>F</m:t>
                          </m:r>
                        </m:e>
                        <m:sub>
                          <m:r>
                            <m:rPr>
                              <m:sty m:val="p"/>
                            </m:rPr>
                            <a:rPr lang="en-US" sz="2800">
                              <a:solidFill>
                                <a:srgbClr val="000000"/>
                              </a:solidFill>
                              <a:latin typeface="Cambria Math" panose="02040503050406030204" pitchFamily="18" charset="0"/>
                            </a:rPr>
                            <m:t>g</m:t>
                          </m:r>
                        </m:sub>
                      </m:sSub>
                      <m:r>
                        <a:rPr lang="en-US" sz="2800">
                          <a:solidFill>
                            <a:srgbClr val="000000"/>
                          </a:solidFill>
                          <a:latin typeface="Cambria Math" panose="02040503050406030204" pitchFamily="18" charset="0"/>
                        </a:rPr>
                        <m:t> </m:t>
                      </m:r>
                      <m:r>
                        <a:rPr lang="en-US" sz="2800" b="0" i="0" smtClean="0">
                          <a:solidFill>
                            <a:srgbClr val="000000"/>
                          </a:solidFill>
                          <a:latin typeface="Cambria Math" panose="02040503050406030204" pitchFamily="18" charset="0"/>
                        </a:rPr>
                        <m:t>=</m:t>
                      </m:r>
                      <m:r>
                        <m:rPr>
                          <m:sty m:val="p"/>
                        </m:rPr>
                        <a:rPr lang="en-US" sz="2800" b="0" i="0" smtClean="0">
                          <a:solidFill>
                            <a:srgbClr val="000000"/>
                          </a:solidFill>
                          <a:latin typeface="Cambria Math" panose="02040503050406030204" pitchFamily="18" charset="0"/>
                        </a:rPr>
                        <m:t>mg</m:t>
                      </m:r>
                    </m:oMath>
                  </m:oMathPara>
                </a14:m>
                <a:endParaRPr lang="en-US" sz="2800" dirty="0"/>
              </a:p>
            </p:txBody>
          </p:sp>
        </mc:Choice>
        <mc:Fallback xmlns="">
          <p:sp>
            <p:nvSpPr>
              <p:cNvPr id="18" name="TextBox 17">
                <a:extLst>
                  <a:ext uri="{FF2B5EF4-FFF2-40B4-BE49-F238E27FC236}">
                    <a16:creationId xmlns:a16="http://schemas.microsoft.com/office/drawing/2014/main" id="{D34995B2-56C6-0758-F9E2-AA517BCE4A0A}"/>
                  </a:ext>
                </a:extLst>
              </p:cNvPr>
              <p:cNvSpPr txBox="1">
                <a:spLocks noRot="1" noChangeAspect="1" noMove="1" noResize="1" noEditPoints="1" noAdjustHandles="1" noChangeArrowheads="1" noChangeShapeType="1" noTextEdit="1"/>
              </p:cNvSpPr>
              <p:nvPr/>
            </p:nvSpPr>
            <p:spPr>
              <a:xfrm>
                <a:off x="4923696" y="2946403"/>
                <a:ext cx="2508738" cy="563872"/>
              </a:xfrm>
              <a:prstGeom prst="rect">
                <a:avLst/>
              </a:prstGeom>
              <a:blipFill>
                <a:blip r:embed="rId9"/>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2" name="Ink 1">
                <a:extLst>
                  <a:ext uri="{FF2B5EF4-FFF2-40B4-BE49-F238E27FC236}">
                    <a16:creationId xmlns:a16="http://schemas.microsoft.com/office/drawing/2014/main" id="{9DBFD07F-D919-457F-23D1-39B1F6D18C24}"/>
                  </a:ext>
                </a:extLst>
              </p14:cNvPr>
              <p14:cNvContentPartPr/>
              <p14:nvPr/>
            </p14:nvContentPartPr>
            <p14:xfrm>
              <a:off x="1627898" y="5244923"/>
              <a:ext cx="296640" cy="232920"/>
            </p14:xfrm>
          </p:contentPart>
        </mc:Choice>
        <mc:Fallback xmlns="">
          <p:pic>
            <p:nvPicPr>
              <p:cNvPr id="2" name="Ink 1">
                <a:extLst>
                  <a:ext uri="{FF2B5EF4-FFF2-40B4-BE49-F238E27FC236}">
                    <a16:creationId xmlns:a16="http://schemas.microsoft.com/office/drawing/2014/main" id="{9DBFD07F-D919-457F-23D1-39B1F6D18C24}"/>
                  </a:ext>
                </a:extLst>
              </p:cNvPr>
              <p:cNvPicPr/>
              <p:nvPr/>
            </p:nvPicPr>
            <p:blipFill>
              <a:blip r:embed="rId11"/>
              <a:stretch>
                <a:fillRect/>
              </a:stretch>
            </p:blipFill>
            <p:spPr>
              <a:xfrm>
                <a:off x="1619258" y="5236283"/>
                <a:ext cx="314280" cy="250560"/>
              </a:xfrm>
              <a:prstGeom prst="rect">
                <a:avLst/>
              </a:prstGeom>
            </p:spPr>
          </p:pic>
        </mc:Fallback>
      </mc:AlternateContent>
      <p:sp>
        <p:nvSpPr>
          <p:cNvPr id="5" name="Title 3">
            <a:extLst>
              <a:ext uri="{FF2B5EF4-FFF2-40B4-BE49-F238E27FC236}">
                <a16:creationId xmlns:a16="http://schemas.microsoft.com/office/drawing/2014/main" id="{4EBF60FA-94DF-F651-0B6F-251FE76B26A7}"/>
              </a:ext>
            </a:extLst>
          </p:cNvPr>
          <p:cNvSpPr txBox="1">
            <a:spLocks/>
          </p:cNvSpPr>
          <p:nvPr/>
        </p:nvSpPr>
        <p:spPr>
          <a:xfrm>
            <a:off x="0" y="-2466"/>
            <a:ext cx="12192000" cy="646331"/>
          </a:xfrm>
          <a:prstGeom prst="rect">
            <a:avLst/>
          </a:prstGeom>
          <a:solidFill>
            <a:schemeClr val="bg1">
              <a:lumMod val="8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Find the </a:t>
            </a:r>
            <a:r>
              <a:rPr lang="en-US" sz="4000" b="1" dirty="0">
                <a:solidFill>
                  <a:srgbClr val="0000FF"/>
                </a:solidFill>
                <a:latin typeface="Times New Roman" panose="02020603050405020304" pitchFamily="18" charset="0"/>
                <a:cs typeface="Times New Roman" panose="02020603050405020304" pitchFamily="18" charset="0"/>
              </a:rPr>
              <a:t>acceleration</a:t>
            </a: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21" name="Object 3">
                <a:extLst>
                  <a:ext uri="{FF2B5EF4-FFF2-40B4-BE49-F238E27FC236}">
                    <a16:creationId xmlns:a16="http://schemas.microsoft.com/office/drawing/2014/main" id="{6901759E-DA3C-E724-EE19-5165945F7D20}"/>
                  </a:ext>
                </a:extLst>
              </p:cNvPr>
              <p:cNvSpPr txBox="1"/>
              <p:nvPr/>
            </p:nvSpPr>
            <p:spPr bwMode="auto">
              <a:xfrm>
                <a:off x="164117" y="3909019"/>
                <a:ext cx="9831753" cy="2623208"/>
              </a:xfrm>
              <a:prstGeom prst="rect">
                <a:avLst/>
              </a:prstGeom>
              <a:noFill/>
            </p:spPr>
            <p:txBody>
              <a:bodyPr>
                <a:noAutofit/>
              </a:bodyPr>
              <a:lstStyle/>
              <a:p>
                <a:pPr algn="ctr">
                  <a:spcAft>
                    <a:spcPts val="1000"/>
                  </a:spcAft>
                </a:pPr>
                <a:r>
                  <a:rPr lang="en-US" sz="2800" b="1" dirty="0">
                    <a:latin typeface="Times New Roman" panose="02020603050405020304" pitchFamily="18" charset="0"/>
                    <a:cs typeface="Times New Roman" panose="02020603050405020304" pitchFamily="18" charset="0"/>
                  </a:rPr>
                  <a:t>The object experiences </a:t>
                </a:r>
                <a:r>
                  <a:rPr lang="en-US" sz="2800" b="1" dirty="0">
                    <a:solidFill>
                      <a:srgbClr val="0000FF"/>
                    </a:solidFill>
                    <a:latin typeface="Times New Roman" panose="02020603050405020304" pitchFamily="18" charset="0"/>
                    <a:cs typeface="Times New Roman" panose="02020603050405020304" pitchFamily="18" charset="0"/>
                  </a:rPr>
                  <a:t>acceleration</a:t>
                </a:r>
                <a:r>
                  <a:rPr lang="en-US" sz="2800" b="1" dirty="0">
                    <a:latin typeface="Times New Roman" panose="02020603050405020304" pitchFamily="18" charset="0"/>
                    <a:cs typeface="Times New Roman" panose="02020603050405020304" pitchFamily="18" charset="0"/>
                  </a:rPr>
                  <a:t> along x direction,</a:t>
                </a:r>
                <a:r>
                  <a:rPr lang="en-US" sz="2800" dirty="0">
                    <a:solidFill>
                      <a:srgbClr val="000000"/>
                    </a:solidFill>
                    <a:latin typeface="Times New Roman" panose="02020603050405020304" pitchFamily="18" charset="0"/>
                    <a:cs typeface="Times New Roman" panose="02020603050405020304" pitchFamily="18" charset="0"/>
                  </a:rPr>
                  <a:t>           </a:t>
                </a:r>
              </a:p>
              <a:p>
                <a:pPr algn="ctr">
                  <a:spcAft>
                    <a:spcPts val="1000"/>
                  </a:spcAft>
                </a:pPr>
                <a:r>
                  <a:rPr lang="en-US" sz="28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nary>
                      <m:naryPr>
                        <m:chr m:val="∑"/>
                        <m:subHide m:val="on"/>
                        <m:supHide m:val="on"/>
                        <m:ctrlPr>
                          <a:rPr lang="en-US" sz="2800" i="1">
                            <a:solidFill>
                              <a:srgbClr val="000000"/>
                            </a:solidFill>
                            <a:latin typeface="Cambria Math" panose="02040503050406030204" pitchFamily="18" charset="0"/>
                          </a:rPr>
                        </m:ctrlPr>
                      </m:naryPr>
                      <m:sub/>
                      <m:sup/>
                      <m:e>
                        <m:sSub>
                          <m:sSubPr>
                            <m:ctrlPr>
                              <a:rPr lang="en-US" sz="2800" i="0">
                                <a:solidFill>
                                  <a:srgbClr val="000000"/>
                                </a:solidFill>
                                <a:latin typeface="Cambria Math" panose="02040503050406030204" pitchFamily="18" charset="0"/>
                              </a:rPr>
                            </m:ctrlPr>
                          </m:sSubPr>
                          <m:e>
                            <m:r>
                              <m:rPr>
                                <m:sty m:val="p"/>
                              </m:rPr>
                              <a:rPr lang="en-US" sz="2800" i="0">
                                <a:solidFill>
                                  <a:srgbClr val="000000"/>
                                </a:solidFill>
                                <a:latin typeface="Cambria Math" panose="02040503050406030204" pitchFamily="18" charset="0"/>
                              </a:rPr>
                              <m:t>F</m:t>
                            </m:r>
                          </m:e>
                          <m:sub>
                            <m:r>
                              <m:rPr>
                                <m:sty m:val="p"/>
                              </m:rPr>
                              <a:rPr lang="en-US" sz="2800" i="0">
                                <a:solidFill>
                                  <a:srgbClr val="000000"/>
                                </a:solidFill>
                                <a:latin typeface="Cambria Math" panose="02040503050406030204" pitchFamily="18" charset="0"/>
                              </a:rPr>
                              <m:t>x</m:t>
                            </m:r>
                          </m:sub>
                        </m:sSub>
                      </m:e>
                    </m:nary>
                    <m:r>
                      <a:rPr lang="en-US" sz="2800" i="0">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m</m:t>
                    </m:r>
                    <m:sSub>
                      <m:sSubPr>
                        <m:ctrlPr>
                          <a:rPr lang="en-US" sz="2800" i="0">
                            <a:solidFill>
                              <a:srgbClr val="000000"/>
                            </a:solidFill>
                            <a:latin typeface="Cambria Math" panose="02040503050406030204" pitchFamily="18" charset="0"/>
                          </a:rPr>
                        </m:ctrlPr>
                      </m:sSubPr>
                      <m:e>
                        <m:r>
                          <m:rPr>
                            <m:sty m:val="p"/>
                          </m:rPr>
                          <a:rPr lang="en-US" sz="2800" i="0">
                            <a:solidFill>
                              <a:srgbClr val="000000"/>
                            </a:solidFill>
                            <a:latin typeface="Cambria Math" panose="02040503050406030204" pitchFamily="18" charset="0"/>
                          </a:rPr>
                          <m:t>a</m:t>
                        </m:r>
                      </m:e>
                      <m:sub>
                        <m:r>
                          <m:rPr>
                            <m:sty m:val="p"/>
                          </m:rPr>
                          <a:rPr lang="en-US" sz="2800" i="0">
                            <a:solidFill>
                              <a:srgbClr val="000000"/>
                            </a:solidFill>
                            <a:latin typeface="Cambria Math" panose="02040503050406030204" pitchFamily="18" charset="0"/>
                          </a:rPr>
                          <m:t>x</m:t>
                        </m:r>
                      </m:sub>
                    </m:sSub>
                  </m:oMath>
                </a14:m>
                <a:endParaRPr lang="en-US" sz="2800" dirty="0">
                  <a:solidFill>
                    <a:srgbClr val="000000"/>
                  </a:solidFill>
                  <a:latin typeface="Cambria Math" panose="02040503050406030204" pitchFamily="18" charset="0"/>
                </a:endParaRPr>
              </a:p>
              <a:p>
                <a:pPr algn="ctr">
                  <a:spcAft>
                    <a:spcPts val="1000"/>
                  </a:spcAft>
                </a:pPr>
                <a14:m>
                  <m:oMathPara xmlns:m="http://schemas.openxmlformats.org/officeDocument/2006/math">
                    <m:oMath>
                      <m:r>
                        <m:rPr>
                          <m:sty m:val="p"/>
                        </m:rPr>
                        <a:rPr lang="en-US" sz="2800" i="0">
                          <a:solidFill>
                            <a:srgbClr val="000000"/>
                          </a:solidFill>
                          <a:latin typeface="Cambria Math" panose="02040503050406030204" pitchFamily="18" charset="0"/>
                        </a:rPr>
                        <m:t>T</m:t>
                      </m:r>
                      <m:sSub>
                        <m:sSubPr>
                          <m:ctrlPr>
                            <a:rPr lang="en-US" sz="2800" i="0">
                              <a:solidFill>
                                <a:srgbClr val="000000"/>
                              </a:solidFill>
                              <a:latin typeface="Cambria Math" panose="02040503050406030204" pitchFamily="18" charset="0"/>
                            </a:rPr>
                          </m:ctrlPr>
                        </m:sSubPr>
                        <m:e>
                          <m:r>
                            <a:rPr lang="en-US" sz="2800" i="0">
                              <a:solidFill>
                                <a:srgbClr val="000000"/>
                              </a:solidFill>
                              <a:latin typeface="Cambria Math" panose="02040503050406030204" pitchFamily="18" charset="0"/>
                            </a:rPr>
                            <m:t>− </m:t>
                          </m:r>
                          <m:r>
                            <m:rPr>
                              <m:sty m:val="p"/>
                            </m:rPr>
                            <a:rPr lang="en-US" sz="2800" i="0">
                              <a:solidFill>
                                <a:srgbClr val="000000"/>
                              </a:solidFill>
                              <a:latin typeface="Cambria Math" panose="02040503050406030204" pitchFamily="18" charset="0"/>
                            </a:rPr>
                            <m:t>f</m:t>
                          </m:r>
                        </m:e>
                        <m:sub>
                          <m:r>
                            <m:rPr>
                              <m:sty m:val="p"/>
                            </m:rPr>
                            <a:rPr lang="en-US" sz="2800" i="0">
                              <a:solidFill>
                                <a:srgbClr val="000000"/>
                              </a:solidFill>
                              <a:latin typeface="Cambria Math" panose="02040503050406030204" pitchFamily="18" charset="0"/>
                            </a:rPr>
                            <m:t>k</m:t>
                          </m:r>
                        </m:sub>
                      </m:sSub>
                      <m:r>
                        <a:rPr lang="en-US" sz="2800" b="0" i="0" smtClean="0">
                          <a:solidFill>
                            <a:srgbClr val="000000"/>
                          </a:solidFill>
                          <a:latin typeface="Cambria Math" panose="02040503050406030204" pitchFamily="18" charset="0"/>
                        </a:rPr>
                        <m:t> </m:t>
                      </m:r>
                      <m:r>
                        <a:rPr lang="en-US" sz="2800" i="0" smtClean="0">
                          <a:solidFill>
                            <a:srgbClr val="000000"/>
                          </a:solidFill>
                          <a:latin typeface="Cambria Math" panose="02040503050406030204" pitchFamily="18" charset="0"/>
                        </a:rPr>
                        <m:t>=</m:t>
                      </m:r>
                      <m:r>
                        <m:rPr>
                          <m:sty m:val="p"/>
                        </m:rPr>
                        <a:rPr lang="en-US" sz="2800" i="0" smtClean="0">
                          <a:solidFill>
                            <a:srgbClr val="000000"/>
                          </a:solidFill>
                          <a:latin typeface="Cambria Math" panose="02040503050406030204" pitchFamily="18" charset="0"/>
                        </a:rPr>
                        <m:t>m</m:t>
                      </m:r>
                      <m:sSub>
                        <m:sSubPr>
                          <m:ctrlPr>
                            <a:rPr lang="en-US" sz="2800" i="0">
                              <a:solidFill>
                                <a:srgbClr val="000000"/>
                              </a:solidFill>
                              <a:latin typeface="Cambria Math" panose="02040503050406030204" pitchFamily="18" charset="0"/>
                            </a:rPr>
                          </m:ctrlPr>
                        </m:sSubPr>
                        <m:e>
                          <m:r>
                            <m:rPr>
                              <m:sty m:val="p"/>
                            </m:rPr>
                            <a:rPr lang="en-US" sz="2800" i="0">
                              <a:solidFill>
                                <a:srgbClr val="000000"/>
                              </a:solidFill>
                              <a:latin typeface="Cambria Math" panose="02040503050406030204" pitchFamily="18" charset="0"/>
                            </a:rPr>
                            <m:t>a</m:t>
                          </m:r>
                        </m:e>
                        <m:sub>
                          <m:r>
                            <m:rPr>
                              <m:sty m:val="p"/>
                            </m:rPr>
                            <a:rPr lang="en-US" sz="2800" i="0">
                              <a:solidFill>
                                <a:srgbClr val="000000"/>
                              </a:solidFill>
                              <a:latin typeface="Cambria Math" panose="02040503050406030204" pitchFamily="18" charset="0"/>
                            </a:rPr>
                            <m:t>x</m:t>
                          </m:r>
                        </m:sub>
                      </m:sSub>
                    </m:oMath>
                  </m:oMathPara>
                </a14:m>
                <a:endParaRPr lang="en-US" sz="2800" b="1" dirty="0">
                  <a:solidFill>
                    <a:srgbClr val="0000FF"/>
                  </a:solidFill>
                  <a:latin typeface="Times New Roman" panose="02020603050405020304" pitchFamily="18" charset="0"/>
                  <a:cs typeface="Times New Roman" panose="02020603050405020304" pitchFamily="18" charset="0"/>
                </a:endParaRPr>
              </a:p>
              <a:p>
                <a:pPr algn="ctr">
                  <a:spcAft>
                    <a:spcPts val="1000"/>
                  </a:spcAft>
                </a:pPr>
                <a:r>
                  <a:rPr lang="en-US" sz="2800" b="1" dirty="0">
                    <a:solidFill>
                      <a:srgbClr val="0000FF"/>
                    </a:solidFill>
                    <a:latin typeface="Times New Roman" panose="02020603050405020304" pitchFamily="18" charset="0"/>
                    <a:cs typeface="Times New Roman" panose="02020603050405020304" pitchFamily="18" charset="0"/>
                  </a:rPr>
                  <a:t>                                     a</a:t>
                </a:r>
                <a:r>
                  <a:rPr lang="en-US" sz="2800" b="1" baseline="-25000" dirty="0">
                    <a:solidFill>
                      <a:srgbClr val="0000FF"/>
                    </a:solidFill>
                    <a:latin typeface="Times New Roman" panose="02020603050405020304" pitchFamily="18" charset="0"/>
                    <a:cs typeface="Times New Roman" panose="02020603050405020304" pitchFamily="18" charset="0"/>
                  </a:rPr>
                  <a:t>x</a:t>
                </a:r>
                <a:r>
                  <a:rPr lang="en-US" sz="2800" b="1" dirty="0">
                    <a:solidFill>
                      <a:srgbClr val="0000FF"/>
                    </a:solidFill>
                    <a:latin typeface="Times New Roman" panose="02020603050405020304" pitchFamily="18" charset="0"/>
                    <a:cs typeface="Times New Roman" panose="02020603050405020304" pitchFamily="18" charset="0"/>
                  </a:rPr>
                  <a:t>= ?? </a:t>
                </a:r>
                <a14:m>
                  <m:oMath xmlns:m="http://schemas.openxmlformats.org/officeDocument/2006/math">
                    <m:r>
                      <a:rPr lang="en-US" sz="2800" b="1">
                        <a:solidFill>
                          <a:srgbClr val="000000"/>
                        </a:solidFill>
                        <a:latin typeface="Cambria Math" panose="02040503050406030204" pitchFamily="18" charset="0"/>
                      </a:rPr>
                      <m:t>𝐢𝐟</m:t>
                    </m:r>
                    <m:r>
                      <a:rPr lang="en-US" sz="2800" b="1">
                        <a:solidFill>
                          <a:srgbClr val="000000"/>
                        </a:solidFill>
                        <a:latin typeface="Cambria Math" panose="02040503050406030204" pitchFamily="18" charset="0"/>
                      </a:rPr>
                      <m:t> </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𝜇</m:t>
                        </m:r>
                      </m:e>
                      <m:sub>
                        <m:r>
                          <a:rPr lang="en-US" sz="2800" i="1">
                            <a:solidFill>
                              <a:srgbClr val="000000"/>
                            </a:solidFill>
                            <a:latin typeface="Cambria Math" panose="02040503050406030204" pitchFamily="18" charset="0"/>
                          </a:rPr>
                          <m:t>𝑘</m:t>
                        </m:r>
                      </m:sub>
                    </m:sSub>
                  </m:oMath>
                </a14:m>
                <a:r>
                  <a:rPr lang="en-US" sz="2800" b="1" dirty="0">
                    <a:solidFill>
                      <a:srgbClr val="0000FF"/>
                    </a:solidFill>
                    <a:latin typeface="Times New Roman" panose="02020603050405020304" pitchFamily="18" charset="0"/>
                    <a:cs typeface="Times New Roman" panose="02020603050405020304" pitchFamily="18" charset="0"/>
                  </a:rPr>
                  <a:t> and </a:t>
                </a:r>
                <a14:m>
                  <m:oMath xmlns:m="http://schemas.openxmlformats.org/officeDocument/2006/math">
                    <m:acc>
                      <m:accPr>
                        <m:chr m:val="⃗"/>
                        <m:ctrlPr>
                          <a:rPr lang="en-US" sz="2800" b="0" i="1" smtClean="0">
                            <a:solidFill>
                              <a:srgbClr val="000000"/>
                            </a:solidFill>
                            <a:latin typeface="Cambria Math" panose="02040503050406030204" pitchFamily="18" charset="0"/>
                          </a:rPr>
                        </m:ctrlPr>
                      </m:accPr>
                      <m:e>
                        <m:r>
                          <m:rPr>
                            <m:sty m:val="p"/>
                          </m:rPr>
                          <a:rPr lang="en-US" sz="2800" b="0" i="1" smtClean="0">
                            <a:solidFill>
                              <a:srgbClr val="000000"/>
                            </a:solidFill>
                            <a:latin typeface="Cambria Math" panose="02040503050406030204" pitchFamily="18" charset="0"/>
                          </a:rPr>
                          <m:t>T</m:t>
                        </m:r>
                      </m:e>
                    </m:acc>
                  </m:oMath>
                </a14:m>
                <a:r>
                  <a:rPr lang="en-US" sz="2800" b="1" dirty="0">
                    <a:solidFill>
                      <a:srgbClr val="0000FF"/>
                    </a:solidFill>
                    <a:latin typeface="Times New Roman" panose="02020603050405020304" pitchFamily="18" charset="0"/>
                    <a:cs typeface="Times New Roman" panose="02020603050405020304" pitchFamily="18" charset="0"/>
                  </a:rPr>
                  <a:t> is given </a:t>
                </a:r>
              </a:p>
              <a:p>
                <a:pPr algn="ctr"/>
                <a:r>
                  <a:rPr lang="en-US" sz="2800" b="1" dirty="0">
                    <a:solidFill>
                      <a:srgbClr val="0000FF"/>
                    </a:solidFill>
                    <a:latin typeface="Times New Roman" panose="02020603050405020304" pitchFamily="18" charset="0"/>
                    <a:cs typeface="Times New Roman" panose="02020603050405020304" pitchFamily="18" charset="0"/>
                  </a:rPr>
                  <a:t>             </a:t>
                </a:r>
              </a:p>
              <a:p>
                <a:pPr algn="ctr"/>
                <a:r>
                  <a:rPr lang="en-US" sz="2800" b="1" dirty="0">
                    <a:solidFill>
                      <a:srgbClr val="0000FF"/>
                    </a:solidFill>
                    <a:latin typeface="Times New Roman" panose="02020603050405020304" pitchFamily="18" charset="0"/>
                    <a:cs typeface="Times New Roman" panose="02020603050405020304" pitchFamily="18" charset="0"/>
                  </a:rPr>
                  <a:t>                                    </a:t>
                </a:r>
                <a:br>
                  <a:rPr lang="en-US" sz="2800" dirty="0">
                    <a:solidFill>
                      <a:srgbClr val="000000"/>
                    </a:solidFill>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21" name="Object 3">
                <a:extLst>
                  <a:ext uri="{FF2B5EF4-FFF2-40B4-BE49-F238E27FC236}">
                    <a16:creationId xmlns:a16="http://schemas.microsoft.com/office/drawing/2014/main" id="{6901759E-DA3C-E724-EE19-5165945F7D20}"/>
                  </a:ext>
                </a:extLst>
              </p:cNvPr>
              <p:cNvSpPr txBox="1">
                <a:spLocks noRot="1" noChangeAspect="1" noMove="1" noResize="1" noEditPoints="1" noAdjustHandles="1" noChangeArrowheads="1" noChangeShapeType="1" noTextEdit="1"/>
              </p:cNvSpPr>
              <p:nvPr/>
            </p:nvSpPr>
            <p:spPr bwMode="auto">
              <a:xfrm>
                <a:off x="164117" y="3909019"/>
                <a:ext cx="9831753" cy="2623208"/>
              </a:xfrm>
              <a:prstGeom prst="rect">
                <a:avLst/>
              </a:prstGeom>
              <a:blipFill>
                <a:blip r:embed="rId12"/>
                <a:stretch>
                  <a:fillRect t="-2320"/>
                </a:stretch>
              </a:blipFill>
            </p:spPr>
            <p:txBody>
              <a:bodyPr/>
              <a:lstStyle/>
              <a:p>
                <a:r>
                  <a:rPr lang="en-US">
                    <a:noFill/>
                  </a:rPr>
                  <a:t> </a:t>
                </a:r>
              </a:p>
            </p:txBody>
          </p:sp>
        </mc:Fallback>
      </mc:AlternateContent>
    </p:spTree>
    <p:extLst>
      <p:ext uri="{BB962C8B-B14F-4D97-AF65-F5344CB8AC3E}">
        <p14:creationId xmlns:p14="http://schemas.microsoft.com/office/powerpoint/2010/main" val="167759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C783-C87D-B55C-ECDD-D41964535A2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DB4C23C-BE26-AE54-9A9C-CBAD98CA91AF}"/>
              </a:ext>
            </a:extLst>
          </p:cNvPr>
          <p:cNvPicPr>
            <a:picLocks noChangeAspect="1"/>
          </p:cNvPicPr>
          <p:nvPr/>
        </p:nvPicPr>
        <p:blipFill>
          <a:blip r:embed="rId3"/>
          <a:stretch>
            <a:fillRect/>
          </a:stretch>
        </p:blipFill>
        <p:spPr>
          <a:xfrm>
            <a:off x="8310507" y="917752"/>
            <a:ext cx="3037430" cy="1497325"/>
          </a:xfrm>
          <a:prstGeom prst="rect">
            <a:avLst/>
          </a:prstGeom>
        </p:spPr>
      </p:pic>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43CA7FBF-F5F8-1116-A585-CD37F48FD575}"/>
                  </a:ext>
                </a:extLst>
              </p:cNvPr>
              <p:cNvSpPr txBox="1"/>
              <p:nvPr/>
            </p:nvSpPr>
            <p:spPr bwMode="auto">
              <a:xfrm>
                <a:off x="304801" y="3979356"/>
                <a:ext cx="7612380" cy="2623208"/>
              </a:xfrm>
              <a:prstGeom prst="rect">
                <a:avLst/>
              </a:prstGeom>
              <a:noFill/>
            </p:spPr>
            <p:txBody>
              <a:bodyPr>
                <a:noAutofit/>
              </a:bodyPr>
              <a:lstStyle/>
              <a:p>
                <a:r>
                  <a:rPr lang="en-US" sz="2600" b="1" dirty="0">
                    <a:latin typeface="Times New Roman" panose="02020603050405020304" pitchFamily="18" charset="0"/>
                    <a:cs typeface="Times New Roman" panose="02020603050405020304" pitchFamily="18" charset="0"/>
                  </a:rPr>
                  <a:t>The object experiences </a:t>
                </a:r>
                <a:r>
                  <a:rPr lang="en-US" sz="2400" b="1" dirty="0">
                    <a:solidFill>
                      <a:srgbClr val="0000FF"/>
                    </a:solidFill>
                    <a:latin typeface="Times New Roman" panose="02020603050405020304" pitchFamily="18" charset="0"/>
                    <a:cs typeface="Times New Roman" panose="02020603050405020304" pitchFamily="18" charset="0"/>
                  </a:rPr>
                  <a:t>acceleration</a:t>
                </a:r>
                <a:r>
                  <a:rPr lang="en-US" sz="2600" b="1" dirty="0">
                    <a:latin typeface="Times New Roman" panose="02020603050405020304" pitchFamily="18" charset="0"/>
                    <a:cs typeface="Times New Roman" panose="02020603050405020304" pitchFamily="18" charset="0"/>
                  </a:rPr>
                  <a:t> along x direction,</a:t>
                </a:r>
                <a:endParaRPr lang="en-US" sz="2600" dirty="0">
                  <a:solidFill>
                    <a:srgbClr val="000000"/>
                  </a:solidFill>
                  <a:latin typeface="Times New Roman" panose="02020603050405020304" pitchFamily="18" charset="0"/>
                  <a:cs typeface="Times New Roman" panose="02020603050405020304" pitchFamily="18" charset="0"/>
                </a:endParaRPr>
              </a:p>
              <a:p>
                <a:pPr algn="ctr"/>
                <a:r>
                  <a:rPr lang="en-US" sz="2600" dirty="0">
                    <a:solidFill>
                      <a:srgbClr val="000000"/>
                    </a:solidFill>
                    <a:latin typeface="Times New Roman" panose="02020603050405020304" pitchFamily="18" charset="0"/>
                    <a:cs typeface="Times New Roman" panose="02020603050405020304" pitchFamily="18" charset="0"/>
                  </a:rPr>
                  <a:t>           </a:t>
                </a:r>
              </a:p>
              <a:p>
                <a:pPr algn="ctr"/>
                <a:r>
                  <a:rPr lang="en-US" sz="26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nary>
                      <m:naryPr>
                        <m:chr m:val="∑"/>
                        <m:subHide m:val="on"/>
                        <m:supHide m:val="on"/>
                        <m:ctrlPr>
                          <a:rPr lang="en-US" sz="2600" i="1">
                            <a:solidFill>
                              <a:srgbClr val="000000"/>
                            </a:solidFill>
                            <a:latin typeface="Cambria Math" panose="02040503050406030204" pitchFamily="18" charset="0"/>
                          </a:rPr>
                        </m:ctrlPr>
                      </m:naryPr>
                      <m:sub/>
                      <m:sup/>
                      <m:e>
                        <m:sSub>
                          <m:sSubPr>
                            <m:ctrlPr>
                              <a:rPr lang="en-US" sz="2600" i="0">
                                <a:solidFill>
                                  <a:srgbClr val="000000"/>
                                </a:solidFill>
                                <a:latin typeface="Cambria Math" panose="02040503050406030204" pitchFamily="18" charset="0"/>
                              </a:rPr>
                            </m:ctrlPr>
                          </m:sSubPr>
                          <m:e>
                            <m:r>
                              <m:rPr>
                                <m:sty m:val="p"/>
                              </m:rPr>
                              <a:rPr lang="en-US" sz="2600" i="0">
                                <a:solidFill>
                                  <a:srgbClr val="000000"/>
                                </a:solidFill>
                                <a:latin typeface="Cambria Math" panose="02040503050406030204" pitchFamily="18" charset="0"/>
                              </a:rPr>
                              <m:t>F</m:t>
                            </m:r>
                          </m:e>
                          <m:sub>
                            <m:r>
                              <m:rPr>
                                <m:sty m:val="p"/>
                              </m:rPr>
                              <a:rPr lang="en-US" sz="2600" i="0">
                                <a:solidFill>
                                  <a:srgbClr val="000000"/>
                                </a:solidFill>
                                <a:latin typeface="Cambria Math" panose="02040503050406030204" pitchFamily="18" charset="0"/>
                              </a:rPr>
                              <m:t>x</m:t>
                            </m:r>
                          </m:sub>
                        </m:sSub>
                      </m:e>
                    </m:nary>
                    <m:r>
                      <a:rPr lang="en-US" sz="2600" i="0">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m</m:t>
                    </m:r>
                    <m:sSub>
                      <m:sSubPr>
                        <m:ctrlPr>
                          <a:rPr lang="en-US" sz="2600" i="0">
                            <a:solidFill>
                              <a:srgbClr val="000000"/>
                            </a:solidFill>
                            <a:latin typeface="Cambria Math" panose="02040503050406030204" pitchFamily="18" charset="0"/>
                          </a:rPr>
                        </m:ctrlPr>
                      </m:sSubPr>
                      <m:e>
                        <m:r>
                          <m:rPr>
                            <m:sty m:val="p"/>
                          </m:rPr>
                          <a:rPr lang="en-US" sz="2600" i="0">
                            <a:solidFill>
                              <a:srgbClr val="000000"/>
                            </a:solidFill>
                            <a:latin typeface="Cambria Math" panose="02040503050406030204" pitchFamily="18" charset="0"/>
                          </a:rPr>
                          <m:t>a</m:t>
                        </m:r>
                      </m:e>
                      <m:sub>
                        <m:r>
                          <m:rPr>
                            <m:sty m:val="p"/>
                          </m:rPr>
                          <a:rPr lang="en-US" sz="2600" i="0">
                            <a:solidFill>
                              <a:srgbClr val="000000"/>
                            </a:solidFill>
                            <a:latin typeface="Cambria Math" panose="02040503050406030204" pitchFamily="18" charset="0"/>
                          </a:rPr>
                          <m:t>x</m:t>
                        </m:r>
                      </m:sub>
                    </m:sSub>
                  </m:oMath>
                </a14:m>
                <a:endParaRPr lang="en-US" sz="2600" dirty="0">
                  <a:solidFill>
                    <a:srgbClr val="000000"/>
                  </a:solidFill>
                  <a:latin typeface="Cambria Math" panose="02040503050406030204" pitchFamily="18" charset="0"/>
                </a:endParaRPr>
              </a:p>
              <a:p>
                <a:pPr algn="ctr"/>
                <a:endParaRPr lang="en-US" sz="2600" dirty="0">
                  <a:solidFill>
                    <a:srgbClr val="000000"/>
                  </a:solidFill>
                  <a:latin typeface="Cambria Math" panose="02040503050406030204" pitchFamily="18" charset="0"/>
                </a:endParaRPr>
              </a:p>
              <a:p>
                <a:pPr algn="ctr"/>
                <a14:m>
                  <m:oMathPara xmlns:m="http://schemas.openxmlformats.org/officeDocument/2006/math">
                    <m:oMath>
                      <m:r>
                        <m:rPr>
                          <m:sty m:val="p"/>
                        </m:rPr>
                        <a:rPr lang="en-US" sz="2600" i="0">
                          <a:solidFill>
                            <a:srgbClr val="000000"/>
                          </a:solidFill>
                          <a:latin typeface="Cambria Math" panose="02040503050406030204" pitchFamily="18" charset="0"/>
                        </a:rPr>
                        <m:t>T</m:t>
                      </m:r>
                      <m:func>
                        <m:funcPr>
                          <m:ctrlPr>
                            <a:rPr lang="en-US" sz="2600" i="0" smtClean="0">
                              <a:solidFill>
                                <a:srgbClr val="000000"/>
                              </a:solidFill>
                              <a:latin typeface="Cambria Math" panose="02040503050406030204" pitchFamily="18" charset="0"/>
                            </a:rPr>
                          </m:ctrlPr>
                        </m:funcPr>
                        <m:fName>
                          <m:r>
                            <m:rPr>
                              <m:sty m:val="p"/>
                            </m:rPr>
                            <a:rPr lang="en-US" sz="2600" i="0" smtClean="0">
                              <a:solidFill>
                                <a:srgbClr val="000000"/>
                              </a:solidFill>
                              <a:latin typeface="Cambria Math" panose="02040503050406030204" pitchFamily="18" charset="0"/>
                            </a:rPr>
                            <m:t>cos</m:t>
                          </m:r>
                        </m:fName>
                        <m:e>
                          <m:r>
                            <m:rPr>
                              <m:sty m:val="p"/>
                            </m:rPr>
                            <a:rPr lang="en-US" sz="2600" i="0" smtClean="0">
                              <a:solidFill>
                                <a:srgbClr val="000000"/>
                              </a:solidFill>
                              <a:latin typeface="Cambria Math" panose="02040503050406030204" pitchFamily="18" charset="0"/>
                              <a:ea typeface="Cambria Math" panose="02040503050406030204" pitchFamily="18" charset="0"/>
                            </a:rPr>
                            <m:t>θ</m:t>
                          </m:r>
                        </m:e>
                      </m:func>
                      <m:sSub>
                        <m:sSubPr>
                          <m:ctrlPr>
                            <a:rPr lang="en-US" sz="2600" i="0">
                              <a:solidFill>
                                <a:srgbClr val="000000"/>
                              </a:solidFill>
                              <a:latin typeface="Cambria Math" panose="02040503050406030204" pitchFamily="18" charset="0"/>
                            </a:rPr>
                          </m:ctrlPr>
                        </m:sSubPr>
                        <m:e>
                          <m:r>
                            <a:rPr lang="en-US" sz="2600" i="0">
                              <a:solidFill>
                                <a:srgbClr val="000000"/>
                              </a:solidFill>
                              <a:latin typeface="Cambria Math" panose="02040503050406030204" pitchFamily="18" charset="0"/>
                            </a:rPr>
                            <m:t>− </m:t>
                          </m:r>
                          <m:r>
                            <m:rPr>
                              <m:sty m:val="p"/>
                            </m:rPr>
                            <a:rPr lang="en-US" sz="2600" i="0">
                              <a:solidFill>
                                <a:srgbClr val="000000"/>
                              </a:solidFill>
                              <a:latin typeface="Cambria Math" panose="02040503050406030204" pitchFamily="18" charset="0"/>
                            </a:rPr>
                            <m:t>f</m:t>
                          </m:r>
                        </m:e>
                        <m:sub>
                          <m:r>
                            <m:rPr>
                              <m:sty m:val="p"/>
                            </m:rPr>
                            <a:rPr lang="en-US" sz="2600" i="0">
                              <a:solidFill>
                                <a:srgbClr val="000000"/>
                              </a:solidFill>
                              <a:latin typeface="Cambria Math" panose="02040503050406030204" pitchFamily="18" charset="0"/>
                            </a:rPr>
                            <m:t>k</m:t>
                          </m:r>
                        </m:sub>
                      </m:sSub>
                      <m:r>
                        <a:rPr lang="en-US" sz="2600" b="0" i="0" smtClean="0">
                          <a:solidFill>
                            <a:srgbClr val="000000"/>
                          </a:solidFill>
                          <a:latin typeface="Cambria Math" panose="02040503050406030204" pitchFamily="18" charset="0"/>
                        </a:rPr>
                        <m:t> </m:t>
                      </m:r>
                      <m:r>
                        <a:rPr lang="en-US" sz="2600" i="0">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m</m:t>
                      </m:r>
                      <m:sSub>
                        <m:sSubPr>
                          <m:ctrlPr>
                            <a:rPr lang="en-US" sz="2600" i="0">
                              <a:solidFill>
                                <a:srgbClr val="000000"/>
                              </a:solidFill>
                              <a:latin typeface="Cambria Math" panose="02040503050406030204" pitchFamily="18" charset="0"/>
                            </a:rPr>
                          </m:ctrlPr>
                        </m:sSubPr>
                        <m:e>
                          <m:r>
                            <m:rPr>
                              <m:sty m:val="p"/>
                            </m:rPr>
                            <a:rPr lang="en-US" sz="2600" i="0">
                              <a:solidFill>
                                <a:srgbClr val="000000"/>
                              </a:solidFill>
                              <a:latin typeface="Cambria Math" panose="02040503050406030204" pitchFamily="18" charset="0"/>
                            </a:rPr>
                            <m:t>a</m:t>
                          </m:r>
                        </m:e>
                        <m:sub>
                          <m:r>
                            <m:rPr>
                              <m:sty m:val="p"/>
                            </m:rPr>
                            <a:rPr lang="en-US" sz="2600" i="0">
                              <a:solidFill>
                                <a:srgbClr val="000000"/>
                              </a:solidFill>
                              <a:latin typeface="Cambria Math" panose="02040503050406030204" pitchFamily="18" charset="0"/>
                            </a:rPr>
                            <m:t>x</m:t>
                          </m:r>
                        </m:sub>
                      </m:sSub>
                    </m:oMath>
                  </m:oMathPara>
                </a14:m>
                <a:endParaRPr lang="en-US" sz="2600" dirty="0">
                  <a:solidFill>
                    <a:srgbClr val="000000"/>
                  </a:solidFill>
                  <a:latin typeface="Times New Roman" panose="02020603050405020304" pitchFamily="18" charset="0"/>
                </a:endParaRPr>
              </a:p>
              <a:p>
                <a:pPr algn="ctr"/>
                <a:endParaRPr lang="en-US" sz="2400" b="1" dirty="0">
                  <a:solidFill>
                    <a:srgbClr val="0000FF"/>
                  </a:solidFill>
                  <a:latin typeface="Times New Roman" panose="02020603050405020304" pitchFamily="18" charset="0"/>
                  <a:cs typeface="Times New Roman" panose="02020603050405020304" pitchFamily="18" charset="0"/>
                </a:endParaRPr>
              </a:p>
              <a:p>
                <a:pPr algn="ctr"/>
                <a:r>
                  <a:rPr lang="en-US" sz="2400" b="1" dirty="0">
                    <a:solidFill>
                      <a:srgbClr val="0000FF"/>
                    </a:solidFill>
                    <a:latin typeface="Times New Roman" panose="02020603050405020304" pitchFamily="18" charset="0"/>
                    <a:cs typeface="Times New Roman" panose="02020603050405020304" pitchFamily="18" charset="0"/>
                  </a:rPr>
                  <a:t>                                     a</a:t>
                </a:r>
                <a:r>
                  <a:rPr lang="en-US" sz="2400" b="1" baseline="-25000" dirty="0">
                    <a:solidFill>
                      <a:srgbClr val="0000FF"/>
                    </a:solidFill>
                    <a:latin typeface="Times New Roman" panose="02020603050405020304" pitchFamily="18" charset="0"/>
                    <a:cs typeface="Times New Roman" panose="02020603050405020304" pitchFamily="18" charset="0"/>
                  </a:rPr>
                  <a:t>x</a:t>
                </a:r>
                <a:r>
                  <a:rPr lang="en-US" sz="2400" b="1" dirty="0">
                    <a:solidFill>
                      <a:srgbClr val="0000FF"/>
                    </a:solidFill>
                    <a:latin typeface="Times New Roman" panose="02020603050405020304" pitchFamily="18" charset="0"/>
                    <a:cs typeface="Times New Roman" panose="02020603050405020304" pitchFamily="18" charset="0"/>
                  </a:rPr>
                  <a:t>= ?? </a:t>
                </a:r>
                <a14:m>
                  <m:oMath xmlns:m="http://schemas.openxmlformats.org/officeDocument/2006/math">
                    <m:r>
                      <a:rPr lang="en-US" sz="2400" b="1">
                        <a:solidFill>
                          <a:srgbClr val="000000"/>
                        </a:solidFill>
                        <a:latin typeface="Cambria Math" panose="02040503050406030204" pitchFamily="18" charset="0"/>
                      </a:rPr>
                      <m:t>𝐢𝐟</m:t>
                    </m:r>
                    <m:r>
                      <a:rPr lang="en-US" sz="2400" b="1">
                        <a:solidFill>
                          <a:srgbClr val="000000"/>
                        </a:solidFill>
                        <a:latin typeface="Cambria Math" panose="02040503050406030204" pitchFamily="18" charset="0"/>
                      </a:rPr>
                      <m:t> </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𝜇</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=0.20</m:t>
                    </m:r>
                  </m:oMath>
                </a14:m>
                <a:r>
                  <a:rPr lang="en-US" sz="2400" b="1" dirty="0">
                    <a:solidFill>
                      <a:srgbClr val="0000FF"/>
                    </a:solidFill>
                    <a:latin typeface="Times New Roman" panose="02020603050405020304" pitchFamily="18" charset="0"/>
                    <a:cs typeface="Times New Roman" panose="02020603050405020304" pitchFamily="18" charset="0"/>
                  </a:rPr>
                  <a:t> </a:t>
                </a:r>
              </a:p>
              <a:p>
                <a:pPr algn="ctr"/>
                <a:r>
                  <a:rPr lang="en-US" sz="2400" b="1" dirty="0">
                    <a:solidFill>
                      <a:srgbClr val="0000FF"/>
                    </a:solidFill>
                    <a:latin typeface="Times New Roman" panose="02020603050405020304" pitchFamily="18" charset="0"/>
                    <a:cs typeface="Times New Roman" panose="02020603050405020304" pitchFamily="18" charset="0"/>
                  </a:rPr>
                  <a:t>             </a:t>
                </a:r>
              </a:p>
              <a:p>
                <a:pPr algn="ctr"/>
                <a:r>
                  <a:rPr lang="en-US" sz="2400" b="1" dirty="0">
                    <a:solidFill>
                      <a:srgbClr val="0000FF"/>
                    </a:solidFill>
                    <a:latin typeface="Times New Roman" panose="02020603050405020304" pitchFamily="18" charset="0"/>
                    <a:cs typeface="Times New Roman" panose="02020603050405020304" pitchFamily="18" charset="0"/>
                  </a:rPr>
                  <a:t>                                    </a:t>
                </a:r>
                <a:br>
                  <a:rPr lang="en-US" sz="2600" dirty="0">
                    <a:solidFill>
                      <a:srgbClr val="000000"/>
                    </a:solidFill>
                    <a:latin typeface="Times New Roman" panose="02020603050405020304" pitchFamily="18" charset="0"/>
                    <a:cs typeface="Times New Roman" panose="02020603050405020304" pitchFamily="18" charset="0"/>
                  </a:rPr>
                </a:br>
                <a:endParaRPr lang="en-US" sz="26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3" name="Object 3">
                <a:extLst>
                  <a:ext uri="{FF2B5EF4-FFF2-40B4-BE49-F238E27FC236}">
                    <a16:creationId xmlns:a16="http://schemas.microsoft.com/office/drawing/2014/main" id="{43CA7FBF-F5F8-1116-A585-CD37F48FD575}"/>
                  </a:ext>
                </a:extLst>
              </p:cNvPr>
              <p:cNvSpPr txBox="1">
                <a:spLocks noRot="1" noChangeAspect="1" noMove="1" noResize="1" noEditPoints="1" noAdjustHandles="1" noChangeArrowheads="1" noChangeShapeType="1" noTextEdit="1"/>
              </p:cNvSpPr>
              <p:nvPr/>
            </p:nvSpPr>
            <p:spPr bwMode="auto">
              <a:xfrm>
                <a:off x="304801" y="3979356"/>
                <a:ext cx="7612380" cy="2623208"/>
              </a:xfrm>
              <a:prstGeom prst="rect">
                <a:avLst/>
              </a:prstGeom>
              <a:blipFill>
                <a:blip r:embed="rId4"/>
                <a:stretch>
                  <a:fillRect l="-1441" t="-2093" r="-641" b="-1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3">
                <a:extLst>
                  <a:ext uri="{FF2B5EF4-FFF2-40B4-BE49-F238E27FC236}">
                    <a16:creationId xmlns:a16="http://schemas.microsoft.com/office/drawing/2014/main" id="{337FB3F3-F4CE-FF83-A29A-5D8E9E968C5A}"/>
                  </a:ext>
                </a:extLst>
              </p:cNvPr>
              <p:cNvSpPr txBox="1"/>
              <p:nvPr/>
            </p:nvSpPr>
            <p:spPr bwMode="auto">
              <a:xfrm>
                <a:off x="1307125" y="826662"/>
                <a:ext cx="5933531" cy="2371188"/>
              </a:xfrm>
              <a:prstGeom prst="rect">
                <a:avLst/>
              </a:prstGeom>
              <a:noFill/>
            </p:spPr>
            <p:txBody>
              <a:bodyPr>
                <a:noAutofit/>
              </a:bodyPr>
              <a:lstStyle/>
              <a:p>
                <a:r>
                  <a:rPr lang="en-US" sz="2600" b="1" dirty="0">
                    <a:latin typeface="Times New Roman" panose="02020603050405020304" pitchFamily="18" charset="0"/>
                    <a:cs typeface="Times New Roman" panose="02020603050405020304" pitchFamily="18" charset="0"/>
                  </a:rPr>
                  <a:t>No </a:t>
                </a:r>
                <a:r>
                  <a:rPr lang="en-US" sz="2800" b="1" dirty="0">
                    <a:solidFill>
                      <a:srgbClr val="0000FF"/>
                    </a:solidFill>
                    <a:latin typeface="Times New Roman" panose="02020603050405020304" pitchFamily="18" charset="0"/>
                    <a:cs typeface="Times New Roman" panose="02020603050405020304" pitchFamily="18" charset="0"/>
                  </a:rPr>
                  <a:t>acceleration</a:t>
                </a:r>
                <a:r>
                  <a:rPr lang="en-US" sz="2600" b="1" dirty="0">
                    <a:latin typeface="Times New Roman" panose="02020603050405020304" pitchFamily="18" charset="0"/>
                    <a:cs typeface="Times New Roman" panose="02020603050405020304" pitchFamily="18" charset="0"/>
                  </a:rPr>
                  <a:t> along y direction,</a:t>
                </a:r>
              </a:p>
              <a:p>
                <a:endParaRPr lang="en-US" sz="2600" dirty="0">
                  <a:solidFill>
                    <a:srgbClr val="0070C0"/>
                  </a:solidFill>
                  <a:latin typeface="Times New Roman" panose="02020603050405020304" pitchFamily="18" charset="0"/>
                  <a:cs typeface="Times New Roman" panose="02020603050405020304" pitchFamily="18" charset="0"/>
                </a:endParaRPr>
              </a:p>
              <a:p>
                <a:pPr algn="ctr"/>
                <a:r>
                  <a:rPr lang="en-US" sz="26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nary>
                      <m:naryPr>
                        <m:chr m:val="∑"/>
                        <m:subHide m:val="on"/>
                        <m:supHide m:val="on"/>
                        <m:ctrlPr>
                          <a:rPr lang="en-US" sz="2600" i="1">
                            <a:solidFill>
                              <a:srgbClr val="000000"/>
                            </a:solidFill>
                            <a:latin typeface="Cambria Math" panose="02040503050406030204" pitchFamily="18" charset="0"/>
                          </a:rPr>
                        </m:ctrlPr>
                      </m:naryPr>
                      <m:sub/>
                      <m:sup/>
                      <m:e>
                        <m:sSub>
                          <m:sSubPr>
                            <m:ctrlPr>
                              <a:rPr lang="en-US" sz="2600" i="0">
                                <a:solidFill>
                                  <a:srgbClr val="000000"/>
                                </a:solidFill>
                                <a:latin typeface="Cambria Math" panose="02040503050406030204" pitchFamily="18" charset="0"/>
                              </a:rPr>
                            </m:ctrlPr>
                          </m:sSubPr>
                          <m:e>
                            <m:r>
                              <m:rPr>
                                <m:sty m:val="p"/>
                              </m:rPr>
                              <a:rPr lang="en-US" sz="2600" i="0">
                                <a:solidFill>
                                  <a:srgbClr val="000000"/>
                                </a:solidFill>
                                <a:latin typeface="Cambria Math" panose="02040503050406030204" pitchFamily="18" charset="0"/>
                              </a:rPr>
                              <m:t>F</m:t>
                            </m:r>
                          </m:e>
                          <m:sub>
                            <m:r>
                              <m:rPr>
                                <m:sty m:val="p"/>
                              </m:rPr>
                              <a:rPr lang="en-US" sz="2600" i="0">
                                <a:solidFill>
                                  <a:srgbClr val="000000"/>
                                </a:solidFill>
                                <a:latin typeface="Cambria Math" panose="02040503050406030204" pitchFamily="18" charset="0"/>
                              </a:rPr>
                              <m:t>y</m:t>
                            </m:r>
                          </m:sub>
                        </m:sSub>
                      </m:e>
                    </m:nary>
                    <m:r>
                      <a:rPr lang="en-US" sz="2600" b="0" i="0" smtClean="0">
                        <a:solidFill>
                          <a:srgbClr val="000000"/>
                        </a:solidFill>
                        <a:latin typeface="Cambria Math" panose="02040503050406030204" pitchFamily="18" charset="0"/>
                      </a:rPr>
                      <m:t>=0</m:t>
                    </m:r>
                  </m:oMath>
                </a14:m>
                <a:endParaRPr lang="en-US" sz="2600" dirty="0">
                  <a:solidFill>
                    <a:srgbClr val="000000"/>
                  </a:solidFill>
                  <a:latin typeface="Times New Roman" panose="02020603050405020304" pitchFamily="18" charset="0"/>
                  <a:cs typeface="Times New Roman" panose="02020603050405020304" pitchFamily="18" charset="0"/>
                </a:endParaRPr>
              </a:p>
              <a:p>
                <a:pPr algn="ctr"/>
                <a:endParaRPr lang="en-US" sz="2600" dirty="0">
                  <a:solidFill>
                    <a:srgbClr val="000000"/>
                  </a:solidFill>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
                    </m:oMathParaPr>
                    <m:oMath>
                      <m:r>
                        <m:rPr>
                          <m:sty m:val="p"/>
                        </m:rPr>
                        <a:rPr lang="en-US" sz="2600" b="0" i="0" smtClean="0">
                          <a:solidFill>
                            <a:srgbClr val="000000"/>
                          </a:solidFill>
                          <a:latin typeface="Cambria Math" panose="02040503050406030204" pitchFamily="18" charset="0"/>
                        </a:rPr>
                        <m:t>N</m:t>
                      </m:r>
                      <m:r>
                        <a:rPr lang="en-US" sz="2600" b="0" i="0" smtClean="0">
                          <a:solidFill>
                            <a:srgbClr val="000000"/>
                          </a:solidFill>
                          <a:latin typeface="Cambria Math" panose="02040503050406030204" pitchFamily="18" charset="0"/>
                        </a:rPr>
                        <m:t>+</m:t>
                      </m:r>
                      <m:r>
                        <m:rPr>
                          <m:sty m:val="p"/>
                        </m:rPr>
                        <a:rPr lang="en-US" sz="2600" i="0">
                          <a:solidFill>
                            <a:srgbClr val="000000"/>
                          </a:solidFill>
                          <a:latin typeface="Cambria Math" panose="02040503050406030204" pitchFamily="18" charset="0"/>
                        </a:rPr>
                        <m:t>T</m:t>
                      </m:r>
                      <m:func>
                        <m:funcPr>
                          <m:ctrlPr>
                            <a:rPr lang="en-US" sz="2600" i="0" smtClean="0">
                              <a:solidFill>
                                <a:srgbClr val="000000"/>
                              </a:solidFill>
                              <a:latin typeface="Cambria Math" panose="02040503050406030204" pitchFamily="18" charset="0"/>
                            </a:rPr>
                          </m:ctrlPr>
                        </m:funcPr>
                        <m:fName>
                          <m:r>
                            <m:rPr>
                              <m:sty m:val="p"/>
                            </m:rPr>
                            <a:rPr lang="en-US" sz="2600" i="0" smtClean="0">
                              <a:solidFill>
                                <a:srgbClr val="000000"/>
                              </a:solidFill>
                              <a:latin typeface="Cambria Math" panose="02040503050406030204" pitchFamily="18" charset="0"/>
                            </a:rPr>
                            <m:t>sin</m:t>
                          </m:r>
                        </m:fName>
                        <m:e>
                          <m:r>
                            <m:rPr>
                              <m:sty m:val="p"/>
                            </m:rPr>
                            <a:rPr lang="en-US" sz="2600" i="0" smtClean="0">
                              <a:solidFill>
                                <a:srgbClr val="000000"/>
                              </a:solidFill>
                              <a:latin typeface="Cambria Math" panose="02040503050406030204" pitchFamily="18" charset="0"/>
                              <a:ea typeface="Cambria Math" panose="02040503050406030204" pitchFamily="18" charset="0"/>
                            </a:rPr>
                            <m:t>θ</m:t>
                          </m:r>
                        </m:e>
                      </m:func>
                      <m:r>
                        <a:rPr lang="en-US" sz="2600" i="0">
                          <a:solidFill>
                            <a:srgbClr val="000000"/>
                          </a:solidFill>
                          <a:latin typeface="Cambria Math" panose="02040503050406030204" pitchFamily="18" charset="0"/>
                        </a:rPr>
                        <m:t>−</m:t>
                      </m:r>
                      <m:sSub>
                        <m:sSubPr>
                          <m:ctrlPr>
                            <a:rPr lang="en-US" sz="2600" i="0">
                              <a:solidFill>
                                <a:srgbClr val="000000"/>
                              </a:solidFill>
                              <a:latin typeface="Cambria Math" panose="02040503050406030204" pitchFamily="18" charset="0"/>
                            </a:rPr>
                          </m:ctrlPr>
                        </m:sSubPr>
                        <m:e>
                          <m:r>
                            <m:rPr>
                              <m:sty m:val="p"/>
                            </m:rPr>
                            <a:rPr lang="en-US" sz="2600" i="0">
                              <a:solidFill>
                                <a:srgbClr val="000000"/>
                              </a:solidFill>
                              <a:latin typeface="Cambria Math" panose="02040503050406030204" pitchFamily="18" charset="0"/>
                            </a:rPr>
                            <m:t>F</m:t>
                          </m:r>
                        </m:e>
                        <m:sub>
                          <m:r>
                            <m:rPr>
                              <m:sty m:val="p"/>
                            </m:rPr>
                            <a:rPr lang="en-US" sz="2600" i="0">
                              <a:solidFill>
                                <a:srgbClr val="000000"/>
                              </a:solidFill>
                              <a:latin typeface="Cambria Math" panose="02040503050406030204" pitchFamily="18" charset="0"/>
                            </a:rPr>
                            <m:t>g</m:t>
                          </m:r>
                        </m:sub>
                      </m:sSub>
                      <m:r>
                        <a:rPr lang="en-US" sz="2600" b="0" i="0" smtClean="0">
                          <a:solidFill>
                            <a:srgbClr val="000000"/>
                          </a:solidFill>
                          <a:latin typeface="Cambria Math" panose="02040503050406030204" pitchFamily="18" charset="0"/>
                        </a:rPr>
                        <m:t>=0</m:t>
                      </m:r>
                      <m:r>
                        <m:rPr>
                          <m:nor/>
                        </m:rPr>
                        <a:rPr lang="en-US" sz="2600" i="0">
                          <a:solidFill>
                            <a:srgbClr val="000000"/>
                          </a:solidFill>
                          <a:latin typeface="Times New Roman" panose="02020603050405020304" pitchFamily="18" charset="0"/>
                          <a:cs typeface="Times New Roman" panose="02020603050405020304" pitchFamily="18" charset="0"/>
                        </a:rPr>
                        <m:t> </m:t>
                      </m:r>
                    </m:oMath>
                  </m:oMathPara>
                </a14:m>
                <a:br>
                  <a:rPr lang="en-US" sz="2600" dirty="0">
                    <a:solidFill>
                      <a:srgbClr val="000000"/>
                    </a:solidFill>
                    <a:latin typeface="Times New Roman" panose="02020603050405020304" pitchFamily="18" charset="0"/>
                    <a:cs typeface="Times New Roman" panose="02020603050405020304" pitchFamily="18" charset="0"/>
                  </a:rPr>
                </a:br>
                <a:endParaRPr lang="en-US" sz="2600" dirty="0">
                  <a:solidFill>
                    <a:srgbClr val="000000"/>
                  </a:solidFill>
                  <a:latin typeface="Times New Roman" panose="02020603050405020304" pitchFamily="18" charset="0"/>
                  <a:cs typeface="Times New Roman" panose="02020603050405020304" pitchFamily="18" charset="0"/>
                </a:endParaRPr>
              </a:p>
              <a:p>
                <a:pPr algn="ctr"/>
                <a:endParaRPr lang="en-US" sz="2600" dirty="0">
                  <a:solidFill>
                    <a:srgbClr val="000000"/>
                  </a:solidFill>
                  <a:latin typeface="Times New Roman" panose="02020603050405020304" pitchFamily="18" charset="0"/>
                  <a:cs typeface="Times New Roman" panose="02020603050405020304" pitchFamily="18" charset="0"/>
                </a:endParaRPr>
              </a:p>
              <a:p>
                <a:pPr algn="ctr"/>
                <a:r>
                  <a:rPr lang="en-US" sz="26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r>
                      <m:rPr>
                        <m:nor/>
                      </m:rPr>
                      <a:rPr lang="en-US" sz="2600" i="0">
                        <a:solidFill>
                          <a:srgbClr val="000000"/>
                        </a:solidFill>
                        <a:latin typeface="Times New Roman" panose="02020603050405020304" pitchFamily="18" charset="0"/>
                        <a:cs typeface="Times New Roman" panose="02020603050405020304" pitchFamily="18" charset="0"/>
                      </a:rPr>
                      <m:t> </m:t>
                    </m:r>
                  </m:oMath>
                </a14:m>
                <a:endParaRPr lang="en-US" sz="2600" dirty="0">
                  <a:latin typeface="Times New Roman" panose="02020603050405020304" pitchFamily="18" charset="0"/>
                  <a:cs typeface="Times New Roman" panose="02020603050405020304" pitchFamily="18" charset="0"/>
                </a:endParaRPr>
              </a:p>
            </p:txBody>
          </p:sp>
        </mc:Choice>
        <mc:Fallback xmlns="">
          <p:sp>
            <p:nvSpPr>
              <p:cNvPr id="5" name="Object 3">
                <a:extLst>
                  <a:ext uri="{FF2B5EF4-FFF2-40B4-BE49-F238E27FC236}">
                    <a16:creationId xmlns:a16="http://schemas.microsoft.com/office/drawing/2014/main" id="{337FB3F3-F4CE-FF83-A29A-5D8E9E968C5A}"/>
                  </a:ext>
                </a:extLst>
              </p:cNvPr>
              <p:cNvSpPr txBox="1">
                <a:spLocks noRot="1" noChangeAspect="1" noMove="1" noResize="1" noEditPoints="1" noAdjustHandles="1" noChangeArrowheads="1" noChangeShapeType="1" noTextEdit="1"/>
              </p:cNvSpPr>
              <p:nvPr/>
            </p:nvSpPr>
            <p:spPr bwMode="auto">
              <a:xfrm>
                <a:off x="1307125" y="826662"/>
                <a:ext cx="5933531" cy="2371188"/>
              </a:xfrm>
              <a:prstGeom prst="rect">
                <a:avLst/>
              </a:prstGeom>
              <a:blipFill>
                <a:blip r:embed="rId5"/>
                <a:stretch>
                  <a:fillRect l="-1848" t="-2828"/>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96F70576-7221-5F65-77A7-D7F19135BDA8}"/>
              </a:ext>
            </a:extLst>
          </p:cNvPr>
          <p:cNvGrpSpPr/>
          <p:nvPr/>
        </p:nvGrpSpPr>
        <p:grpSpPr>
          <a:xfrm>
            <a:off x="8267878" y="2448803"/>
            <a:ext cx="2060534" cy="1847586"/>
            <a:chOff x="5367901" y="3865482"/>
            <a:chExt cx="2580884" cy="2507328"/>
          </a:xfrm>
        </p:grpSpPr>
        <p:grpSp>
          <p:nvGrpSpPr>
            <p:cNvPr id="7" name="Group 6">
              <a:extLst>
                <a:ext uri="{FF2B5EF4-FFF2-40B4-BE49-F238E27FC236}">
                  <a16:creationId xmlns:a16="http://schemas.microsoft.com/office/drawing/2014/main" id="{2E8EBE8A-5B97-F96B-003D-334DF93C5555}"/>
                </a:ext>
              </a:extLst>
            </p:cNvPr>
            <p:cNvGrpSpPr/>
            <p:nvPr/>
          </p:nvGrpSpPr>
          <p:grpSpPr>
            <a:xfrm>
              <a:off x="5367901" y="3865482"/>
              <a:ext cx="2580884" cy="2507328"/>
              <a:chOff x="4931110" y="3886200"/>
              <a:chExt cx="3222290" cy="2667000"/>
            </a:xfrm>
          </p:grpSpPr>
          <p:grpSp>
            <p:nvGrpSpPr>
              <p:cNvPr id="9" name="Group 8">
                <a:extLst>
                  <a:ext uri="{FF2B5EF4-FFF2-40B4-BE49-F238E27FC236}">
                    <a16:creationId xmlns:a16="http://schemas.microsoft.com/office/drawing/2014/main" id="{615595A8-D8C6-8C4D-0FF2-9CA5FC11D6B6}"/>
                  </a:ext>
                </a:extLst>
              </p:cNvPr>
              <p:cNvGrpSpPr/>
              <p:nvPr/>
            </p:nvGrpSpPr>
            <p:grpSpPr>
              <a:xfrm>
                <a:off x="4931110" y="3962400"/>
                <a:ext cx="3222290" cy="2590800"/>
                <a:chOff x="4609501" y="2895600"/>
                <a:chExt cx="3146090" cy="2603500"/>
              </a:xfrm>
            </p:grpSpPr>
            <p:pic>
              <p:nvPicPr>
                <p:cNvPr id="11" name="Picture 10">
                  <a:extLst>
                    <a:ext uri="{FF2B5EF4-FFF2-40B4-BE49-F238E27FC236}">
                      <a16:creationId xmlns:a16="http://schemas.microsoft.com/office/drawing/2014/main" id="{FF5B06C8-44CA-C6D8-A58E-FB281240A48A}"/>
                    </a:ext>
                  </a:extLst>
                </p:cNvPr>
                <p:cNvPicPr>
                  <a:picLocks noChangeAspect="1"/>
                </p:cNvPicPr>
                <p:nvPr/>
              </p:nvPicPr>
              <p:blipFill>
                <a:blip r:embed="rId6"/>
                <a:stretch>
                  <a:fillRect/>
                </a:stretch>
              </p:blipFill>
              <p:spPr>
                <a:xfrm>
                  <a:off x="4745092" y="2895600"/>
                  <a:ext cx="2874908" cy="2603500"/>
                </a:xfrm>
                <a:prstGeom prst="rect">
                  <a:avLst/>
                </a:prstGeom>
              </p:spPr>
            </p:pic>
            <p:sp>
              <p:nvSpPr>
                <p:cNvPr id="12" name="TextBox 11">
                  <a:extLst>
                    <a:ext uri="{FF2B5EF4-FFF2-40B4-BE49-F238E27FC236}">
                      <a16:creationId xmlns:a16="http://schemas.microsoft.com/office/drawing/2014/main" id="{E6592D81-174B-0FE7-9C92-A707EE44CD40}"/>
                    </a:ext>
                  </a:extLst>
                </p:cNvPr>
                <p:cNvSpPr txBox="1"/>
                <p:nvPr/>
              </p:nvSpPr>
              <p:spPr>
                <a:xfrm>
                  <a:off x="5850591" y="4721224"/>
                  <a:ext cx="1905000" cy="369332"/>
                </a:xfrm>
                <a:prstGeom prst="rect">
                  <a:avLst/>
                </a:prstGeom>
                <a:solidFill>
                  <a:schemeClr val="bg1"/>
                </a:solidFill>
              </p:spPr>
              <p:txBody>
                <a:bodyPr wrap="square" rtlCol="0">
                  <a:spAutoFit/>
                </a:bodyPr>
                <a:lstStyle/>
                <a:p>
                  <a:endParaRPr lang="en-US" dirty="0"/>
                </a:p>
              </p:txBody>
            </p:sp>
            <p:sp>
              <p:nvSpPr>
                <p:cNvPr id="13" name="TextBox 12">
                  <a:extLst>
                    <a:ext uri="{FF2B5EF4-FFF2-40B4-BE49-F238E27FC236}">
                      <a16:creationId xmlns:a16="http://schemas.microsoft.com/office/drawing/2014/main" id="{9944F52F-FF35-E072-38E2-2E3221FC29F8}"/>
                    </a:ext>
                  </a:extLst>
                </p:cNvPr>
                <p:cNvSpPr txBox="1"/>
                <p:nvPr/>
              </p:nvSpPr>
              <p:spPr>
                <a:xfrm>
                  <a:off x="4609501" y="4721224"/>
                  <a:ext cx="1143000" cy="369332"/>
                </a:xfrm>
                <a:prstGeom prst="rect">
                  <a:avLst/>
                </a:prstGeom>
                <a:solidFill>
                  <a:schemeClr val="bg1"/>
                </a:solidFill>
              </p:spPr>
              <p:txBody>
                <a:bodyPr wrap="square" rtlCol="0">
                  <a:spAutoFit/>
                </a:bodyPr>
                <a:lstStyle/>
                <a:p>
                  <a:endParaRPr lang="en-US" dirty="0"/>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08805EF-FEF8-E62D-444E-26E7F7605C77}"/>
                      </a:ext>
                    </a:extLst>
                  </p:cNvPr>
                  <p:cNvSpPr txBox="1"/>
                  <p:nvPr/>
                </p:nvSpPr>
                <p:spPr>
                  <a:xfrm>
                    <a:off x="7015717" y="3886200"/>
                    <a:ext cx="375683" cy="402931"/>
                  </a:xfrm>
                  <a:prstGeom prst="rect">
                    <a:avLst/>
                  </a:prstGeom>
                  <a:solidFill>
                    <a:schemeClr val="bg1"/>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oMath>
                      </m:oMathPara>
                    </a14:m>
                    <a:endParaRPr lang="en-US" b="1" dirty="0"/>
                  </a:p>
                </p:txBody>
              </p:sp>
            </mc:Choice>
            <mc:Fallback xmlns="">
              <p:sp>
                <p:nvSpPr>
                  <p:cNvPr id="16" name="TextBox 15">
                    <a:extLst>
                      <a:ext uri="{FF2B5EF4-FFF2-40B4-BE49-F238E27FC236}">
                        <a16:creationId xmlns:a16="http://schemas.microsoft.com/office/drawing/2014/main" id="{FA1FEE95-B645-C3D4-EC17-C120B99CA450}"/>
                      </a:ext>
                    </a:extLst>
                  </p:cNvPr>
                  <p:cNvSpPr txBox="1">
                    <a:spLocks noRot="1" noChangeAspect="1" noMove="1" noResize="1" noEditPoints="1" noAdjustHandles="1" noChangeArrowheads="1" noChangeShapeType="1" noTextEdit="1"/>
                  </p:cNvSpPr>
                  <p:nvPr/>
                </p:nvSpPr>
                <p:spPr>
                  <a:xfrm>
                    <a:off x="7015717" y="3886200"/>
                    <a:ext cx="375683" cy="402931"/>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81DB41-6F46-0A3A-89F9-0533E88CDEEB}"/>
                    </a:ext>
                  </a:extLst>
                </p:cNvPr>
                <p:cNvSpPr txBox="1"/>
                <p:nvPr/>
              </p:nvSpPr>
              <p:spPr>
                <a:xfrm>
                  <a:off x="6214179" y="4104616"/>
                  <a:ext cx="223939" cy="333938"/>
                </a:xfrm>
                <a:prstGeom prst="rect">
                  <a:avLst/>
                </a:prstGeom>
                <a:solidFill>
                  <a:schemeClr val="bg1"/>
                </a:solidFill>
              </p:spPr>
              <p:txBody>
                <a:bodyPr wrap="square">
                  <a:spAutoFit/>
                </a:bodyPr>
                <a:lstStyle/>
                <a:p>
                  <a:pPr/>
                  <a14:m>
                    <m:oMathPara xmlns:m="http://schemas.openxmlformats.org/officeDocument/2006/math">
                      <m:oMathParaPr>
                        <m:jc m:val="left"/>
                      </m:oMathParaPr>
                      <m:oMath>
                        <m:acc>
                          <m:accPr>
                            <m:chr m:val="⃗"/>
                            <m:ctrlPr>
                              <a:rPr lang="en-US" sz="1400" b="1" i="0" smtClean="0">
                                <a:latin typeface="Cambria Math" panose="02040503050406030204" pitchFamily="18" charset="0"/>
                                <a:cs typeface="Times New Roman" panose="02020603050405020304" pitchFamily="18" charset="0"/>
                              </a:rPr>
                            </m:ctrlPr>
                          </m:accPr>
                          <m:e>
                            <m:r>
                              <a:rPr lang="en-US" sz="1400" b="1" i="0" smtClean="0">
                                <a:latin typeface="Cambria Math" panose="02040503050406030204" pitchFamily="18" charset="0"/>
                                <a:cs typeface="Times New Roman" panose="02020603050405020304" pitchFamily="18" charset="0"/>
                              </a:rPr>
                              <m:t>𝐍</m:t>
                            </m:r>
                          </m:e>
                        </m:acc>
                      </m:oMath>
                    </m:oMathPara>
                  </a14:m>
                  <a:endParaRPr lang="en-US" sz="1400" b="1" dirty="0"/>
                </a:p>
              </p:txBody>
            </p:sp>
          </mc:Choice>
          <mc:Fallback xmlns="">
            <p:sp>
              <p:nvSpPr>
                <p:cNvPr id="34" name="TextBox 33">
                  <a:extLst>
                    <a:ext uri="{FF2B5EF4-FFF2-40B4-BE49-F238E27FC236}">
                      <a16:creationId xmlns:a16="http://schemas.microsoft.com/office/drawing/2014/main" id="{450482A5-57D9-68C7-2139-FC10B6320591}"/>
                    </a:ext>
                  </a:extLst>
                </p:cNvPr>
                <p:cNvSpPr txBox="1">
                  <a:spLocks noRot="1" noChangeAspect="1" noMove="1" noResize="1" noEditPoints="1" noAdjustHandles="1" noChangeArrowheads="1" noChangeShapeType="1" noTextEdit="1"/>
                </p:cNvSpPr>
                <p:nvPr/>
              </p:nvSpPr>
              <p:spPr>
                <a:xfrm>
                  <a:off x="6214179" y="4104616"/>
                  <a:ext cx="223939" cy="333938"/>
                </a:xfrm>
                <a:prstGeom prst="rect">
                  <a:avLst/>
                </a:prstGeom>
                <a:blipFill>
                  <a:blip r:embed="rId8"/>
                  <a:stretch>
                    <a:fillRect r="-55172" b="-24390"/>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1A62A931-045D-6E78-0EF0-C7109E6A6CD8}"/>
              </a:ext>
            </a:extLst>
          </p:cNvPr>
          <p:cNvGrpSpPr/>
          <p:nvPr/>
        </p:nvGrpSpPr>
        <p:grpSpPr>
          <a:xfrm>
            <a:off x="8005987" y="4528207"/>
            <a:ext cx="2254898" cy="2242707"/>
            <a:chOff x="6279502" y="4462890"/>
            <a:chExt cx="2254898" cy="2242707"/>
          </a:xfrm>
        </p:grpSpPr>
        <p:grpSp>
          <p:nvGrpSpPr>
            <p:cNvPr id="15" name="Group 14">
              <a:extLst>
                <a:ext uri="{FF2B5EF4-FFF2-40B4-BE49-F238E27FC236}">
                  <a16:creationId xmlns:a16="http://schemas.microsoft.com/office/drawing/2014/main" id="{C14684BC-AD05-2B27-158D-78E5E5539E9D}"/>
                </a:ext>
              </a:extLst>
            </p:cNvPr>
            <p:cNvGrpSpPr/>
            <p:nvPr/>
          </p:nvGrpSpPr>
          <p:grpSpPr>
            <a:xfrm>
              <a:off x="6279502" y="4688790"/>
              <a:ext cx="2254898" cy="2016807"/>
              <a:chOff x="6096001" y="2002856"/>
              <a:chExt cx="2438399" cy="2340542"/>
            </a:xfrm>
          </p:grpSpPr>
          <p:grpSp>
            <p:nvGrpSpPr>
              <p:cNvPr id="19" name="Group 18">
                <a:extLst>
                  <a:ext uri="{FF2B5EF4-FFF2-40B4-BE49-F238E27FC236}">
                    <a16:creationId xmlns:a16="http://schemas.microsoft.com/office/drawing/2014/main" id="{2FA00F6A-D4AA-5462-2C14-9FC36FED9E92}"/>
                  </a:ext>
                </a:extLst>
              </p:cNvPr>
              <p:cNvGrpSpPr/>
              <p:nvPr/>
            </p:nvGrpSpPr>
            <p:grpSpPr>
              <a:xfrm>
                <a:off x="6096001" y="2002856"/>
                <a:ext cx="2438399" cy="2340542"/>
                <a:chOff x="4931110" y="3910652"/>
                <a:chExt cx="3222290" cy="2642548"/>
              </a:xfrm>
            </p:grpSpPr>
            <p:grpSp>
              <p:nvGrpSpPr>
                <p:cNvPr id="22" name="Group 21">
                  <a:extLst>
                    <a:ext uri="{FF2B5EF4-FFF2-40B4-BE49-F238E27FC236}">
                      <a16:creationId xmlns:a16="http://schemas.microsoft.com/office/drawing/2014/main" id="{E2962A2A-FC8C-9564-A627-A50DF4B84128}"/>
                    </a:ext>
                  </a:extLst>
                </p:cNvPr>
                <p:cNvGrpSpPr/>
                <p:nvPr/>
              </p:nvGrpSpPr>
              <p:grpSpPr>
                <a:xfrm>
                  <a:off x="4931110" y="3962400"/>
                  <a:ext cx="3222290" cy="2590800"/>
                  <a:chOff x="4609501" y="2895600"/>
                  <a:chExt cx="3146090" cy="2603500"/>
                </a:xfrm>
              </p:grpSpPr>
              <p:pic>
                <p:nvPicPr>
                  <p:cNvPr id="24" name="Picture 23">
                    <a:extLst>
                      <a:ext uri="{FF2B5EF4-FFF2-40B4-BE49-F238E27FC236}">
                        <a16:creationId xmlns:a16="http://schemas.microsoft.com/office/drawing/2014/main" id="{41C891A4-C04B-7A98-5355-A539D395C145}"/>
                      </a:ext>
                    </a:extLst>
                  </p:cNvPr>
                  <p:cNvPicPr>
                    <a:picLocks noChangeAspect="1"/>
                  </p:cNvPicPr>
                  <p:nvPr/>
                </p:nvPicPr>
                <p:blipFill>
                  <a:blip r:embed="rId6"/>
                  <a:stretch>
                    <a:fillRect/>
                  </a:stretch>
                </p:blipFill>
                <p:spPr>
                  <a:xfrm>
                    <a:off x="4745092" y="2895600"/>
                    <a:ext cx="2874908" cy="2603500"/>
                  </a:xfrm>
                  <a:prstGeom prst="rect">
                    <a:avLst/>
                  </a:prstGeom>
                </p:spPr>
              </p:pic>
              <p:sp>
                <p:nvSpPr>
                  <p:cNvPr id="25" name="TextBox 24">
                    <a:extLst>
                      <a:ext uri="{FF2B5EF4-FFF2-40B4-BE49-F238E27FC236}">
                        <a16:creationId xmlns:a16="http://schemas.microsoft.com/office/drawing/2014/main" id="{7172F991-59E2-03B5-933D-D1F917F59AC9}"/>
                      </a:ext>
                    </a:extLst>
                  </p:cNvPr>
                  <p:cNvSpPr txBox="1"/>
                  <p:nvPr/>
                </p:nvSpPr>
                <p:spPr>
                  <a:xfrm>
                    <a:off x="5850591" y="4721224"/>
                    <a:ext cx="1905000" cy="369332"/>
                  </a:xfrm>
                  <a:prstGeom prst="rect">
                    <a:avLst/>
                  </a:prstGeom>
                  <a:solidFill>
                    <a:schemeClr val="bg1"/>
                  </a:solidFill>
                </p:spPr>
                <p:txBody>
                  <a:bodyPr wrap="square" rtlCol="0">
                    <a:spAutoFit/>
                  </a:bodyPr>
                  <a:lstStyle/>
                  <a:p>
                    <a:endParaRPr lang="en-US" dirty="0"/>
                  </a:p>
                </p:txBody>
              </p:sp>
              <p:sp>
                <p:nvSpPr>
                  <p:cNvPr id="26" name="TextBox 25">
                    <a:extLst>
                      <a:ext uri="{FF2B5EF4-FFF2-40B4-BE49-F238E27FC236}">
                        <a16:creationId xmlns:a16="http://schemas.microsoft.com/office/drawing/2014/main" id="{6844C549-DEA0-9B7F-C35E-5B7E5B13DD95}"/>
                      </a:ext>
                    </a:extLst>
                  </p:cNvPr>
                  <p:cNvSpPr txBox="1"/>
                  <p:nvPr/>
                </p:nvSpPr>
                <p:spPr>
                  <a:xfrm>
                    <a:off x="4609501" y="4721224"/>
                    <a:ext cx="1143000" cy="369332"/>
                  </a:xfrm>
                  <a:prstGeom prst="rect">
                    <a:avLst/>
                  </a:prstGeom>
                  <a:solidFill>
                    <a:schemeClr val="bg1"/>
                  </a:solidFill>
                </p:spPr>
                <p:txBody>
                  <a:bodyPr wrap="square" rtlCol="0">
                    <a:spAutoFit/>
                  </a:bodyPr>
                  <a:lstStyle/>
                  <a:p>
                    <a:endParaRPr lang="en-US" dirty="0"/>
                  </a:p>
                </p:txBody>
              </p:sp>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21FD12-5976-8A0F-3358-FAB5D9848CCB}"/>
                        </a:ext>
                      </a:extLst>
                    </p:cNvPr>
                    <p:cNvSpPr txBox="1"/>
                    <p:nvPr/>
                  </p:nvSpPr>
                  <p:spPr>
                    <a:xfrm>
                      <a:off x="7015717" y="3910652"/>
                      <a:ext cx="375683" cy="402931"/>
                    </a:xfrm>
                    <a:prstGeom prst="rect">
                      <a:avLst/>
                    </a:prstGeom>
                    <a:solidFill>
                      <a:schemeClr val="bg1"/>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oMath>
                        </m:oMathPara>
                      </a14:m>
                      <a:endParaRPr lang="en-US" b="1" dirty="0"/>
                    </a:p>
                  </p:txBody>
                </p:sp>
              </mc:Choice>
              <mc:Fallback xmlns="">
                <p:sp>
                  <p:nvSpPr>
                    <p:cNvPr id="26" name="TextBox 25">
                      <a:extLst>
                        <a:ext uri="{FF2B5EF4-FFF2-40B4-BE49-F238E27FC236}">
                          <a16:creationId xmlns:a16="http://schemas.microsoft.com/office/drawing/2014/main" id="{2D4B9BC1-C21F-6F9A-1CBF-8B74B730749F}"/>
                        </a:ext>
                      </a:extLst>
                    </p:cNvPr>
                    <p:cNvSpPr txBox="1">
                      <a:spLocks noRot="1" noChangeAspect="1" noMove="1" noResize="1" noEditPoints="1" noAdjustHandles="1" noChangeArrowheads="1" noChangeShapeType="1" noTextEdit="1"/>
                    </p:cNvSpPr>
                    <p:nvPr/>
                  </p:nvSpPr>
                  <p:spPr>
                    <a:xfrm>
                      <a:off x="7015717" y="3910652"/>
                      <a:ext cx="375683" cy="402931"/>
                    </a:xfrm>
                    <a:prstGeom prst="rect">
                      <a:avLst/>
                    </a:prstGeom>
                    <a:blipFill>
                      <a:blip r:embed="rId9"/>
                      <a:stretch>
                        <a:fillRect r="-25581" b="-26000"/>
                      </a:stretch>
                    </a:blipFill>
                  </p:spPr>
                  <p:txBody>
                    <a:bodyPr/>
                    <a:lstStyle/>
                    <a:p>
                      <a:r>
                        <a:rPr lang="en-US">
                          <a:noFill/>
                        </a:rPr>
                        <a:t> </a:t>
                      </a:r>
                    </a:p>
                  </p:txBody>
                </p:sp>
              </mc:Fallback>
            </mc:AlternateContent>
          </p:grpSp>
          <p:cxnSp>
            <p:nvCxnSpPr>
              <p:cNvPr id="20" name="Straight Arrow Connector 19">
                <a:extLst>
                  <a:ext uri="{FF2B5EF4-FFF2-40B4-BE49-F238E27FC236}">
                    <a16:creationId xmlns:a16="http://schemas.microsoft.com/office/drawing/2014/main" id="{FF13676A-7726-9572-94DF-54596800791C}"/>
                  </a:ext>
                </a:extLst>
              </p:cNvPr>
              <p:cNvCxnSpPr>
                <a:cxnSpLocks/>
              </p:cNvCxnSpPr>
              <p:nvPr/>
            </p:nvCxnSpPr>
            <p:spPr bwMode="auto">
              <a:xfrm>
                <a:off x="7391400" y="3048000"/>
                <a:ext cx="838200" cy="0"/>
              </a:xfrm>
              <a:prstGeom prst="straightConnector1">
                <a:avLst/>
              </a:prstGeom>
              <a:ln w="38100" cap="flat" cmpd="sng" algn="ctr">
                <a:solidFill>
                  <a:srgbClr val="0070C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1A390166-D6D8-EC47-B267-5AC87D3FB4E1}"/>
                  </a:ext>
                </a:extLst>
              </p:cNvPr>
              <p:cNvCxnSpPr>
                <a:cxnSpLocks/>
              </p:cNvCxnSpPr>
              <p:nvPr/>
            </p:nvCxnSpPr>
            <p:spPr bwMode="auto">
              <a:xfrm flipV="1">
                <a:off x="7395681" y="2273277"/>
                <a:ext cx="0" cy="754886"/>
              </a:xfrm>
              <a:prstGeom prst="straightConnector1">
                <a:avLst/>
              </a:prstGeom>
              <a:ln w="38100" cap="flat" cmpd="sng" algn="ctr">
                <a:solidFill>
                  <a:srgbClr val="0070C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2651DE6-FAB9-3317-F884-A94804B75BFF}"/>
                    </a:ext>
                  </a:extLst>
                </p:cNvPr>
                <p:cNvSpPr txBox="1"/>
                <p:nvPr/>
              </p:nvSpPr>
              <p:spPr>
                <a:xfrm>
                  <a:off x="7875028" y="5738077"/>
                  <a:ext cx="659371" cy="402931"/>
                </a:xfrm>
                <a:prstGeom prst="rect">
                  <a:avLst/>
                </a:prstGeom>
                <a:solidFill>
                  <a:srgbClr val="F8F973"/>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func>
                          <m:funcPr>
                            <m:ctrlPr>
                              <a:rPr lang="en-US" sz="1800" b="0" i="0" smtClean="0">
                                <a:solidFill>
                                  <a:schemeClr val="tx1"/>
                                </a:solidFill>
                                <a:latin typeface="Cambria Math" panose="02040503050406030204" pitchFamily="18" charset="0"/>
                                <a:ea typeface="Cambria Math" panose="02040503050406030204" pitchFamily="18" charset="0"/>
                              </a:rPr>
                            </m:ctrlPr>
                          </m:funcPr>
                          <m:fName>
                            <m:r>
                              <m:rPr>
                                <m:sty m:val="p"/>
                              </m:rPr>
                              <a:rPr lang="en-US" sz="1800" b="0" i="0" smtClean="0">
                                <a:solidFill>
                                  <a:schemeClr val="tx1"/>
                                </a:solidFill>
                                <a:latin typeface="Cambria Math" panose="02040503050406030204" pitchFamily="18" charset="0"/>
                                <a:ea typeface="Cambria Math" panose="02040503050406030204" pitchFamily="18" charset="0"/>
                              </a:rPr>
                              <m:t>cos</m:t>
                            </m:r>
                          </m:fName>
                          <m:e>
                            <m:r>
                              <a:rPr lang="en-US" sz="1800" b="0" i="1" smtClean="0">
                                <a:solidFill>
                                  <a:schemeClr val="tx1"/>
                                </a:solidFill>
                                <a:latin typeface="Cambria Math" panose="02040503050406030204" pitchFamily="18" charset="0"/>
                                <a:ea typeface="Cambria Math" panose="02040503050406030204" pitchFamily="18" charset="0"/>
                              </a:rPr>
                              <m:t>𝜽</m:t>
                            </m:r>
                          </m:e>
                        </m:func>
                      </m:oMath>
                    </m:oMathPara>
                  </a14:m>
                  <a:endParaRPr lang="en-US" b="1" dirty="0"/>
                </a:p>
              </p:txBody>
            </p:sp>
          </mc:Choice>
          <mc:Fallback xmlns="">
            <p:sp>
              <p:nvSpPr>
                <p:cNvPr id="30" name="TextBox 29">
                  <a:extLst>
                    <a:ext uri="{FF2B5EF4-FFF2-40B4-BE49-F238E27FC236}">
                      <a16:creationId xmlns:a16="http://schemas.microsoft.com/office/drawing/2014/main" id="{B1B6F858-5CDA-A222-131D-D1DB385C93EF}"/>
                    </a:ext>
                  </a:extLst>
                </p:cNvPr>
                <p:cNvSpPr txBox="1">
                  <a:spLocks noRot="1" noChangeAspect="1" noMove="1" noResize="1" noEditPoints="1" noAdjustHandles="1" noChangeArrowheads="1" noChangeShapeType="1" noTextEdit="1"/>
                </p:cNvSpPr>
                <p:nvPr/>
              </p:nvSpPr>
              <p:spPr>
                <a:xfrm>
                  <a:off x="7875028" y="5738077"/>
                  <a:ext cx="659371" cy="402931"/>
                </a:xfrm>
                <a:prstGeom prst="rect">
                  <a:avLst/>
                </a:prstGeom>
                <a:blipFill>
                  <a:blip r:embed="rId10"/>
                  <a:stretch>
                    <a:fillRect r="-30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6AC10FE-5C0B-ECBA-D276-FAFD7DAC0267}"/>
                    </a:ext>
                  </a:extLst>
                </p:cNvPr>
                <p:cNvSpPr txBox="1"/>
                <p:nvPr/>
              </p:nvSpPr>
              <p:spPr>
                <a:xfrm>
                  <a:off x="7044350" y="4462890"/>
                  <a:ext cx="751372" cy="402931"/>
                </a:xfrm>
                <a:prstGeom prst="rect">
                  <a:avLst/>
                </a:prstGeom>
                <a:solidFill>
                  <a:srgbClr val="F8F973"/>
                </a:solidFill>
              </p:spPr>
              <p:txBody>
                <a:bodyPr wrap="square">
                  <a:spAutoFit/>
                </a:bodyPr>
                <a:lstStyle/>
                <a:p>
                  <a:pPr/>
                  <a14:m>
                    <m:oMathPara xmlns:m="http://schemas.openxmlformats.org/officeDocument/2006/math">
                      <m:oMath>
                        <m:acc>
                          <m:accPr>
                            <m:chr m:val="⃗"/>
                            <m:ctrlPr>
                              <a:rPr lang="en-US" sz="1800" b="1" i="0" smtClean="0">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𝐓</m:t>
                            </m:r>
                          </m:e>
                        </m:acc>
                        <m:func>
                          <m:funcPr>
                            <m:ctrlPr>
                              <a:rPr lang="en-US" sz="1800" b="0" i="0" smtClean="0">
                                <a:solidFill>
                                  <a:schemeClr val="tx1"/>
                                </a:solidFill>
                                <a:latin typeface="Cambria Math" panose="02040503050406030204" pitchFamily="18" charset="0"/>
                              </a:rPr>
                            </m:ctrlPr>
                          </m:funcPr>
                          <m:fName>
                            <m:r>
                              <m:rPr>
                                <m:sty m:val="p"/>
                              </m:rPr>
                              <a:rPr lang="en-US" sz="1800" b="0" i="0" smtClean="0">
                                <a:solidFill>
                                  <a:schemeClr val="tx1"/>
                                </a:solidFill>
                                <a:latin typeface="Cambria Math" panose="02040503050406030204" pitchFamily="18" charset="0"/>
                              </a:rPr>
                              <m:t>sin</m:t>
                            </m:r>
                          </m:fName>
                          <m:e>
                            <m:r>
                              <a:rPr lang="en-US" sz="1800" b="0" i="1" smtClean="0">
                                <a:solidFill>
                                  <a:schemeClr val="tx1"/>
                                </a:solidFill>
                                <a:latin typeface="Cambria Math" panose="02040503050406030204" pitchFamily="18" charset="0"/>
                                <a:ea typeface="Cambria Math" panose="02040503050406030204" pitchFamily="18" charset="0"/>
                              </a:rPr>
                              <m:t>𝜽</m:t>
                            </m:r>
                          </m:e>
                        </m:func>
                      </m:oMath>
                    </m:oMathPara>
                  </a14:m>
                  <a:endParaRPr lang="en-US" b="1" dirty="0"/>
                </a:p>
              </p:txBody>
            </p:sp>
          </mc:Choice>
          <mc:Fallback xmlns="">
            <p:sp>
              <p:nvSpPr>
                <p:cNvPr id="31" name="TextBox 30">
                  <a:extLst>
                    <a:ext uri="{FF2B5EF4-FFF2-40B4-BE49-F238E27FC236}">
                      <a16:creationId xmlns:a16="http://schemas.microsoft.com/office/drawing/2014/main" id="{76C93F7A-EC03-5BF9-BC05-97434BB8B934}"/>
                    </a:ext>
                  </a:extLst>
                </p:cNvPr>
                <p:cNvSpPr txBox="1">
                  <a:spLocks noRot="1" noChangeAspect="1" noMove="1" noResize="1" noEditPoints="1" noAdjustHandles="1" noChangeArrowheads="1" noChangeShapeType="1" noTextEdit="1"/>
                </p:cNvSpPr>
                <p:nvPr/>
              </p:nvSpPr>
              <p:spPr>
                <a:xfrm>
                  <a:off x="7044350" y="4462890"/>
                  <a:ext cx="751372" cy="402931"/>
                </a:xfrm>
                <a:prstGeom prst="rect">
                  <a:avLst/>
                </a:prstGeom>
                <a:blipFill>
                  <a:blip r:embed="rId11"/>
                  <a:stretch>
                    <a:fillRect r="-10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8CC5AF-EC12-0281-9D9B-5B0D3A299CCD}"/>
                    </a:ext>
                  </a:extLst>
                </p:cNvPr>
                <p:cNvSpPr txBox="1"/>
                <p:nvPr/>
              </p:nvSpPr>
              <p:spPr>
                <a:xfrm>
                  <a:off x="7007291" y="4860247"/>
                  <a:ext cx="216044" cy="333938"/>
                </a:xfrm>
                <a:prstGeom prst="rect">
                  <a:avLst/>
                </a:prstGeom>
                <a:solidFill>
                  <a:schemeClr val="bg1"/>
                </a:solidFill>
              </p:spPr>
              <p:txBody>
                <a:bodyPr wrap="square">
                  <a:spAutoFit/>
                </a:bodyPr>
                <a:lstStyle/>
                <a:p>
                  <a:pPr/>
                  <a14:m>
                    <m:oMathPara xmlns:m="http://schemas.openxmlformats.org/officeDocument/2006/math">
                      <m:oMathParaPr>
                        <m:jc m:val="left"/>
                      </m:oMathParaPr>
                      <m:oMath>
                        <m:acc>
                          <m:accPr>
                            <m:chr m:val="⃗"/>
                            <m:ctrlPr>
                              <a:rPr lang="en-US" sz="1400" b="1" i="0" smtClean="0">
                                <a:latin typeface="Cambria Math" panose="02040503050406030204" pitchFamily="18" charset="0"/>
                                <a:cs typeface="Times New Roman" panose="02020603050405020304" pitchFamily="18" charset="0"/>
                              </a:rPr>
                            </m:ctrlPr>
                          </m:accPr>
                          <m:e>
                            <m:r>
                              <a:rPr lang="en-US" sz="1400" b="1" i="0" smtClean="0">
                                <a:latin typeface="Cambria Math" panose="02040503050406030204" pitchFamily="18" charset="0"/>
                                <a:cs typeface="Times New Roman" panose="02020603050405020304" pitchFamily="18" charset="0"/>
                              </a:rPr>
                              <m:t>𝐍</m:t>
                            </m:r>
                          </m:e>
                        </m:acc>
                      </m:oMath>
                    </m:oMathPara>
                  </a14:m>
                  <a:endParaRPr lang="en-US" sz="1400" b="1" dirty="0"/>
                </a:p>
              </p:txBody>
            </p:sp>
          </mc:Choice>
          <mc:Fallback xmlns="">
            <p:sp>
              <p:nvSpPr>
                <p:cNvPr id="40" name="TextBox 39">
                  <a:extLst>
                    <a:ext uri="{FF2B5EF4-FFF2-40B4-BE49-F238E27FC236}">
                      <a16:creationId xmlns:a16="http://schemas.microsoft.com/office/drawing/2014/main" id="{8016616E-FD5B-E8C3-2FE2-62B3A0B16E62}"/>
                    </a:ext>
                  </a:extLst>
                </p:cNvPr>
                <p:cNvSpPr txBox="1">
                  <a:spLocks noRot="1" noChangeAspect="1" noMove="1" noResize="1" noEditPoints="1" noAdjustHandles="1" noChangeArrowheads="1" noChangeShapeType="1" noTextEdit="1"/>
                </p:cNvSpPr>
                <p:nvPr/>
              </p:nvSpPr>
              <p:spPr>
                <a:xfrm>
                  <a:off x="7007291" y="4860247"/>
                  <a:ext cx="216044" cy="333938"/>
                </a:xfrm>
                <a:prstGeom prst="rect">
                  <a:avLst/>
                </a:prstGeom>
                <a:blipFill>
                  <a:blip r:embed="rId12"/>
                  <a:stretch>
                    <a:fillRect r="-25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8" name="Object 4">
                <a:extLst>
                  <a:ext uri="{FF2B5EF4-FFF2-40B4-BE49-F238E27FC236}">
                    <a16:creationId xmlns:a16="http://schemas.microsoft.com/office/drawing/2014/main" id="{C87D97F6-DCD0-7CCD-E0EE-8878D53A5522}"/>
                  </a:ext>
                </a:extLst>
              </p:cNvPr>
              <p:cNvSpPr txBox="1"/>
              <p:nvPr/>
            </p:nvSpPr>
            <p:spPr bwMode="auto">
              <a:xfrm>
                <a:off x="6013113" y="5588261"/>
                <a:ext cx="1452176" cy="595313"/>
              </a:xfrm>
              <a:prstGeom prst="rect">
                <a:avLst/>
              </a:prstGeom>
              <a:solidFill>
                <a:srgbClr val="FFFF00"/>
              </a:solidFill>
            </p:spPr>
            <p:txBody>
              <a:bodyPr>
                <a:norm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a:rPr lang="en-US" sz="2200" i="1">
                                  <a:solidFill>
                                    <a:srgbClr val="000000"/>
                                  </a:solidFill>
                                  <a:latin typeface="Cambria Math" panose="02040503050406030204" pitchFamily="18" charset="0"/>
                                </a:rPr>
                                <m:t>𝑓</m:t>
                              </m:r>
                            </m:e>
                          </m:acc>
                        </m:e>
                        <m:sub>
                          <m:r>
                            <a:rPr lang="en-US" sz="2200" i="1">
                              <a:solidFill>
                                <a:srgbClr val="000000"/>
                              </a:solidFill>
                              <a:latin typeface="Cambria Math" panose="02040503050406030204" pitchFamily="18" charset="0"/>
                            </a:rPr>
                            <m:t>𝑘</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𝜇</m:t>
                          </m:r>
                        </m:e>
                        <m:sub>
                          <m:r>
                            <a:rPr lang="en-US" sz="2200" i="1">
                              <a:solidFill>
                                <a:srgbClr val="000000"/>
                              </a:solidFill>
                              <a:latin typeface="Cambria Math" panose="02040503050406030204" pitchFamily="18" charset="0"/>
                            </a:rPr>
                            <m:t>𝑘</m:t>
                          </m:r>
                        </m:sub>
                      </m:sSub>
                      <m:acc>
                        <m:accPr>
                          <m:chr m:val="⃗"/>
                          <m:ctrlPr>
                            <a:rPr lang="en-US" sz="2200">
                              <a:solidFill>
                                <a:srgbClr val="000000"/>
                              </a:solidFill>
                              <a:latin typeface="Cambria Math" panose="02040503050406030204" pitchFamily="18" charset="0"/>
                            </a:rPr>
                          </m:ctrlPr>
                        </m:accPr>
                        <m:e>
                          <m:r>
                            <m:rPr>
                              <m:sty m:val="p"/>
                            </m:rPr>
                            <a:rPr lang="en-US" sz="2200">
                              <a:solidFill>
                                <a:srgbClr val="000000"/>
                              </a:solidFill>
                              <a:latin typeface="Cambria Math" panose="02040503050406030204" pitchFamily="18" charset="0"/>
                            </a:rPr>
                            <m:t>N</m:t>
                          </m:r>
                        </m:e>
                      </m:acc>
                    </m:oMath>
                  </m:oMathPara>
                </a14:m>
                <a:endParaRPr lang="en-US" sz="2200" dirty="0"/>
              </a:p>
            </p:txBody>
          </p:sp>
        </mc:Choice>
        <mc:Fallback xmlns="">
          <p:sp>
            <p:nvSpPr>
              <p:cNvPr id="28" name="Object 4">
                <a:extLst>
                  <a:ext uri="{FF2B5EF4-FFF2-40B4-BE49-F238E27FC236}">
                    <a16:creationId xmlns:a16="http://schemas.microsoft.com/office/drawing/2014/main" id="{C87D97F6-DCD0-7CCD-E0EE-8878D53A5522}"/>
                  </a:ext>
                </a:extLst>
              </p:cNvPr>
              <p:cNvSpPr txBox="1">
                <a:spLocks noRot="1" noChangeAspect="1" noMove="1" noResize="1" noEditPoints="1" noAdjustHandles="1" noChangeArrowheads="1" noChangeShapeType="1" noTextEdit="1"/>
              </p:cNvSpPr>
              <p:nvPr/>
            </p:nvSpPr>
            <p:spPr bwMode="auto">
              <a:xfrm>
                <a:off x="6013113" y="5588261"/>
                <a:ext cx="1452176" cy="59531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4C26FC7-BFBE-DE06-99C8-D00AB195B1D5}"/>
                  </a:ext>
                </a:extLst>
              </p:cNvPr>
              <p:cNvSpPr txBox="1"/>
              <p:nvPr/>
            </p:nvSpPr>
            <p:spPr>
              <a:xfrm>
                <a:off x="4697052" y="3311364"/>
                <a:ext cx="2560316" cy="530210"/>
              </a:xfrm>
              <a:prstGeom prst="rect">
                <a:avLst/>
              </a:prstGeom>
              <a:noFill/>
              <a:ln w="12700">
                <a:solidFill>
                  <a:schemeClr val="tx1"/>
                </a:solidFill>
              </a:ln>
            </p:spPr>
            <p:txBody>
              <a:bodyPr wrap="none" rtlCol="0">
                <a:spAutoFit/>
              </a:bodyPr>
              <a:lstStyle/>
              <a:p>
                <a:pPr/>
                <a14:m>
                  <m:oMathPara xmlns:m="http://schemas.openxmlformats.org/officeDocument/2006/math">
                    <m:oMath>
                      <m:r>
                        <m:rPr>
                          <m:sty m:val="p"/>
                        </m:rPr>
                        <a:rPr lang="en-US" sz="2600">
                          <a:solidFill>
                            <a:srgbClr val="000000"/>
                          </a:solidFill>
                          <a:latin typeface="Cambria Math" panose="02040503050406030204" pitchFamily="18" charset="0"/>
                          <a:cs typeface="Times New Roman" panose="02020603050405020304" pitchFamily="18" charset="0"/>
                        </a:rPr>
                        <m:t>N</m:t>
                      </m:r>
                      <m:r>
                        <a:rPr lang="en-US" sz="2600">
                          <a:solidFill>
                            <a:srgbClr val="000000"/>
                          </a:solidFill>
                          <a:latin typeface="Cambria Math" panose="02040503050406030204" pitchFamily="18" charset="0"/>
                        </a:rPr>
                        <m:t>=</m:t>
                      </m:r>
                      <m:sSub>
                        <m:sSubPr>
                          <m:ctrlPr>
                            <a:rPr lang="en-US" sz="2600">
                              <a:solidFill>
                                <a:srgbClr val="000000"/>
                              </a:solidFill>
                              <a:latin typeface="Cambria Math" panose="02040503050406030204" pitchFamily="18" charset="0"/>
                            </a:rPr>
                          </m:ctrlPr>
                        </m:sSubPr>
                        <m:e>
                          <m:r>
                            <m:rPr>
                              <m:sty m:val="p"/>
                            </m:rPr>
                            <a:rPr lang="en-US" sz="2600">
                              <a:solidFill>
                                <a:srgbClr val="000000"/>
                              </a:solidFill>
                              <a:latin typeface="Cambria Math" panose="02040503050406030204" pitchFamily="18" charset="0"/>
                            </a:rPr>
                            <m:t>F</m:t>
                          </m:r>
                        </m:e>
                        <m:sub>
                          <m:r>
                            <m:rPr>
                              <m:sty m:val="p"/>
                            </m:rPr>
                            <a:rPr lang="en-US" sz="2600">
                              <a:solidFill>
                                <a:srgbClr val="000000"/>
                              </a:solidFill>
                              <a:latin typeface="Cambria Math" panose="02040503050406030204" pitchFamily="18" charset="0"/>
                            </a:rPr>
                            <m:t>g</m:t>
                          </m:r>
                        </m:sub>
                      </m:sSub>
                      <m:r>
                        <a:rPr lang="en-US" sz="2600">
                          <a:solidFill>
                            <a:srgbClr val="000000"/>
                          </a:solidFill>
                          <a:latin typeface="Cambria Math" panose="02040503050406030204" pitchFamily="18" charset="0"/>
                        </a:rPr>
                        <m:t>−</m:t>
                      </m:r>
                      <m:r>
                        <m:rPr>
                          <m:sty m:val="p"/>
                        </m:rPr>
                        <a:rPr lang="en-US" sz="2600">
                          <a:solidFill>
                            <a:srgbClr val="000000"/>
                          </a:solidFill>
                          <a:latin typeface="Cambria Math" panose="02040503050406030204" pitchFamily="18" charset="0"/>
                        </a:rPr>
                        <m:t>T</m:t>
                      </m:r>
                      <m:func>
                        <m:funcPr>
                          <m:ctrlPr>
                            <a:rPr lang="en-US" sz="2600">
                              <a:solidFill>
                                <a:srgbClr val="000000"/>
                              </a:solidFill>
                              <a:latin typeface="Cambria Math" panose="02040503050406030204" pitchFamily="18" charset="0"/>
                            </a:rPr>
                          </m:ctrlPr>
                        </m:funcPr>
                        <m:fName>
                          <m:r>
                            <m:rPr>
                              <m:sty m:val="p"/>
                            </m:rPr>
                            <a:rPr lang="en-US" sz="2600">
                              <a:solidFill>
                                <a:srgbClr val="000000"/>
                              </a:solidFill>
                              <a:latin typeface="Cambria Math" panose="02040503050406030204" pitchFamily="18" charset="0"/>
                            </a:rPr>
                            <m:t>sin</m:t>
                          </m:r>
                        </m:fName>
                        <m:e>
                          <m:r>
                            <m:rPr>
                              <m:sty m:val="p"/>
                            </m:rPr>
                            <a:rPr lang="en-US" sz="2600">
                              <a:solidFill>
                                <a:srgbClr val="000000"/>
                              </a:solidFill>
                              <a:latin typeface="Cambria Math" panose="02040503050406030204" pitchFamily="18" charset="0"/>
                              <a:ea typeface="Cambria Math" panose="02040503050406030204" pitchFamily="18" charset="0"/>
                            </a:rPr>
                            <m:t>θ</m:t>
                          </m:r>
                        </m:e>
                      </m:func>
                    </m:oMath>
                  </m:oMathPara>
                </a14:m>
                <a:endParaRPr lang="en-US" sz="2600" dirty="0"/>
              </a:p>
            </p:txBody>
          </p:sp>
        </mc:Choice>
        <mc:Fallback xmlns="">
          <p:sp>
            <p:nvSpPr>
              <p:cNvPr id="29" name="TextBox 28">
                <a:extLst>
                  <a:ext uri="{FF2B5EF4-FFF2-40B4-BE49-F238E27FC236}">
                    <a16:creationId xmlns:a16="http://schemas.microsoft.com/office/drawing/2014/main" id="{84C26FC7-BFBE-DE06-99C8-D00AB195B1D5}"/>
                  </a:ext>
                </a:extLst>
              </p:cNvPr>
              <p:cNvSpPr txBox="1">
                <a:spLocks noRot="1" noChangeAspect="1" noMove="1" noResize="1" noEditPoints="1" noAdjustHandles="1" noChangeArrowheads="1" noChangeShapeType="1" noTextEdit="1"/>
              </p:cNvSpPr>
              <p:nvPr/>
            </p:nvSpPr>
            <p:spPr>
              <a:xfrm>
                <a:off x="4697052" y="3311364"/>
                <a:ext cx="2560316" cy="530210"/>
              </a:xfrm>
              <a:prstGeom prst="rect">
                <a:avLst/>
              </a:prstGeom>
              <a:blipFill>
                <a:blip r:embed="rId14"/>
                <a:stretch>
                  <a:fillRect/>
                </a:stretch>
              </a:blipFill>
              <a:ln w="12700">
                <a:solidFill>
                  <a:schemeClr val="tx1"/>
                </a:solidFill>
              </a:ln>
            </p:spPr>
            <p:txBody>
              <a:bodyPr/>
              <a:lstStyle/>
              <a:p>
                <a:r>
                  <a:rPr lang="en-US">
                    <a:noFill/>
                  </a:rPr>
                  <a:t> </a:t>
                </a:r>
              </a:p>
            </p:txBody>
          </p:sp>
        </mc:Fallback>
      </mc:AlternateContent>
      <p:sp>
        <p:nvSpPr>
          <p:cNvPr id="30" name="Title 3">
            <a:extLst>
              <a:ext uri="{FF2B5EF4-FFF2-40B4-BE49-F238E27FC236}">
                <a16:creationId xmlns:a16="http://schemas.microsoft.com/office/drawing/2014/main" id="{E0CF833C-BC11-796A-3A28-C011903FD6AF}"/>
              </a:ext>
            </a:extLst>
          </p:cNvPr>
          <p:cNvSpPr txBox="1">
            <a:spLocks/>
          </p:cNvSpPr>
          <p:nvPr/>
        </p:nvSpPr>
        <p:spPr>
          <a:xfrm>
            <a:off x="0" y="-2466"/>
            <a:ext cx="12192000" cy="646331"/>
          </a:xfrm>
          <a:prstGeom prst="rect">
            <a:avLst/>
          </a:prstGeom>
          <a:solidFill>
            <a:schemeClr val="bg1">
              <a:lumMod val="85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  Example: Find the </a:t>
            </a:r>
            <a:r>
              <a:rPr lang="en-US" sz="4000" b="1" dirty="0">
                <a:solidFill>
                  <a:srgbClr val="0000FF"/>
                </a:solidFill>
                <a:latin typeface="Times New Roman" panose="02020603050405020304" pitchFamily="18" charset="0"/>
                <a:cs typeface="Times New Roman" panose="02020603050405020304" pitchFamily="18" charset="0"/>
              </a:rPr>
              <a:t>acceleration</a:t>
            </a:r>
            <a:r>
              <a:rPr lang="en-US" sz="4000" b="1" dirty="0">
                <a:latin typeface="Times New Roman" panose="02020603050405020304" pitchFamily="18" charset="0"/>
                <a:ea typeface="STKaiti" panose="020B0503020204020204" pitchFamily="2" charset="-122"/>
                <a:cs typeface="Times New Roman" panose="02020603050405020304" pitchFamily="18" charset="0"/>
              </a:rPr>
              <a:t>? </a:t>
            </a:r>
            <a:r>
              <a:rPr lang="en-US" sz="3200" b="1" dirty="0">
                <a:latin typeface="Times New Roman" panose="02020603050405020304" pitchFamily="18" charset="0"/>
                <a:ea typeface="STKaiti" panose="020B0503020204020204" pitchFamily="2" charset="-122"/>
                <a:cs typeface="Times New Roman" panose="02020603050405020304" pitchFamily="18" charset="0"/>
              </a:rPr>
              <a:t> </a:t>
            </a:r>
          </a:p>
        </p:txBody>
      </p:sp>
    </p:spTree>
    <p:extLst>
      <p:ext uri="{BB962C8B-B14F-4D97-AF65-F5344CB8AC3E}">
        <p14:creationId xmlns:p14="http://schemas.microsoft.com/office/powerpoint/2010/main" val="36961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12F62-3D60-F386-1A0C-BB9623E30779}"/>
              </a:ext>
            </a:extLst>
          </p:cNvPr>
          <p:cNvSpPr>
            <a:spLocks noGrp="1"/>
          </p:cNvSpPr>
          <p:nvPr>
            <p:ph idx="1"/>
          </p:nvPr>
        </p:nvSpPr>
        <p:spPr>
          <a:xfrm>
            <a:off x="838200" y="985864"/>
            <a:ext cx="10515600" cy="4351338"/>
          </a:xfrm>
        </p:spPr>
        <p:txBody>
          <a:bodyPr>
            <a:normAutofit/>
          </a:bodyPr>
          <a:lstStyle/>
          <a:p>
            <a:pPr marL="514350" indent="-514350">
              <a:buFont typeface="+mj-lt"/>
              <a:buAutoNum type="romanLcPeriod"/>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Two blocks are connected by a massless rope as shown below. The mass of the block on the table is 4.00 kg and the hanging mass is 1.00 kg. The table and the pulley are </a:t>
            </a:r>
            <a:r>
              <a:rPr lang="en-US" sz="2400" b="1" dirty="0">
                <a:solidFill>
                  <a:srgbClr val="0000FF"/>
                </a:solidFill>
                <a:latin typeface="Times New Roman" panose="02020603050405020304" pitchFamily="18" charset="0"/>
                <a:cs typeface="Times New Roman" panose="02020603050405020304" pitchFamily="18" charset="0"/>
              </a:rPr>
              <a:t>frictionless</a:t>
            </a:r>
            <a:r>
              <a:rPr lang="en-US" sz="2400" b="1" dirty="0">
                <a:solidFill>
                  <a:srgbClr val="0000FF"/>
                </a:solidFill>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buAutoNum type="alphaLcParenBoth"/>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Find the </a:t>
            </a:r>
            <a:r>
              <a:rPr lang="en-US" sz="2400" u="sng" dirty="0">
                <a:effectLst/>
                <a:latin typeface="Times New Roman" panose="02020603050405020304" pitchFamily="18" charset="0"/>
                <a:ea typeface="Calibri" panose="020F0502020204030204" pitchFamily="34" charset="0"/>
                <a:cs typeface="Times New Roman" panose="02020603050405020304" pitchFamily="18" charset="0"/>
              </a:rPr>
              <a:t>acceleration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of the system. </a:t>
            </a:r>
          </a:p>
          <a:p>
            <a:pPr marL="0" indent="0">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(b) Find the </a:t>
            </a:r>
            <a:r>
              <a:rPr lang="en-US" sz="2400" u="sng" dirty="0">
                <a:effectLst/>
                <a:latin typeface="Times New Roman" panose="02020603050405020304" pitchFamily="18" charset="0"/>
                <a:ea typeface="Calibri" panose="020F0502020204030204" pitchFamily="34" charset="0"/>
                <a:cs typeface="Times New Roman" panose="02020603050405020304" pitchFamily="18" charset="0"/>
              </a:rPr>
              <a:t>tension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in the rope. </a:t>
            </a:r>
          </a:p>
          <a:p>
            <a:pPr marL="0" indent="0">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 Find the </a:t>
            </a:r>
            <a:r>
              <a:rPr lang="en-US" sz="2400" u="sng" dirty="0">
                <a:effectLst/>
                <a:latin typeface="Times New Roman" panose="02020603050405020304" pitchFamily="18" charset="0"/>
                <a:ea typeface="Calibri" panose="020F0502020204030204" pitchFamily="34" charset="0"/>
                <a:cs typeface="Times New Roman" panose="02020603050405020304" pitchFamily="18" charset="0"/>
              </a:rPr>
              <a:t>speed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with which the hanging </a:t>
            </a:r>
          </a:p>
          <a:p>
            <a:pPr marL="0" indent="0">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hits the floor if it starts from rest </a:t>
            </a:r>
          </a:p>
          <a:p>
            <a:pPr marL="0" indent="0">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and is initially located 1.00 m from the floor.</a:t>
            </a:r>
            <a:endParaRPr lang="en-US"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BC607E2-DE2D-0A79-44CB-1FD59C65578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291494" y="2119452"/>
            <a:ext cx="4240201" cy="2871188"/>
          </a:xfrm>
          <a:prstGeom prst="rect">
            <a:avLst/>
          </a:prstGeom>
          <a:noFill/>
          <a:ln>
            <a:noFill/>
          </a:ln>
        </p:spPr>
      </p:pic>
      <p:sp>
        <p:nvSpPr>
          <p:cNvPr id="4" name="Title 3">
            <a:extLst>
              <a:ext uri="{FF2B5EF4-FFF2-40B4-BE49-F238E27FC236}">
                <a16:creationId xmlns:a16="http://schemas.microsoft.com/office/drawing/2014/main" id="{B3D7951E-7D28-CDDC-7541-9A2602705EAC}"/>
              </a:ext>
            </a:extLst>
          </p:cNvPr>
          <p:cNvSpPr txBox="1">
            <a:spLocks/>
          </p:cNvSpPr>
          <p:nvPr/>
        </p:nvSpPr>
        <p:spPr>
          <a:xfrm>
            <a:off x="0" y="-1028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grpSp>
        <p:nvGrpSpPr>
          <p:cNvPr id="2" name="Group 1">
            <a:extLst>
              <a:ext uri="{FF2B5EF4-FFF2-40B4-BE49-F238E27FC236}">
                <a16:creationId xmlns:a16="http://schemas.microsoft.com/office/drawing/2014/main" id="{AFAAE2EE-5D5C-7073-A681-97C72A26FA3A}"/>
              </a:ext>
            </a:extLst>
          </p:cNvPr>
          <p:cNvGrpSpPr/>
          <p:nvPr/>
        </p:nvGrpSpPr>
        <p:grpSpPr>
          <a:xfrm>
            <a:off x="8310138" y="5071404"/>
            <a:ext cx="1169636" cy="1646238"/>
            <a:chOff x="5154964" y="4953000"/>
            <a:chExt cx="1169636" cy="1646238"/>
          </a:xfrm>
        </p:grpSpPr>
        <p:grpSp>
          <p:nvGrpSpPr>
            <p:cNvPr id="5" name="Group 80">
              <a:extLst>
                <a:ext uri="{FF2B5EF4-FFF2-40B4-BE49-F238E27FC236}">
                  <a16:creationId xmlns:a16="http://schemas.microsoft.com/office/drawing/2014/main" id="{89CB47BD-6030-25FD-86DA-B839C4D33FEF}"/>
                </a:ext>
              </a:extLst>
            </p:cNvPr>
            <p:cNvGrpSpPr>
              <a:grpSpLocks/>
            </p:cNvGrpSpPr>
            <p:nvPr/>
          </p:nvGrpSpPr>
          <p:grpSpPr bwMode="auto">
            <a:xfrm>
              <a:off x="5181600" y="4953000"/>
              <a:ext cx="1143000" cy="1646238"/>
              <a:chOff x="3264" y="3120"/>
              <a:chExt cx="720" cy="1037"/>
            </a:xfrm>
          </p:grpSpPr>
          <p:sp>
            <p:nvSpPr>
              <p:cNvPr id="29" name="Oval 59">
                <a:extLst>
                  <a:ext uri="{FF2B5EF4-FFF2-40B4-BE49-F238E27FC236}">
                    <a16:creationId xmlns:a16="http://schemas.microsoft.com/office/drawing/2014/main" id="{D26C7B7B-02BB-9EA8-8ECD-39DACDFD1B63}"/>
                  </a:ext>
                </a:extLst>
              </p:cNvPr>
              <p:cNvSpPr>
                <a:spLocks noChangeArrowheads="1"/>
              </p:cNvSpPr>
              <p:nvPr/>
            </p:nvSpPr>
            <p:spPr bwMode="auto">
              <a:xfrm>
                <a:off x="3339" y="3581"/>
                <a:ext cx="48" cy="4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30" name="Line 60">
                <a:extLst>
                  <a:ext uri="{FF2B5EF4-FFF2-40B4-BE49-F238E27FC236}">
                    <a16:creationId xmlns:a16="http://schemas.microsoft.com/office/drawing/2014/main" id="{B1B2DD9C-EA21-5FB2-33CD-9B32E0C8E811}"/>
                  </a:ext>
                </a:extLst>
              </p:cNvPr>
              <p:cNvSpPr>
                <a:spLocks noChangeShapeType="1"/>
              </p:cNvSpPr>
              <p:nvPr/>
            </p:nvSpPr>
            <p:spPr bwMode="auto">
              <a:xfrm flipV="1">
                <a:off x="3360" y="3293"/>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31" name="Line 61">
                <a:extLst>
                  <a:ext uri="{FF2B5EF4-FFF2-40B4-BE49-F238E27FC236}">
                    <a16:creationId xmlns:a16="http://schemas.microsoft.com/office/drawing/2014/main" id="{37F650BC-589B-975C-09C3-98228895633B}"/>
                  </a:ext>
                </a:extLst>
              </p:cNvPr>
              <p:cNvSpPr>
                <a:spLocks noChangeShapeType="1"/>
              </p:cNvSpPr>
              <p:nvPr/>
            </p:nvSpPr>
            <p:spPr bwMode="auto">
              <a:xfrm>
                <a:off x="3360" y="3629"/>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32" name="Text Box 62">
                <a:extLst>
                  <a:ext uri="{FF2B5EF4-FFF2-40B4-BE49-F238E27FC236}">
                    <a16:creationId xmlns:a16="http://schemas.microsoft.com/office/drawing/2014/main" id="{BB004400-02DA-D4AD-C86C-81497A24625C}"/>
                  </a:ext>
                </a:extLst>
              </p:cNvPr>
              <p:cNvSpPr txBox="1">
                <a:spLocks noChangeArrowheads="1"/>
              </p:cNvSpPr>
              <p:nvPr/>
            </p:nvSpPr>
            <p:spPr bwMode="auto">
              <a:xfrm>
                <a:off x="3264" y="3984"/>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F</a:t>
                </a:r>
                <a:r>
                  <a:rPr lang="en-US" sz="1200" baseline="-25000" dirty="0">
                    <a:latin typeface="Arial" charset="0"/>
                    <a:ea typeface="ＭＳ Ｐゴシック" charset="0"/>
                  </a:rPr>
                  <a:t>g1</a:t>
                </a:r>
                <a:endParaRPr lang="en-US" sz="1200" dirty="0">
                  <a:latin typeface="Arial" charset="0"/>
                  <a:ea typeface="ＭＳ Ｐゴシック" charset="0"/>
                </a:endParaRPr>
              </a:p>
            </p:txBody>
          </p:sp>
          <p:sp>
            <p:nvSpPr>
              <p:cNvPr id="33" name="Text Box 63">
                <a:extLst>
                  <a:ext uri="{FF2B5EF4-FFF2-40B4-BE49-F238E27FC236}">
                    <a16:creationId xmlns:a16="http://schemas.microsoft.com/office/drawing/2014/main" id="{8CEA5D07-945F-C2A9-4FF0-B21C2257E13B}"/>
                  </a:ext>
                </a:extLst>
              </p:cNvPr>
              <p:cNvSpPr txBox="1">
                <a:spLocks noChangeArrowheads="1"/>
              </p:cNvSpPr>
              <p:nvPr/>
            </p:nvSpPr>
            <p:spPr bwMode="auto">
              <a:xfrm>
                <a:off x="3264" y="3120"/>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lang="en-US" sz="1200">
                  <a:latin typeface="Arial" charset="0"/>
                  <a:ea typeface="ＭＳ Ｐゴシック" charset="0"/>
                </a:endParaRPr>
              </a:p>
            </p:txBody>
          </p:sp>
          <p:sp>
            <p:nvSpPr>
              <p:cNvPr id="34" name="Line 64">
                <a:extLst>
                  <a:ext uri="{FF2B5EF4-FFF2-40B4-BE49-F238E27FC236}">
                    <a16:creationId xmlns:a16="http://schemas.microsoft.com/office/drawing/2014/main" id="{7956F511-A727-E2C7-B59A-11A9652204F4}"/>
                  </a:ext>
                </a:extLst>
              </p:cNvPr>
              <p:cNvSpPr>
                <a:spLocks noChangeShapeType="1"/>
              </p:cNvSpPr>
              <p:nvPr/>
            </p:nvSpPr>
            <p:spPr bwMode="auto">
              <a:xfrm>
                <a:off x="3312" y="3995"/>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35" name="Line 65">
                <a:extLst>
                  <a:ext uri="{FF2B5EF4-FFF2-40B4-BE49-F238E27FC236}">
                    <a16:creationId xmlns:a16="http://schemas.microsoft.com/office/drawing/2014/main" id="{41DB169F-C180-BB91-BCB4-EEA61DDF4C8A}"/>
                  </a:ext>
                </a:extLst>
              </p:cNvPr>
              <p:cNvSpPr>
                <a:spLocks noChangeShapeType="1"/>
              </p:cNvSpPr>
              <p:nvPr/>
            </p:nvSpPr>
            <p:spPr bwMode="auto">
              <a:xfrm>
                <a:off x="3312" y="3149"/>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36" name="Line 66">
                <a:extLst>
                  <a:ext uri="{FF2B5EF4-FFF2-40B4-BE49-F238E27FC236}">
                    <a16:creationId xmlns:a16="http://schemas.microsoft.com/office/drawing/2014/main" id="{31CBB3AC-9F33-E006-4C19-205E86843582}"/>
                  </a:ext>
                </a:extLst>
              </p:cNvPr>
              <p:cNvSpPr>
                <a:spLocks noChangeShapeType="1"/>
              </p:cNvSpPr>
              <p:nvPr/>
            </p:nvSpPr>
            <p:spPr bwMode="auto">
              <a:xfrm>
                <a:off x="3360" y="3600"/>
                <a:ext cx="33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dirty="0">
                  <a:latin typeface="Arial" charset="0"/>
                  <a:ea typeface="ＭＳ Ｐゴシック" charset="0"/>
                </a:endParaRPr>
              </a:p>
            </p:txBody>
          </p:sp>
          <p:sp>
            <p:nvSpPr>
              <p:cNvPr id="37" name="Text Box 67">
                <a:extLst>
                  <a:ext uri="{FF2B5EF4-FFF2-40B4-BE49-F238E27FC236}">
                    <a16:creationId xmlns:a16="http://schemas.microsoft.com/office/drawing/2014/main" id="{10BDF7A5-CF5C-53EC-CB8E-5CB631604CD7}"/>
                  </a:ext>
                </a:extLst>
              </p:cNvPr>
              <p:cNvSpPr txBox="1">
                <a:spLocks noChangeArrowheads="1"/>
              </p:cNvSpPr>
              <p:nvPr/>
            </p:nvSpPr>
            <p:spPr bwMode="auto">
              <a:xfrm>
                <a:off x="3696" y="3504"/>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T</a:t>
                </a:r>
              </a:p>
            </p:txBody>
          </p:sp>
          <p:sp>
            <p:nvSpPr>
              <p:cNvPr id="38" name="Line 68">
                <a:extLst>
                  <a:ext uri="{FF2B5EF4-FFF2-40B4-BE49-F238E27FC236}">
                    <a16:creationId xmlns:a16="http://schemas.microsoft.com/office/drawing/2014/main" id="{9DE82660-B3F8-5838-E845-BF16D64E6EA6}"/>
                  </a:ext>
                </a:extLst>
              </p:cNvPr>
              <p:cNvSpPr>
                <a:spLocks noChangeShapeType="1"/>
              </p:cNvSpPr>
              <p:nvPr/>
            </p:nvSpPr>
            <p:spPr bwMode="auto">
              <a:xfrm>
                <a:off x="3744" y="3504"/>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7" name="Text Box 28">
              <a:extLst>
                <a:ext uri="{FF2B5EF4-FFF2-40B4-BE49-F238E27FC236}">
                  <a16:creationId xmlns:a16="http://schemas.microsoft.com/office/drawing/2014/main" id="{6A40AEA3-A1D2-C33E-507C-4A68BC2A6850}"/>
                </a:ext>
              </a:extLst>
            </p:cNvPr>
            <p:cNvSpPr txBox="1">
              <a:spLocks noChangeArrowheads="1"/>
            </p:cNvSpPr>
            <p:nvPr/>
          </p:nvSpPr>
          <p:spPr bwMode="auto">
            <a:xfrm>
              <a:off x="5154964" y="5000857"/>
              <a:ext cx="457200" cy="2746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N</a:t>
              </a:r>
            </a:p>
          </p:txBody>
        </p:sp>
      </p:grpSp>
      <p:grpSp>
        <p:nvGrpSpPr>
          <p:cNvPr id="42" name="Group 41">
            <a:extLst>
              <a:ext uri="{FF2B5EF4-FFF2-40B4-BE49-F238E27FC236}">
                <a16:creationId xmlns:a16="http://schemas.microsoft.com/office/drawing/2014/main" id="{6F522269-9531-8304-AD8A-941661916BD9}"/>
              </a:ext>
            </a:extLst>
          </p:cNvPr>
          <p:cNvGrpSpPr>
            <a:grpSpLocks/>
          </p:cNvGrpSpPr>
          <p:nvPr/>
        </p:nvGrpSpPr>
        <p:grpSpPr bwMode="auto">
          <a:xfrm>
            <a:off x="10737054" y="5101118"/>
            <a:ext cx="457200" cy="1524000"/>
            <a:chOff x="2544" y="3072"/>
            <a:chExt cx="288" cy="960"/>
          </a:xfrm>
        </p:grpSpPr>
        <p:sp>
          <p:nvSpPr>
            <p:cNvPr id="43" name="Oval 42">
              <a:extLst>
                <a:ext uri="{FF2B5EF4-FFF2-40B4-BE49-F238E27FC236}">
                  <a16:creationId xmlns:a16="http://schemas.microsoft.com/office/drawing/2014/main" id="{B409E53C-F4A0-4B82-996D-9DE0C935C58D}"/>
                </a:ext>
              </a:extLst>
            </p:cNvPr>
            <p:cNvSpPr>
              <a:spLocks noChangeArrowheads="1"/>
            </p:cNvSpPr>
            <p:nvPr/>
          </p:nvSpPr>
          <p:spPr bwMode="auto">
            <a:xfrm>
              <a:off x="2619" y="3408"/>
              <a:ext cx="48" cy="4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4" name="Line 38">
              <a:extLst>
                <a:ext uri="{FF2B5EF4-FFF2-40B4-BE49-F238E27FC236}">
                  <a16:creationId xmlns:a16="http://schemas.microsoft.com/office/drawing/2014/main" id="{C806BF91-E257-D039-7DD1-4230ABF63ED5}"/>
                </a:ext>
              </a:extLst>
            </p:cNvPr>
            <p:cNvSpPr>
              <a:spLocks noChangeShapeType="1"/>
            </p:cNvSpPr>
            <p:nvPr/>
          </p:nvSpPr>
          <p:spPr bwMode="auto">
            <a:xfrm flipV="1">
              <a:off x="2640" y="321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5" name="Line 39">
              <a:extLst>
                <a:ext uri="{FF2B5EF4-FFF2-40B4-BE49-F238E27FC236}">
                  <a16:creationId xmlns:a16="http://schemas.microsoft.com/office/drawing/2014/main" id="{999F2F69-2393-211B-A74E-E4C06F34E3AD}"/>
                </a:ext>
              </a:extLst>
            </p:cNvPr>
            <p:cNvSpPr>
              <a:spLocks noChangeShapeType="1"/>
            </p:cNvSpPr>
            <p:nvPr/>
          </p:nvSpPr>
          <p:spPr bwMode="auto">
            <a:xfrm>
              <a:off x="2640" y="3456"/>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6" name="Text Box 40">
              <a:extLst>
                <a:ext uri="{FF2B5EF4-FFF2-40B4-BE49-F238E27FC236}">
                  <a16:creationId xmlns:a16="http://schemas.microsoft.com/office/drawing/2014/main" id="{281B9C2D-3946-DEA7-1200-A3993526C253}"/>
                </a:ext>
              </a:extLst>
            </p:cNvPr>
            <p:cNvSpPr txBox="1">
              <a:spLocks noChangeArrowheads="1"/>
            </p:cNvSpPr>
            <p:nvPr/>
          </p:nvSpPr>
          <p:spPr bwMode="auto">
            <a:xfrm>
              <a:off x="2544" y="3859"/>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g2</a:t>
              </a:r>
              <a:endParaRPr lang="en-US" sz="1200">
                <a:latin typeface="Arial" charset="0"/>
                <a:ea typeface="ＭＳ Ｐゴシック" charset="0"/>
              </a:endParaRPr>
            </a:p>
          </p:txBody>
        </p:sp>
        <p:sp>
          <p:nvSpPr>
            <p:cNvPr id="47" name="Text Box 41">
              <a:extLst>
                <a:ext uri="{FF2B5EF4-FFF2-40B4-BE49-F238E27FC236}">
                  <a16:creationId xmlns:a16="http://schemas.microsoft.com/office/drawing/2014/main" id="{46D0DE05-B94D-89E7-38E2-1097DA75AB08}"/>
                </a:ext>
              </a:extLst>
            </p:cNvPr>
            <p:cNvSpPr txBox="1">
              <a:spLocks noChangeArrowheads="1"/>
            </p:cNvSpPr>
            <p:nvPr/>
          </p:nvSpPr>
          <p:spPr bwMode="auto">
            <a:xfrm>
              <a:off x="2544" y="3072"/>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T</a:t>
              </a:r>
            </a:p>
          </p:txBody>
        </p:sp>
        <p:sp>
          <p:nvSpPr>
            <p:cNvPr id="48" name="Line 42">
              <a:extLst>
                <a:ext uri="{FF2B5EF4-FFF2-40B4-BE49-F238E27FC236}">
                  <a16:creationId xmlns:a16="http://schemas.microsoft.com/office/drawing/2014/main" id="{68326FE2-60FC-0257-973E-B0012212A93E}"/>
                </a:ext>
              </a:extLst>
            </p:cNvPr>
            <p:cNvSpPr>
              <a:spLocks noChangeShapeType="1"/>
            </p:cNvSpPr>
            <p:nvPr/>
          </p:nvSpPr>
          <p:spPr bwMode="auto">
            <a:xfrm>
              <a:off x="2592" y="3888"/>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9" name="Line 43">
              <a:extLst>
                <a:ext uri="{FF2B5EF4-FFF2-40B4-BE49-F238E27FC236}">
                  <a16:creationId xmlns:a16="http://schemas.microsoft.com/office/drawing/2014/main" id="{4ABD67C0-E6EA-DE6E-2F7E-277CC4B7D10B}"/>
                </a:ext>
              </a:extLst>
            </p:cNvPr>
            <p:cNvSpPr>
              <a:spLocks noChangeShapeType="1"/>
            </p:cNvSpPr>
            <p:nvPr/>
          </p:nvSpPr>
          <p:spPr bwMode="auto">
            <a:xfrm>
              <a:off x="2592" y="3072"/>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grpSp>
    </p:spTree>
    <p:extLst>
      <p:ext uri="{BB962C8B-B14F-4D97-AF65-F5344CB8AC3E}">
        <p14:creationId xmlns:p14="http://schemas.microsoft.com/office/powerpoint/2010/main" val="15563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1CA44571-E3E1-61CB-0EAB-C75B7D605E42}"/>
                  </a:ext>
                </a:extLst>
              </p:cNvPr>
              <p:cNvSpPr txBox="1"/>
              <p:nvPr/>
            </p:nvSpPr>
            <p:spPr bwMode="auto">
              <a:xfrm>
                <a:off x="1040883" y="2772744"/>
                <a:ext cx="5689599" cy="2244573"/>
              </a:xfrm>
              <a:prstGeom prst="rect">
                <a:avLst/>
              </a:prstGeom>
              <a:noFill/>
            </p:spPr>
            <p:txBody>
              <a:bodyPr>
                <a:noAutofit/>
              </a:bodyPr>
              <a:lstStyle/>
              <a:p>
                <a:pPr/>
                <a14:m>
                  <m:oMathPara xmlns:m="http://schemas.openxmlformats.org/officeDocument/2006/math">
                    <m:oMathParaPr>
                      <m:jc m:val="left"/>
                    </m:oMathParaPr>
                    <m:oMath>
                      <m:r>
                        <a:rPr lang="en-US" sz="2200" b="0" i="1" smtClean="0">
                          <a:solidFill>
                            <a:srgbClr val="000000"/>
                          </a:solidFill>
                          <a:latin typeface="Cambria Math" panose="02040503050406030204" pitchFamily="18" charset="0"/>
                        </a:rPr>
                        <m:t>       </m:t>
                      </m:r>
                      <m:nary>
                        <m:naryPr>
                          <m:chr m:val="∑"/>
                          <m:subHide m:val="on"/>
                          <m:supHide m:val="on"/>
                          <m:ctrlPr>
                            <a:rPr lang="en-US" sz="2200" i="1" smtClean="0">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0 (</m:t>
                      </m:r>
                      <m:r>
                        <a:rPr lang="en-US" sz="2200" b="0" i="1" smtClean="0">
                          <a:solidFill>
                            <a:srgbClr val="000000"/>
                          </a:solidFill>
                          <a:latin typeface="Cambria Math" panose="02040503050406030204" pitchFamily="18" charset="0"/>
                        </a:rPr>
                        <m:t>𝑛𝑜</m:t>
                      </m:r>
                      <m:r>
                        <a:rPr lang="en-US" sz="2200" b="0" i="1" smtClean="0">
                          <a:solidFill>
                            <a:srgbClr val="000000"/>
                          </a:solidFill>
                          <a:latin typeface="Cambria Math" panose="02040503050406030204" pitchFamily="18" charset="0"/>
                        </a:rPr>
                        <m:t> </m:t>
                      </m:r>
                      <m:r>
                        <a:rPr lang="en-US" sz="2200" b="0" i="1" smtClean="0">
                          <a:solidFill>
                            <a:srgbClr val="000000"/>
                          </a:solidFill>
                          <a:latin typeface="Cambria Math" panose="02040503050406030204" pitchFamily="18" charset="0"/>
                        </a:rPr>
                        <m:t>𝑚𝑜𝑡𝑖𝑜𝑛</m:t>
                      </m:r>
                      <m:r>
                        <a:rPr lang="en-US" sz="2200" b="0" i="1" smtClean="0">
                          <a:solidFill>
                            <a:srgbClr val="000000"/>
                          </a:solidFill>
                          <a:latin typeface="Cambria Math" panose="02040503050406030204" pitchFamily="18" charset="0"/>
                        </a:rPr>
                        <m:t> </m:t>
                      </m:r>
                      <m:r>
                        <a:rPr lang="en-US" sz="2200" b="0" i="1" smtClean="0">
                          <a:solidFill>
                            <a:srgbClr val="000000"/>
                          </a:solidFill>
                          <a:latin typeface="Cambria Math" panose="02040503050406030204" pitchFamily="18" charset="0"/>
                        </a:rPr>
                        <m:t>𝑎𝑙𝑜𝑛𝑔</m:t>
                      </m:r>
                      <m:r>
                        <a:rPr lang="en-US" sz="2200" b="0" i="1" smtClean="0">
                          <a:solidFill>
                            <a:srgbClr val="000000"/>
                          </a:solidFill>
                          <a:latin typeface="Cambria Math" panose="02040503050406030204" pitchFamily="18" charset="0"/>
                        </a:rPr>
                        <m:t> </m:t>
                      </m:r>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𝑎𝑥𝑖𝑠</m:t>
                      </m:r>
                      <m:r>
                        <a:rPr lang="en-US" sz="2200" b="0" i="1" smtClean="0">
                          <a:solidFill>
                            <a:srgbClr val="000000"/>
                          </a:solidFill>
                          <a:latin typeface="Cambria Math" panose="02040503050406030204" pitchFamily="18" charset="0"/>
                        </a:rPr>
                        <m:t>)</m:t>
                      </m:r>
                    </m:oMath>
                  </m:oMathPara>
                </a14:m>
                <a:endParaRPr lang="en-US" sz="2200" b="0" i="1" dirty="0">
                  <a:solidFill>
                    <a:srgbClr val="000000"/>
                  </a:solidFill>
                  <a:latin typeface="Cambria Math" panose="02040503050406030204" pitchFamily="18" charset="0"/>
                </a:endParaRPr>
              </a:p>
              <a:p>
                <a:endParaRPr lang="en-US" sz="2200" b="0" i="0"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acc>
                        <m:accPr>
                          <m:chr m:val="⃗"/>
                          <m:ctrlPr>
                            <a:rPr lang="en-US" sz="2200" b="0" i="0" smtClean="0">
                              <a:solidFill>
                                <a:srgbClr val="000000"/>
                              </a:solidFill>
                              <a:latin typeface="Cambria Math" panose="02040503050406030204" pitchFamily="18" charset="0"/>
                            </a:rPr>
                          </m:ctrlPr>
                        </m:accPr>
                        <m:e>
                          <m:r>
                            <m:rPr>
                              <m:sty m:val="p"/>
                            </m:rPr>
                            <a:rPr lang="en-US" sz="2200" b="0" i="0" smtClean="0">
                              <a:solidFill>
                                <a:srgbClr val="000000"/>
                              </a:solidFill>
                              <a:latin typeface="Cambria Math" panose="02040503050406030204" pitchFamily="18" charset="0"/>
                            </a:rPr>
                            <m:t>N</m:t>
                          </m:r>
                        </m:e>
                      </m:acc>
                      <m:r>
                        <a:rPr lang="en-US" sz="2200" i="0" smtClean="0">
                          <a:solidFill>
                            <a:srgbClr val="000000"/>
                          </a:solidFill>
                          <a:latin typeface="Cambria Math" panose="02040503050406030204" pitchFamily="18" charset="0"/>
                        </a:rPr>
                        <m:t>−</m:t>
                      </m:r>
                      <m:sSub>
                        <m:sSubPr>
                          <m:ctrlPr>
                            <a:rPr lang="en-US" sz="2200" b="0" i="1" smtClean="0">
                              <a:solidFill>
                                <a:srgbClr val="000000"/>
                              </a:solidFill>
                              <a:latin typeface="Cambria Math" panose="02040503050406030204" pitchFamily="18" charset="0"/>
                            </a:rPr>
                          </m:ctrlPr>
                        </m:sSubPr>
                        <m:e>
                          <m:acc>
                            <m:accPr>
                              <m:chr m:val="⃗"/>
                              <m:ctrlPr>
                                <a:rPr lang="en-US" sz="2200" b="0" i="0" smtClean="0">
                                  <a:solidFill>
                                    <a:srgbClr val="000000"/>
                                  </a:solidFill>
                                  <a:latin typeface="Cambria Math" panose="02040503050406030204" pitchFamily="18" charset="0"/>
                                </a:rPr>
                              </m:ctrlPr>
                            </m:accPr>
                            <m:e>
                              <m:r>
                                <m:rPr>
                                  <m:sty m:val="p"/>
                                </m:rPr>
                                <a:rPr lang="en-US" sz="2200" b="0" i="0" smtClean="0">
                                  <a:solidFill>
                                    <a:srgbClr val="000000"/>
                                  </a:solidFill>
                                  <a:latin typeface="Cambria Math" panose="02040503050406030204" pitchFamily="18" charset="0"/>
                                </a:rPr>
                                <m:t>F</m:t>
                              </m:r>
                            </m:e>
                          </m:acc>
                        </m:e>
                        <m:sub>
                          <m:r>
                            <m:rPr>
                              <m:sty m:val="p"/>
                            </m:rPr>
                            <a:rPr lang="en-US" sz="2200" b="0" i="0" smtClean="0">
                              <a:solidFill>
                                <a:srgbClr val="000000"/>
                              </a:solidFill>
                              <a:latin typeface="Cambria Math" panose="02040503050406030204" pitchFamily="18" charset="0"/>
                            </a:rPr>
                            <m:t>g</m:t>
                          </m:r>
                          <m:r>
                            <a:rPr lang="en-US" sz="2200" b="0" i="0" smtClean="0">
                              <a:solidFill>
                                <a:srgbClr val="000000"/>
                              </a:solidFill>
                              <a:latin typeface="Cambria Math" panose="02040503050406030204" pitchFamily="18" charset="0"/>
                            </a:rPr>
                            <m:t>1</m:t>
                          </m:r>
                        </m:sub>
                      </m:sSub>
                      <m:r>
                        <a:rPr lang="en-US" sz="2200" i="1">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0</m:t>
                      </m:r>
                    </m:oMath>
                  </m:oMathPara>
                </a14:m>
                <a:endParaRPr lang="en-US" sz="2200" dirty="0"/>
              </a:p>
              <a:p>
                <a:endParaRPr lang="en-US" sz="2200" b="0" i="1"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r>
                        <m:rPr>
                          <m:sty m:val="p"/>
                        </m:rPr>
                        <a:rPr lang="en-US" sz="2200" b="0" i="0" smtClean="0">
                          <a:solidFill>
                            <a:srgbClr val="000000"/>
                          </a:solidFill>
                          <a:latin typeface="Cambria Math" panose="02040503050406030204" pitchFamily="18" charset="0"/>
                        </a:rPr>
                        <m:t>N</m:t>
                      </m:r>
                      <m:r>
                        <a:rPr lang="en-US" sz="2200" i="0">
                          <a:solidFill>
                            <a:srgbClr val="000000"/>
                          </a:solidFill>
                          <a:latin typeface="Cambria Math" panose="02040503050406030204" pitchFamily="18" charset="0"/>
                        </a:rPr>
                        <m:t>=</m:t>
                      </m:r>
                      <m:sSub>
                        <m:sSubPr>
                          <m:ctrlPr>
                            <a:rPr lang="en-US" sz="2200" i="0">
                              <a:solidFill>
                                <a:srgbClr val="000000"/>
                              </a:solidFill>
                              <a:latin typeface="Cambria Math" panose="02040503050406030204" pitchFamily="18" charset="0"/>
                            </a:rPr>
                          </m:ctrlPr>
                        </m:sSubPr>
                        <m:e>
                          <m:r>
                            <m:rPr>
                              <m:sty m:val="p"/>
                            </m:rPr>
                            <a:rPr lang="en-US" sz="2200" i="0">
                              <a:solidFill>
                                <a:srgbClr val="000000"/>
                              </a:solidFill>
                              <a:latin typeface="Cambria Math" panose="02040503050406030204" pitchFamily="18" charset="0"/>
                            </a:rPr>
                            <m:t>m</m:t>
                          </m:r>
                        </m:e>
                        <m:sub>
                          <m:r>
                            <a:rPr lang="en-US" sz="2200" i="0">
                              <a:solidFill>
                                <a:srgbClr val="000000"/>
                              </a:solidFill>
                              <a:latin typeface="Cambria Math" panose="02040503050406030204" pitchFamily="18" charset="0"/>
                            </a:rPr>
                            <m:t>1</m:t>
                          </m:r>
                        </m:sub>
                      </m:sSub>
                      <m:r>
                        <m:rPr>
                          <m:sty m:val="p"/>
                        </m:rPr>
                        <a:rPr lang="en-US" sz="2200" b="0" i="0" smtClean="0">
                          <a:solidFill>
                            <a:srgbClr val="000000"/>
                          </a:solidFill>
                          <a:latin typeface="Cambria Math" panose="02040503050406030204" pitchFamily="18" charset="0"/>
                        </a:rPr>
                        <m:t>g</m:t>
                      </m:r>
                      <m:r>
                        <a:rPr lang="en-US" sz="2200" b="0" i="0" smtClean="0">
                          <a:solidFill>
                            <a:srgbClr val="000000"/>
                          </a:solidFill>
                          <a:latin typeface="Cambria Math" panose="02040503050406030204" pitchFamily="18" charset="0"/>
                        </a:rPr>
                        <m:t>……(1)</m:t>
                      </m:r>
                    </m:oMath>
                  </m:oMathPara>
                </a14:m>
                <a:endParaRPr lang="en-US" sz="2200" dirty="0"/>
              </a:p>
            </p:txBody>
          </p:sp>
        </mc:Choice>
        <mc:Fallback xmlns="">
          <p:sp>
            <p:nvSpPr>
              <p:cNvPr id="2" name="Object 1">
                <a:extLst>
                  <a:ext uri="{FF2B5EF4-FFF2-40B4-BE49-F238E27FC236}">
                    <a16:creationId xmlns:a16="http://schemas.microsoft.com/office/drawing/2014/main" id="{1CA44571-E3E1-61CB-0EAB-C75B7D605E42}"/>
                  </a:ext>
                </a:extLst>
              </p:cNvPr>
              <p:cNvSpPr txBox="1">
                <a:spLocks noRot="1" noChangeAspect="1" noMove="1" noResize="1" noEditPoints="1" noAdjustHandles="1" noChangeArrowheads="1" noChangeShapeType="1" noTextEdit="1"/>
              </p:cNvSpPr>
              <p:nvPr/>
            </p:nvSpPr>
            <p:spPr bwMode="auto">
              <a:xfrm>
                <a:off x="1040883" y="2772744"/>
                <a:ext cx="5689599" cy="2244573"/>
              </a:xfrm>
              <a:prstGeom prst="rect">
                <a:avLst/>
              </a:prstGeom>
              <a:blipFill>
                <a:blip r:embed="rId2"/>
                <a:stretch>
                  <a:fillRect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6C72846D-8988-5093-6354-257C1296688D}"/>
              </a:ext>
            </a:extLst>
          </p:cNvPr>
          <p:cNvGrpSpPr/>
          <p:nvPr/>
        </p:nvGrpSpPr>
        <p:grpSpPr>
          <a:xfrm>
            <a:off x="2876955" y="1015488"/>
            <a:ext cx="1319387" cy="1757255"/>
            <a:chOff x="5181600" y="4953000"/>
            <a:chExt cx="1143000" cy="1646238"/>
          </a:xfrm>
        </p:grpSpPr>
        <p:grpSp>
          <p:nvGrpSpPr>
            <p:cNvPr id="6" name="Group 80">
              <a:extLst>
                <a:ext uri="{FF2B5EF4-FFF2-40B4-BE49-F238E27FC236}">
                  <a16:creationId xmlns:a16="http://schemas.microsoft.com/office/drawing/2014/main" id="{5ACC1091-633F-CB12-6FB5-98F921F63894}"/>
                </a:ext>
              </a:extLst>
            </p:cNvPr>
            <p:cNvGrpSpPr>
              <a:grpSpLocks/>
            </p:cNvGrpSpPr>
            <p:nvPr/>
          </p:nvGrpSpPr>
          <p:grpSpPr bwMode="auto">
            <a:xfrm>
              <a:off x="5181600" y="4953000"/>
              <a:ext cx="1143000" cy="1646238"/>
              <a:chOff x="3264" y="3120"/>
              <a:chExt cx="720" cy="1037"/>
            </a:xfrm>
          </p:grpSpPr>
          <p:sp>
            <p:nvSpPr>
              <p:cNvPr id="8" name="Oval 59">
                <a:extLst>
                  <a:ext uri="{FF2B5EF4-FFF2-40B4-BE49-F238E27FC236}">
                    <a16:creationId xmlns:a16="http://schemas.microsoft.com/office/drawing/2014/main" id="{CAC10835-AEB6-80E7-246E-0503787D76C6}"/>
                  </a:ext>
                </a:extLst>
              </p:cNvPr>
              <p:cNvSpPr>
                <a:spLocks noChangeArrowheads="1"/>
              </p:cNvSpPr>
              <p:nvPr/>
            </p:nvSpPr>
            <p:spPr bwMode="auto">
              <a:xfrm>
                <a:off x="3339" y="3581"/>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9" name="Line 60">
                <a:extLst>
                  <a:ext uri="{FF2B5EF4-FFF2-40B4-BE49-F238E27FC236}">
                    <a16:creationId xmlns:a16="http://schemas.microsoft.com/office/drawing/2014/main" id="{9D81FDD8-FD28-C35F-B004-E2E77D231553}"/>
                  </a:ext>
                </a:extLst>
              </p:cNvPr>
              <p:cNvSpPr>
                <a:spLocks noChangeShapeType="1"/>
              </p:cNvSpPr>
              <p:nvPr/>
            </p:nvSpPr>
            <p:spPr bwMode="auto">
              <a:xfrm flipV="1">
                <a:off x="3360" y="3293"/>
                <a:ext cx="0" cy="288"/>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0" name="Line 61">
                <a:extLst>
                  <a:ext uri="{FF2B5EF4-FFF2-40B4-BE49-F238E27FC236}">
                    <a16:creationId xmlns:a16="http://schemas.microsoft.com/office/drawing/2014/main" id="{2D90EFEC-9673-FF5E-8A05-22738B631D90}"/>
                  </a:ext>
                </a:extLst>
              </p:cNvPr>
              <p:cNvSpPr>
                <a:spLocks noChangeShapeType="1"/>
              </p:cNvSpPr>
              <p:nvPr/>
            </p:nvSpPr>
            <p:spPr bwMode="auto">
              <a:xfrm>
                <a:off x="3360" y="3629"/>
                <a:ext cx="0" cy="288"/>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1" name="Text Box 62">
                <a:extLst>
                  <a:ext uri="{FF2B5EF4-FFF2-40B4-BE49-F238E27FC236}">
                    <a16:creationId xmlns:a16="http://schemas.microsoft.com/office/drawing/2014/main" id="{4323F088-BFB4-1235-E08F-299940FE7B68}"/>
                  </a:ext>
                </a:extLst>
              </p:cNvPr>
              <p:cNvSpPr txBox="1">
                <a:spLocks noChangeArrowheads="1"/>
              </p:cNvSpPr>
              <p:nvPr/>
            </p:nvSpPr>
            <p:spPr bwMode="auto">
              <a:xfrm>
                <a:off x="3264" y="398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g1</a:t>
                </a:r>
                <a:endParaRPr lang="en-US" sz="1200">
                  <a:latin typeface="Arial" charset="0"/>
                  <a:ea typeface="ＭＳ Ｐゴシック" charset="0"/>
                </a:endParaRPr>
              </a:p>
            </p:txBody>
          </p:sp>
          <p:sp>
            <p:nvSpPr>
              <p:cNvPr id="12" name="Text Box 63">
                <a:extLst>
                  <a:ext uri="{FF2B5EF4-FFF2-40B4-BE49-F238E27FC236}">
                    <a16:creationId xmlns:a16="http://schemas.microsoft.com/office/drawing/2014/main" id="{688289D5-9CC5-494A-66FB-22185738EE18}"/>
                  </a:ext>
                </a:extLst>
              </p:cNvPr>
              <p:cNvSpPr txBox="1">
                <a:spLocks noChangeArrowheads="1"/>
              </p:cNvSpPr>
              <p:nvPr/>
            </p:nvSpPr>
            <p:spPr bwMode="auto">
              <a:xfrm>
                <a:off x="3264" y="3120"/>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lang="en-US" sz="1200">
                  <a:latin typeface="Arial" charset="0"/>
                  <a:ea typeface="ＭＳ Ｐゴシック" charset="0"/>
                </a:endParaRPr>
              </a:p>
            </p:txBody>
          </p:sp>
          <p:sp>
            <p:nvSpPr>
              <p:cNvPr id="13" name="Line 64">
                <a:extLst>
                  <a:ext uri="{FF2B5EF4-FFF2-40B4-BE49-F238E27FC236}">
                    <a16:creationId xmlns:a16="http://schemas.microsoft.com/office/drawing/2014/main" id="{92D9F513-9947-417D-A00F-24608F7CD7C7}"/>
                  </a:ext>
                </a:extLst>
              </p:cNvPr>
              <p:cNvSpPr>
                <a:spLocks noChangeShapeType="1"/>
              </p:cNvSpPr>
              <p:nvPr/>
            </p:nvSpPr>
            <p:spPr bwMode="auto">
              <a:xfrm>
                <a:off x="3312" y="3995"/>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4" name="Line 65">
                <a:extLst>
                  <a:ext uri="{FF2B5EF4-FFF2-40B4-BE49-F238E27FC236}">
                    <a16:creationId xmlns:a16="http://schemas.microsoft.com/office/drawing/2014/main" id="{CBD14BCA-76F3-C1BA-D2E3-E97E816A22FD}"/>
                  </a:ext>
                </a:extLst>
              </p:cNvPr>
              <p:cNvSpPr>
                <a:spLocks noChangeShapeType="1"/>
              </p:cNvSpPr>
              <p:nvPr/>
            </p:nvSpPr>
            <p:spPr bwMode="auto">
              <a:xfrm>
                <a:off x="3312" y="3149"/>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5" name="Line 66">
                <a:extLst>
                  <a:ext uri="{FF2B5EF4-FFF2-40B4-BE49-F238E27FC236}">
                    <a16:creationId xmlns:a16="http://schemas.microsoft.com/office/drawing/2014/main" id="{2F28609F-B2DD-5A7F-48F5-48E80B67948A}"/>
                  </a:ext>
                </a:extLst>
              </p:cNvPr>
              <p:cNvSpPr>
                <a:spLocks noChangeShapeType="1"/>
              </p:cNvSpPr>
              <p:nvPr/>
            </p:nvSpPr>
            <p:spPr bwMode="auto">
              <a:xfrm>
                <a:off x="3360" y="3600"/>
                <a:ext cx="336" cy="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6" name="Text Box 67">
                <a:extLst>
                  <a:ext uri="{FF2B5EF4-FFF2-40B4-BE49-F238E27FC236}">
                    <a16:creationId xmlns:a16="http://schemas.microsoft.com/office/drawing/2014/main" id="{977CFDBF-1BDB-3D3A-2A38-F7516D704A13}"/>
                  </a:ext>
                </a:extLst>
              </p:cNvPr>
              <p:cNvSpPr txBox="1">
                <a:spLocks noChangeArrowheads="1"/>
              </p:cNvSpPr>
              <p:nvPr/>
            </p:nvSpPr>
            <p:spPr bwMode="auto">
              <a:xfrm>
                <a:off x="3696" y="3504"/>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T</a:t>
                </a:r>
              </a:p>
            </p:txBody>
          </p:sp>
          <p:sp>
            <p:nvSpPr>
              <p:cNvPr id="17" name="Line 68">
                <a:extLst>
                  <a:ext uri="{FF2B5EF4-FFF2-40B4-BE49-F238E27FC236}">
                    <a16:creationId xmlns:a16="http://schemas.microsoft.com/office/drawing/2014/main" id="{110D6E0D-1B53-8644-A718-296314D06131}"/>
                  </a:ext>
                </a:extLst>
              </p:cNvPr>
              <p:cNvSpPr>
                <a:spLocks noChangeShapeType="1"/>
              </p:cNvSpPr>
              <p:nvPr/>
            </p:nvSpPr>
            <p:spPr bwMode="auto">
              <a:xfrm>
                <a:off x="3744" y="3504"/>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7" name="Text Box 28">
              <a:extLst>
                <a:ext uri="{FF2B5EF4-FFF2-40B4-BE49-F238E27FC236}">
                  <a16:creationId xmlns:a16="http://schemas.microsoft.com/office/drawing/2014/main" id="{7C9B3927-EB18-7A7C-8E88-F18E0B3A5195}"/>
                </a:ext>
              </a:extLst>
            </p:cNvPr>
            <p:cNvSpPr txBox="1">
              <a:spLocks noChangeArrowheads="1"/>
            </p:cNvSpPr>
            <p:nvPr/>
          </p:nvSpPr>
          <p:spPr bwMode="auto">
            <a:xfrm>
              <a:off x="5194037" y="5000857"/>
              <a:ext cx="45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a:latin typeface="Arial" charset="0"/>
                  <a:ea typeface="ＭＳ Ｐゴシック" charset="0"/>
                </a:rPr>
                <a:t>N</a:t>
              </a:r>
            </a:p>
          </p:txBody>
        </p:sp>
      </p:grpSp>
      <p:cxnSp>
        <p:nvCxnSpPr>
          <p:cNvPr id="20" name="Straight Arrow Connector 19">
            <a:extLst>
              <a:ext uri="{FF2B5EF4-FFF2-40B4-BE49-F238E27FC236}">
                <a16:creationId xmlns:a16="http://schemas.microsoft.com/office/drawing/2014/main" id="{B37A8548-87D9-9EBA-50B5-B69BB55509E0}"/>
              </a:ext>
            </a:extLst>
          </p:cNvPr>
          <p:cNvCxnSpPr>
            <a:cxnSpLocks/>
          </p:cNvCxnSpPr>
          <p:nvPr/>
        </p:nvCxnSpPr>
        <p:spPr>
          <a:xfrm>
            <a:off x="3517642" y="1425420"/>
            <a:ext cx="335902" cy="85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bject 1">
                <a:extLst>
                  <a:ext uri="{FF2B5EF4-FFF2-40B4-BE49-F238E27FC236}">
                    <a16:creationId xmlns:a16="http://schemas.microsoft.com/office/drawing/2014/main" id="{BA5430B0-BF5A-387C-35DD-B83DF7DC6B6F}"/>
                  </a:ext>
                </a:extLst>
              </p:cNvPr>
              <p:cNvSpPr txBox="1"/>
              <p:nvPr/>
            </p:nvSpPr>
            <p:spPr bwMode="auto">
              <a:xfrm>
                <a:off x="1088050" y="5323135"/>
                <a:ext cx="4367869" cy="1413571"/>
              </a:xfrm>
              <a:prstGeom prst="rect">
                <a:avLst/>
              </a:prstGeom>
              <a:noFill/>
            </p:spPr>
            <p:txBody>
              <a:bodyPr>
                <a:noAutofit/>
              </a:bodyPr>
              <a:lstStyle/>
              <a:p>
                <a:pPr/>
                <a14:m>
                  <m:oMathPara xmlns:m="http://schemas.openxmlformats.org/officeDocument/2006/math">
                    <m:oMathParaPr>
                      <m:jc m:val="left"/>
                    </m:oMathParaPr>
                    <m:oMath>
                      <m:r>
                        <a:rPr lang="en-US" sz="2200" b="0" i="1" smtClean="0">
                          <a:solidFill>
                            <a:srgbClr val="0070C0"/>
                          </a:solidFill>
                          <a:latin typeface="Cambria Math" panose="02040503050406030204" pitchFamily="18" charset="0"/>
                        </a:rPr>
                        <m:t>       </m:t>
                      </m:r>
                      <m:nary>
                        <m:naryPr>
                          <m:chr m:val="∑"/>
                          <m:subHide m:val="on"/>
                          <m:supHide m:val="on"/>
                          <m:ctrlPr>
                            <a:rPr lang="en-US" sz="2200" i="1" smtClean="0">
                              <a:solidFill>
                                <a:srgbClr val="0070C0"/>
                              </a:solidFill>
                              <a:latin typeface="Cambria Math" panose="02040503050406030204" pitchFamily="18" charset="0"/>
                            </a:rPr>
                          </m:ctrlPr>
                        </m:naryPr>
                        <m:sub/>
                        <m:sup/>
                        <m:e>
                          <m:sSub>
                            <m:sSubPr>
                              <m:ctrlPr>
                                <a:rPr lang="en-US" sz="2200" i="1">
                                  <a:solidFill>
                                    <a:srgbClr val="0070C0"/>
                                  </a:solidFill>
                                  <a:latin typeface="Cambria Math" panose="02040503050406030204" pitchFamily="18" charset="0"/>
                                </a:rPr>
                              </m:ctrlPr>
                            </m:sSubPr>
                            <m:e>
                              <m:r>
                                <a:rPr lang="en-US" sz="2200" i="1">
                                  <a:solidFill>
                                    <a:srgbClr val="0070C0"/>
                                  </a:solidFill>
                                  <a:latin typeface="Cambria Math" panose="02040503050406030204" pitchFamily="18" charset="0"/>
                                </a:rPr>
                                <m:t>𝐹</m:t>
                              </m:r>
                            </m:e>
                            <m:sub>
                              <m:r>
                                <a:rPr lang="en-US" sz="2200" b="0" i="1" smtClean="0">
                                  <a:solidFill>
                                    <a:srgbClr val="0070C0"/>
                                  </a:solidFill>
                                  <a:latin typeface="Cambria Math" panose="02040503050406030204" pitchFamily="18" charset="0"/>
                                </a:rPr>
                                <m:t>𝑥</m:t>
                              </m:r>
                            </m:sub>
                          </m:sSub>
                        </m:e>
                      </m:nary>
                      <m:r>
                        <a:rPr lang="en-US" sz="2200" i="1">
                          <a:solidFill>
                            <a:srgbClr val="0070C0"/>
                          </a:solidFill>
                          <a:latin typeface="Cambria Math" panose="02040503050406030204" pitchFamily="18" charset="0"/>
                        </a:rPr>
                        <m:t>=</m:t>
                      </m:r>
                      <m:sSub>
                        <m:sSubPr>
                          <m:ctrlPr>
                            <a:rPr lang="en-US" sz="2200" b="0" i="1" smtClean="0">
                              <a:solidFill>
                                <a:srgbClr val="0070C0"/>
                              </a:solidFill>
                              <a:latin typeface="Cambria Math" panose="02040503050406030204" pitchFamily="18" charset="0"/>
                            </a:rPr>
                          </m:ctrlPr>
                        </m:sSubPr>
                        <m:e>
                          <m:r>
                            <a:rPr lang="en-US" sz="2200" b="0" i="1" smtClean="0">
                              <a:solidFill>
                                <a:srgbClr val="0070C0"/>
                              </a:solidFill>
                              <a:latin typeface="Cambria Math" panose="02040503050406030204" pitchFamily="18" charset="0"/>
                            </a:rPr>
                            <m:t>𝑚</m:t>
                          </m:r>
                        </m:e>
                        <m:sub>
                          <m:r>
                            <a:rPr lang="en-US" sz="2200" b="0" i="1" smtClean="0">
                              <a:solidFill>
                                <a:srgbClr val="0070C0"/>
                              </a:solidFill>
                              <a:latin typeface="Cambria Math" panose="02040503050406030204" pitchFamily="18" charset="0"/>
                            </a:rPr>
                            <m:t>1</m:t>
                          </m:r>
                        </m:sub>
                      </m:sSub>
                      <m:sSub>
                        <m:sSubPr>
                          <m:ctrlPr>
                            <a:rPr lang="en-US" sz="2200" b="0" i="1" smtClean="0">
                              <a:solidFill>
                                <a:srgbClr val="0070C0"/>
                              </a:solidFill>
                              <a:latin typeface="Cambria Math" panose="02040503050406030204" pitchFamily="18" charset="0"/>
                            </a:rPr>
                          </m:ctrlPr>
                        </m:sSubPr>
                        <m:e>
                          <m:r>
                            <a:rPr lang="en-US" sz="2200" b="0" i="1" smtClean="0">
                              <a:solidFill>
                                <a:srgbClr val="0070C0"/>
                              </a:solidFill>
                              <a:latin typeface="Cambria Math" panose="02040503050406030204" pitchFamily="18" charset="0"/>
                            </a:rPr>
                            <m:t>𝑎</m:t>
                          </m:r>
                        </m:e>
                        <m:sub>
                          <m:r>
                            <a:rPr lang="en-US" sz="2200" b="0" i="1" smtClean="0">
                              <a:solidFill>
                                <a:srgbClr val="0070C0"/>
                              </a:solidFill>
                              <a:latin typeface="Cambria Math" panose="02040503050406030204" pitchFamily="18" charset="0"/>
                            </a:rPr>
                            <m:t>𝑥</m:t>
                          </m:r>
                        </m:sub>
                      </m:sSub>
                    </m:oMath>
                  </m:oMathPara>
                </a14:m>
                <a:endParaRPr lang="en-US" sz="2200" b="0" i="1" dirty="0">
                  <a:solidFill>
                    <a:srgbClr val="0070C0"/>
                  </a:solidFill>
                  <a:latin typeface="Cambria Math" panose="02040503050406030204" pitchFamily="18" charset="0"/>
                </a:endParaRPr>
              </a:p>
              <a:p>
                <a:endParaRPr lang="en-US" sz="2200" b="0" i="0" dirty="0">
                  <a:solidFill>
                    <a:srgbClr val="0070C0"/>
                  </a:solidFill>
                  <a:latin typeface="Cambria Math" panose="02040503050406030204" pitchFamily="18" charset="0"/>
                </a:endParaRPr>
              </a:p>
              <a:p>
                <a14:m>
                  <m:oMath xmlns:m="http://schemas.openxmlformats.org/officeDocument/2006/math">
                    <m:r>
                      <a:rPr lang="en-US" sz="2200" b="0" i="1" smtClean="0">
                        <a:solidFill>
                          <a:srgbClr val="0070C0"/>
                        </a:solidFill>
                        <a:latin typeface="Cambria Math" panose="02040503050406030204" pitchFamily="18" charset="0"/>
                      </a:rPr>
                      <m:t>               </m:t>
                    </m:r>
                    <m:r>
                      <m:rPr>
                        <m:sty m:val="p"/>
                      </m:rPr>
                      <a:rPr lang="en-US" sz="2200" b="0" i="0" smtClean="0">
                        <a:solidFill>
                          <a:srgbClr val="0070C0"/>
                        </a:solidFill>
                        <a:latin typeface="Cambria Math" panose="02040503050406030204" pitchFamily="18" charset="0"/>
                      </a:rPr>
                      <m:t>T</m:t>
                    </m:r>
                    <m:r>
                      <a:rPr lang="en-US" sz="2200" i="1">
                        <a:solidFill>
                          <a:srgbClr val="0070C0"/>
                        </a:solidFill>
                        <a:latin typeface="Cambria Math" panose="02040503050406030204" pitchFamily="18" charset="0"/>
                      </a:rPr>
                      <m:t>=</m:t>
                    </m:r>
                  </m:oMath>
                </a14:m>
                <a:r>
                  <a:rPr lang="en-US" sz="2200" dirty="0">
                    <a:solidFill>
                      <a:srgbClr val="0070C0"/>
                    </a:solidFill>
                  </a:rPr>
                  <a:t> </a:t>
                </a:r>
                <a14:m>
                  <m:oMath xmlns:m="http://schemas.openxmlformats.org/officeDocument/2006/math">
                    <m:sSub>
                      <m:sSubPr>
                        <m:ctrlPr>
                          <a:rPr lang="en-US" sz="2200" i="1">
                            <a:solidFill>
                              <a:srgbClr val="0070C0"/>
                            </a:solidFill>
                            <a:latin typeface="Cambria Math" panose="02040503050406030204" pitchFamily="18" charset="0"/>
                          </a:rPr>
                        </m:ctrlPr>
                      </m:sSubPr>
                      <m:e>
                        <m:r>
                          <a:rPr lang="en-US" sz="2200" i="1">
                            <a:solidFill>
                              <a:srgbClr val="0070C0"/>
                            </a:solidFill>
                            <a:latin typeface="Cambria Math" panose="02040503050406030204" pitchFamily="18" charset="0"/>
                          </a:rPr>
                          <m:t>𝑚</m:t>
                        </m:r>
                      </m:e>
                      <m:sub>
                        <m:r>
                          <a:rPr lang="en-US" sz="2200" i="1">
                            <a:solidFill>
                              <a:srgbClr val="0070C0"/>
                            </a:solidFill>
                            <a:latin typeface="Cambria Math" panose="02040503050406030204" pitchFamily="18" charset="0"/>
                          </a:rPr>
                          <m:t>1</m:t>
                        </m:r>
                      </m:sub>
                    </m:sSub>
                    <m:r>
                      <a:rPr lang="en-US" sz="2200" i="1">
                        <a:solidFill>
                          <a:srgbClr val="0070C0"/>
                        </a:solidFill>
                        <a:latin typeface="Cambria Math" panose="02040503050406030204" pitchFamily="18" charset="0"/>
                      </a:rPr>
                      <m:t>𝑎</m:t>
                    </m:r>
                  </m:oMath>
                </a14:m>
                <a:r>
                  <a:rPr lang="en-US" sz="2200" dirty="0">
                    <a:solidFill>
                      <a:srgbClr val="0070C0"/>
                    </a:solidFill>
                    <a:latin typeface="Cambria Math" panose="02040503050406030204" pitchFamily="18" charset="0"/>
                  </a:rPr>
                  <a:t>…….(2)</a:t>
                </a:r>
              </a:p>
              <a:p>
                <a:endParaRPr lang="en-US" sz="2200" dirty="0">
                  <a:solidFill>
                    <a:srgbClr val="0070C0"/>
                  </a:solidFill>
                </a:endParaRPr>
              </a:p>
              <a:p>
                <a:endParaRPr lang="en-US" sz="2200" b="0" i="1" dirty="0">
                  <a:solidFill>
                    <a:srgbClr val="0070C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70C0"/>
                          </a:solidFill>
                          <a:latin typeface="Cambria Math" panose="02040503050406030204" pitchFamily="18" charset="0"/>
                        </a:rPr>
                        <m:t>              </m:t>
                      </m:r>
                    </m:oMath>
                  </m:oMathPara>
                </a14:m>
                <a:endParaRPr lang="en-US" sz="2200" dirty="0">
                  <a:solidFill>
                    <a:srgbClr val="0070C0"/>
                  </a:solidFill>
                </a:endParaRPr>
              </a:p>
            </p:txBody>
          </p:sp>
        </mc:Choice>
        <mc:Fallback xmlns="">
          <p:sp>
            <p:nvSpPr>
              <p:cNvPr id="27" name="Object 1">
                <a:extLst>
                  <a:ext uri="{FF2B5EF4-FFF2-40B4-BE49-F238E27FC236}">
                    <a16:creationId xmlns:a16="http://schemas.microsoft.com/office/drawing/2014/main" id="{BA5430B0-BF5A-387C-35DD-B83DF7DC6B6F}"/>
                  </a:ext>
                </a:extLst>
              </p:cNvPr>
              <p:cNvSpPr txBox="1">
                <a:spLocks noRot="1" noChangeAspect="1" noMove="1" noResize="1" noEditPoints="1" noAdjustHandles="1" noChangeArrowheads="1" noChangeShapeType="1" noTextEdit="1"/>
              </p:cNvSpPr>
              <p:nvPr/>
            </p:nvSpPr>
            <p:spPr bwMode="auto">
              <a:xfrm>
                <a:off x="1088050" y="5323135"/>
                <a:ext cx="4367869" cy="1413571"/>
              </a:xfrm>
              <a:prstGeom prst="rect">
                <a:avLst/>
              </a:prstGeom>
              <a:blipFill>
                <a:blip r:embed="rId3"/>
                <a:stretch>
                  <a:fillRect b="-75000"/>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493187D6-A07E-0884-3BB7-D99341576BDF}"/>
              </a:ext>
            </a:extLst>
          </p:cNvPr>
          <p:cNvGrpSpPr>
            <a:grpSpLocks/>
          </p:cNvGrpSpPr>
          <p:nvPr/>
        </p:nvGrpSpPr>
        <p:grpSpPr bwMode="auto">
          <a:xfrm>
            <a:off x="8182624" y="1191343"/>
            <a:ext cx="457200" cy="1524000"/>
            <a:chOff x="2544" y="3072"/>
            <a:chExt cx="288" cy="960"/>
          </a:xfrm>
        </p:grpSpPr>
        <p:sp>
          <p:nvSpPr>
            <p:cNvPr id="29" name="Oval 28">
              <a:extLst>
                <a:ext uri="{FF2B5EF4-FFF2-40B4-BE49-F238E27FC236}">
                  <a16:creationId xmlns:a16="http://schemas.microsoft.com/office/drawing/2014/main" id="{9DCE9B2D-9838-DA2D-4A86-99764D0DA180}"/>
                </a:ext>
              </a:extLst>
            </p:cNvPr>
            <p:cNvSpPr>
              <a:spLocks noChangeArrowheads="1"/>
            </p:cNvSpPr>
            <p:nvPr/>
          </p:nvSpPr>
          <p:spPr bwMode="auto">
            <a:xfrm>
              <a:off x="2619" y="340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30" name="Line 38">
              <a:extLst>
                <a:ext uri="{FF2B5EF4-FFF2-40B4-BE49-F238E27FC236}">
                  <a16:creationId xmlns:a16="http://schemas.microsoft.com/office/drawing/2014/main" id="{B7F1F76C-7DE5-FB0A-8770-2FBE70D90FC4}"/>
                </a:ext>
              </a:extLst>
            </p:cNvPr>
            <p:cNvSpPr>
              <a:spLocks noChangeShapeType="1"/>
            </p:cNvSpPr>
            <p:nvPr/>
          </p:nvSpPr>
          <p:spPr bwMode="auto">
            <a:xfrm flipV="1">
              <a:off x="2640" y="3216"/>
              <a:ext cx="0" cy="19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31" name="Line 39">
              <a:extLst>
                <a:ext uri="{FF2B5EF4-FFF2-40B4-BE49-F238E27FC236}">
                  <a16:creationId xmlns:a16="http://schemas.microsoft.com/office/drawing/2014/main" id="{1D3A15C9-DA50-4197-8376-9AE547027CB8}"/>
                </a:ext>
              </a:extLst>
            </p:cNvPr>
            <p:cNvSpPr>
              <a:spLocks noChangeShapeType="1"/>
            </p:cNvSpPr>
            <p:nvPr/>
          </p:nvSpPr>
          <p:spPr bwMode="auto">
            <a:xfrm>
              <a:off x="2640" y="3456"/>
              <a:ext cx="0"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32" name="Text Box 40">
              <a:extLst>
                <a:ext uri="{FF2B5EF4-FFF2-40B4-BE49-F238E27FC236}">
                  <a16:creationId xmlns:a16="http://schemas.microsoft.com/office/drawing/2014/main" id="{4B8202F7-231C-F368-D512-13333EF213C1}"/>
                </a:ext>
              </a:extLst>
            </p:cNvPr>
            <p:cNvSpPr txBox="1">
              <a:spLocks noChangeArrowheads="1"/>
            </p:cNvSpPr>
            <p:nvPr/>
          </p:nvSpPr>
          <p:spPr bwMode="auto">
            <a:xfrm>
              <a:off x="2544" y="3859"/>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g2</a:t>
              </a:r>
              <a:endParaRPr lang="en-US" sz="1200">
                <a:latin typeface="Arial" charset="0"/>
                <a:ea typeface="ＭＳ Ｐゴシック" charset="0"/>
              </a:endParaRPr>
            </a:p>
          </p:txBody>
        </p:sp>
        <p:sp>
          <p:nvSpPr>
            <p:cNvPr id="33" name="Text Box 41">
              <a:extLst>
                <a:ext uri="{FF2B5EF4-FFF2-40B4-BE49-F238E27FC236}">
                  <a16:creationId xmlns:a16="http://schemas.microsoft.com/office/drawing/2014/main" id="{AB4E66C0-A192-DF5E-5E0D-BC94CEAD69EC}"/>
                </a:ext>
              </a:extLst>
            </p:cNvPr>
            <p:cNvSpPr txBox="1">
              <a:spLocks noChangeArrowheads="1"/>
            </p:cNvSpPr>
            <p:nvPr/>
          </p:nvSpPr>
          <p:spPr bwMode="auto">
            <a:xfrm>
              <a:off x="2544" y="3072"/>
              <a:ext cx="2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T</a:t>
              </a:r>
            </a:p>
          </p:txBody>
        </p:sp>
        <p:sp>
          <p:nvSpPr>
            <p:cNvPr id="34" name="Line 42">
              <a:extLst>
                <a:ext uri="{FF2B5EF4-FFF2-40B4-BE49-F238E27FC236}">
                  <a16:creationId xmlns:a16="http://schemas.microsoft.com/office/drawing/2014/main" id="{857D2E91-A703-0BB9-584E-A3C7B192E38B}"/>
                </a:ext>
              </a:extLst>
            </p:cNvPr>
            <p:cNvSpPr>
              <a:spLocks noChangeShapeType="1"/>
            </p:cNvSpPr>
            <p:nvPr/>
          </p:nvSpPr>
          <p:spPr bwMode="auto">
            <a:xfrm>
              <a:off x="2592" y="3888"/>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35" name="Line 43">
              <a:extLst>
                <a:ext uri="{FF2B5EF4-FFF2-40B4-BE49-F238E27FC236}">
                  <a16:creationId xmlns:a16="http://schemas.microsoft.com/office/drawing/2014/main" id="{FD81DACB-C54D-DD5F-A3A1-8D723C0B447A}"/>
                </a:ext>
              </a:extLst>
            </p:cNvPr>
            <p:cNvSpPr>
              <a:spLocks noChangeShapeType="1"/>
            </p:cNvSpPr>
            <p:nvPr/>
          </p:nvSpPr>
          <p:spPr bwMode="auto">
            <a:xfrm>
              <a:off x="2592" y="3072"/>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grpSp>
      <p:grpSp>
        <p:nvGrpSpPr>
          <p:cNvPr id="47" name="Group 46">
            <a:extLst>
              <a:ext uri="{FF2B5EF4-FFF2-40B4-BE49-F238E27FC236}">
                <a16:creationId xmlns:a16="http://schemas.microsoft.com/office/drawing/2014/main" id="{A2A1CD15-C6D6-7D92-AD32-0563ABA40EBC}"/>
              </a:ext>
            </a:extLst>
          </p:cNvPr>
          <p:cNvGrpSpPr/>
          <p:nvPr/>
        </p:nvGrpSpPr>
        <p:grpSpPr>
          <a:xfrm>
            <a:off x="9405247" y="1608689"/>
            <a:ext cx="410547" cy="370346"/>
            <a:chOff x="9405247" y="1608689"/>
            <a:chExt cx="410547" cy="370346"/>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24E28D1-D698-61E4-D875-75D4F5AD2821}"/>
                    </a:ext>
                  </a:extLst>
                </p:cNvPr>
                <p:cNvSpPr txBox="1"/>
                <p:nvPr/>
              </p:nvSpPr>
              <p:spPr>
                <a:xfrm>
                  <a:off x="9405247" y="1608689"/>
                  <a:ext cx="410547" cy="369332"/>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b="1" i="1" smtClean="0">
                                <a:solidFill>
                                  <a:srgbClr val="000000"/>
                                </a:solidFill>
                                <a:latin typeface="Cambria Math" panose="02040503050406030204" pitchFamily="18" charset="0"/>
                              </a:rPr>
                            </m:ctrlPr>
                          </m:accPr>
                          <m:e>
                            <m:r>
                              <a:rPr lang="en-US" b="1" i="1" smtClean="0">
                                <a:solidFill>
                                  <a:srgbClr val="000000"/>
                                </a:solidFill>
                                <a:latin typeface="Cambria Math" panose="02040503050406030204" pitchFamily="18" charset="0"/>
                              </a:rPr>
                              <m:t>𝒂</m:t>
                            </m:r>
                          </m:e>
                        </m:acc>
                      </m:oMath>
                    </m:oMathPara>
                  </a14:m>
                  <a:endParaRPr lang="en-US" b="1"/>
                </a:p>
              </p:txBody>
            </p:sp>
          </mc:Choice>
          <mc:Fallback xmlns="">
            <p:sp>
              <p:nvSpPr>
                <p:cNvPr id="25" name="TextBox 24">
                  <a:extLst>
                    <a:ext uri="{FF2B5EF4-FFF2-40B4-BE49-F238E27FC236}">
                      <a16:creationId xmlns:a16="http://schemas.microsoft.com/office/drawing/2014/main" id="{324E28D1-D698-61E4-D875-75D4F5AD2821}"/>
                    </a:ext>
                  </a:extLst>
                </p:cNvPr>
                <p:cNvSpPr txBox="1">
                  <a:spLocks noRot="1" noChangeAspect="1" noMove="1" noResize="1" noEditPoints="1" noAdjustHandles="1" noChangeArrowheads="1" noChangeShapeType="1" noTextEdit="1"/>
                </p:cNvSpPr>
                <p:nvPr/>
              </p:nvSpPr>
              <p:spPr>
                <a:xfrm>
                  <a:off x="9405247" y="1608689"/>
                  <a:ext cx="410547" cy="369332"/>
                </a:xfrm>
                <a:prstGeom prst="rect">
                  <a:avLst/>
                </a:prstGeom>
                <a:blipFill>
                  <a:blip r:embed="rId4"/>
                  <a:stretch>
                    <a:fillRect/>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3151B01A-A0E0-B27B-3545-644081600E33}"/>
                </a:ext>
              </a:extLst>
            </p:cNvPr>
            <p:cNvCxnSpPr>
              <a:cxnSpLocks/>
            </p:cNvCxnSpPr>
            <p:nvPr/>
          </p:nvCxnSpPr>
          <p:spPr>
            <a:xfrm>
              <a:off x="9716272" y="1713113"/>
              <a:ext cx="0" cy="2659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B7E4967-5B5B-1297-3A90-100C1CAF86E4}"/>
                  </a:ext>
                </a:extLst>
              </p:cNvPr>
              <p:cNvSpPr txBox="1"/>
              <p:nvPr/>
            </p:nvSpPr>
            <p:spPr>
              <a:xfrm>
                <a:off x="4239205" y="1014641"/>
                <a:ext cx="410547" cy="369332"/>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b="1" i="1" smtClean="0">
                              <a:solidFill>
                                <a:srgbClr val="000000"/>
                              </a:solidFill>
                              <a:latin typeface="Cambria Math" panose="02040503050406030204" pitchFamily="18" charset="0"/>
                            </a:rPr>
                          </m:ctrlPr>
                        </m:accPr>
                        <m:e>
                          <m:r>
                            <a:rPr lang="en-US" b="1" i="1" smtClean="0">
                              <a:solidFill>
                                <a:srgbClr val="000000"/>
                              </a:solidFill>
                              <a:latin typeface="Cambria Math" panose="02040503050406030204" pitchFamily="18" charset="0"/>
                            </a:rPr>
                            <m:t>𝒂</m:t>
                          </m:r>
                        </m:e>
                      </m:acc>
                    </m:oMath>
                  </m:oMathPara>
                </a14:m>
                <a:endParaRPr lang="en-US" b="1"/>
              </a:p>
            </p:txBody>
          </p:sp>
        </mc:Choice>
        <mc:Fallback xmlns="">
          <p:sp>
            <p:nvSpPr>
              <p:cNvPr id="41" name="TextBox 40">
                <a:extLst>
                  <a:ext uri="{FF2B5EF4-FFF2-40B4-BE49-F238E27FC236}">
                    <a16:creationId xmlns:a16="http://schemas.microsoft.com/office/drawing/2014/main" id="{BB7E4967-5B5B-1297-3A90-100C1CAF86E4}"/>
                  </a:ext>
                </a:extLst>
              </p:cNvPr>
              <p:cNvSpPr txBox="1">
                <a:spLocks noRot="1" noChangeAspect="1" noMove="1" noResize="1" noEditPoints="1" noAdjustHandles="1" noChangeArrowheads="1" noChangeShapeType="1" noTextEdit="1"/>
              </p:cNvSpPr>
              <p:nvPr/>
            </p:nvSpPr>
            <p:spPr>
              <a:xfrm>
                <a:off x="4239205" y="1014641"/>
                <a:ext cx="41054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1">
                <a:extLst>
                  <a:ext uri="{FF2B5EF4-FFF2-40B4-BE49-F238E27FC236}">
                    <a16:creationId xmlns:a16="http://schemas.microsoft.com/office/drawing/2014/main" id="{66B87FA2-5969-AFE5-A8B7-AACF54CBF6F2}"/>
                  </a:ext>
                </a:extLst>
              </p:cNvPr>
              <p:cNvSpPr txBox="1"/>
              <p:nvPr/>
            </p:nvSpPr>
            <p:spPr bwMode="auto">
              <a:xfrm>
                <a:off x="7193901" y="3561894"/>
                <a:ext cx="4581321" cy="2913548"/>
              </a:xfrm>
              <a:prstGeom prst="rect">
                <a:avLst/>
              </a:prstGeom>
              <a:noFill/>
            </p:spPr>
            <p:txBody>
              <a:bodyPr>
                <a:noAutofit/>
              </a:bodyPr>
              <a:lstStyle/>
              <a:p>
                <a:pPr/>
                <a14:m>
                  <m:oMathPara xmlns:m="http://schemas.openxmlformats.org/officeDocument/2006/math">
                    <m:oMathParaPr>
                      <m:jc m:val="left"/>
                    </m:oMathParaPr>
                    <m:oMath>
                      <m:r>
                        <a:rPr lang="en-US" sz="2200" b="0" i="1" smtClean="0">
                          <a:solidFill>
                            <a:srgbClr val="000000"/>
                          </a:solidFill>
                          <a:latin typeface="Cambria Math" panose="02040503050406030204" pitchFamily="18" charset="0"/>
                        </a:rPr>
                        <m:t>       </m:t>
                      </m:r>
                      <m:nary>
                        <m:naryPr>
                          <m:chr m:val="∑"/>
                          <m:subHide m:val="on"/>
                          <m:supHide m:val="on"/>
                          <m:ctrlPr>
                            <a:rPr lang="en-US" sz="2200" i="1" smtClean="0">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b="0" i="1" smtClean="0">
                              <a:solidFill>
                                <a:srgbClr val="000000"/>
                              </a:solidFill>
                              <a:latin typeface="Cambria Math" panose="02040503050406030204" pitchFamily="18" charset="0"/>
                            </a:rPr>
                            <m:t>2</m:t>
                          </m:r>
                        </m:sub>
                      </m:sSub>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𝑦</m:t>
                          </m:r>
                        </m:sub>
                      </m:sSub>
                    </m:oMath>
                  </m:oMathPara>
                </a14:m>
                <a:endParaRPr lang="en-US" sz="2200" b="0" i="1" dirty="0">
                  <a:solidFill>
                    <a:srgbClr val="000000"/>
                  </a:solidFill>
                  <a:latin typeface="Cambria Math" panose="02040503050406030204" pitchFamily="18" charset="0"/>
                </a:endParaRPr>
              </a:p>
              <a:p>
                <a:endParaRPr lang="en-US" sz="2200" b="0" i="0"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acc>
                        <m:accPr>
                          <m:chr m:val="⃗"/>
                          <m:ctrlPr>
                            <a:rPr lang="en-US" sz="2200" b="0" i="0" smtClean="0">
                              <a:solidFill>
                                <a:srgbClr val="000000"/>
                              </a:solidFill>
                              <a:latin typeface="Cambria Math" panose="02040503050406030204" pitchFamily="18" charset="0"/>
                            </a:rPr>
                          </m:ctrlPr>
                        </m:accPr>
                        <m:e>
                          <m:r>
                            <m:rPr>
                              <m:sty m:val="p"/>
                            </m:rPr>
                            <a:rPr lang="en-US" sz="2200" b="0" i="0" smtClean="0">
                              <a:solidFill>
                                <a:srgbClr val="000000"/>
                              </a:solidFill>
                              <a:latin typeface="Cambria Math" panose="02040503050406030204" pitchFamily="18" charset="0"/>
                            </a:rPr>
                            <m:t>T</m:t>
                          </m:r>
                        </m:e>
                      </m:acc>
                      <m:r>
                        <a:rPr lang="en-US" sz="2200" i="0" smtClean="0">
                          <a:solidFill>
                            <a:srgbClr val="000000"/>
                          </a:solidFill>
                          <a:latin typeface="Cambria Math" panose="02040503050406030204" pitchFamily="18" charset="0"/>
                        </a:rPr>
                        <m:t>−</m:t>
                      </m:r>
                      <m:sSub>
                        <m:sSubPr>
                          <m:ctrlPr>
                            <a:rPr lang="en-US" sz="2200" b="0" i="1" smtClean="0">
                              <a:solidFill>
                                <a:srgbClr val="000000"/>
                              </a:solidFill>
                              <a:latin typeface="Cambria Math" panose="02040503050406030204" pitchFamily="18" charset="0"/>
                            </a:rPr>
                          </m:ctrlPr>
                        </m:sSubPr>
                        <m:e>
                          <m:acc>
                            <m:accPr>
                              <m:chr m:val="⃗"/>
                              <m:ctrlPr>
                                <a:rPr lang="en-US" sz="2200" b="0" i="0" smtClean="0">
                                  <a:solidFill>
                                    <a:srgbClr val="000000"/>
                                  </a:solidFill>
                                  <a:latin typeface="Cambria Math" panose="02040503050406030204" pitchFamily="18" charset="0"/>
                                </a:rPr>
                              </m:ctrlPr>
                            </m:accPr>
                            <m:e>
                              <m:r>
                                <m:rPr>
                                  <m:sty m:val="p"/>
                                </m:rPr>
                                <a:rPr lang="en-US" sz="2200" b="0" i="0" smtClean="0">
                                  <a:solidFill>
                                    <a:srgbClr val="000000"/>
                                  </a:solidFill>
                                  <a:latin typeface="Cambria Math" panose="02040503050406030204" pitchFamily="18" charset="0"/>
                                </a:rPr>
                                <m:t>F</m:t>
                              </m:r>
                            </m:e>
                          </m:acc>
                        </m:e>
                        <m:sub>
                          <m:r>
                            <m:rPr>
                              <m:sty m:val="p"/>
                            </m:rPr>
                            <a:rPr lang="en-US" sz="2200" b="0" i="0" smtClean="0">
                              <a:solidFill>
                                <a:srgbClr val="000000"/>
                              </a:solidFill>
                              <a:latin typeface="Cambria Math" panose="02040503050406030204" pitchFamily="18" charset="0"/>
                            </a:rPr>
                            <m:t>g</m:t>
                          </m:r>
                          <m:r>
                            <a:rPr lang="en-US" sz="2200" b="0" i="0" smtClean="0">
                              <a:solidFill>
                                <a:srgbClr val="000000"/>
                              </a:solidFill>
                              <a:latin typeface="Cambria Math" panose="02040503050406030204" pitchFamily="18" charset="0"/>
                            </a:rPr>
                            <m:t>2</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2</m:t>
                          </m:r>
                        </m:sub>
                      </m:sSub>
                      <m:r>
                        <a:rPr lang="en-US" sz="220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𝑎</m:t>
                      </m:r>
                      <m:r>
                        <a:rPr lang="en-US" sz="2200" b="0" i="1" smtClean="0">
                          <a:solidFill>
                            <a:srgbClr val="000000"/>
                          </a:solidFill>
                          <a:latin typeface="Cambria Math" panose="02040503050406030204" pitchFamily="18" charset="0"/>
                        </a:rPr>
                        <m:t>)</m:t>
                      </m:r>
                    </m:oMath>
                  </m:oMathPara>
                </a14:m>
                <a:endParaRPr lang="en-US" sz="2200" i="1" dirty="0">
                  <a:solidFill>
                    <a:srgbClr val="000000"/>
                  </a:solidFill>
                  <a:latin typeface="Cambria Math" panose="02040503050406030204" pitchFamily="18" charset="0"/>
                </a:endParaRPr>
              </a:p>
              <a:p>
                <a:endParaRPr lang="en-US" sz="2200" dirty="0"/>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r>
                        <m:rPr>
                          <m:sty m:val="p"/>
                        </m:rPr>
                        <a:rPr lang="en-US" sz="2200">
                          <a:solidFill>
                            <a:srgbClr val="000000"/>
                          </a:solidFill>
                          <a:latin typeface="Cambria Math" panose="02040503050406030204" pitchFamily="18" charset="0"/>
                        </a:rPr>
                        <m:t>T</m:t>
                      </m:r>
                      <m:r>
                        <a:rPr lang="en-US" sz="2200">
                          <a:solidFill>
                            <a:srgbClr val="000000"/>
                          </a:solidFill>
                          <a:latin typeface="Cambria Math" panose="02040503050406030204" pitchFamily="18" charset="0"/>
                        </a:rPr>
                        <m:t>−</m:t>
                      </m:r>
                      <m:sSub>
                        <m:sSubPr>
                          <m:ctrlPr>
                            <a:rPr lang="en-US" sz="2200">
                              <a:solidFill>
                                <a:srgbClr val="000000"/>
                              </a:solidFill>
                              <a:latin typeface="Cambria Math" panose="02040503050406030204" pitchFamily="18" charset="0"/>
                            </a:rPr>
                          </m:ctrlPr>
                        </m:sSubPr>
                        <m:e>
                          <m:r>
                            <m:rPr>
                              <m:sty m:val="p"/>
                            </m:rPr>
                            <a:rPr lang="en-US" sz="2200">
                              <a:solidFill>
                                <a:srgbClr val="000000"/>
                              </a:solidFill>
                              <a:latin typeface="Cambria Math" panose="02040503050406030204" pitchFamily="18" charset="0"/>
                            </a:rPr>
                            <m:t>m</m:t>
                          </m:r>
                        </m:e>
                        <m:sub>
                          <m:r>
                            <a:rPr lang="en-US" sz="2200">
                              <a:solidFill>
                                <a:srgbClr val="000000"/>
                              </a:solidFill>
                              <a:latin typeface="Cambria Math" panose="02040503050406030204" pitchFamily="18" charset="0"/>
                            </a:rPr>
                            <m:t>2</m:t>
                          </m:r>
                        </m:sub>
                      </m:sSub>
                      <m:r>
                        <m:rPr>
                          <m:sty m:val="p"/>
                        </m:rPr>
                        <a:rPr lang="en-US" sz="2200">
                          <a:solidFill>
                            <a:srgbClr val="000000"/>
                          </a:solidFill>
                          <a:latin typeface="Cambria Math" panose="02040503050406030204" pitchFamily="18" charset="0"/>
                        </a:rPr>
                        <m:t>g</m:t>
                      </m:r>
                      <m:r>
                        <a:rPr lang="en-US" sz="220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2</m:t>
                          </m:r>
                        </m:sub>
                      </m:sSub>
                      <m:r>
                        <a:rPr lang="en-US" sz="2200" i="1">
                          <a:solidFill>
                            <a:srgbClr val="000000"/>
                          </a:solidFill>
                          <a:latin typeface="Cambria Math" panose="02040503050406030204" pitchFamily="18" charset="0"/>
                        </a:rPr>
                        <m:t>𝑎</m:t>
                      </m:r>
                    </m:oMath>
                  </m:oMathPara>
                </a14:m>
                <a:endParaRPr lang="en-US" sz="2200" b="0" i="1" dirty="0">
                  <a:solidFill>
                    <a:srgbClr val="000000"/>
                  </a:solidFill>
                  <a:latin typeface="Cambria Math" panose="02040503050406030204" pitchFamily="18" charset="0"/>
                </a:endParaRPr>
              </a:p>
              <a:p>
                <a:endParaRPr lang="en-US" sz="2200" b="0" i="1"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r>
                        <m:rPr>
                          <m:sty m:val="p"/>
                        </m:rPr>
                        <a:rPr lang="en-US" sz="2200" b="0" i="0" smtClean="0">
                          <a:solidFill>
                            <a:srgbClr val="000000"/>
                          </a:solidFill>
                          <a:latin typeface="Cambria Math" panose="02040503050406030204" pitchFamily="18" charset="0"/>
                        </a:rPr>
                        <m:t>T</m:t>
                      </m:r>
                      <m:r>
                        <a:rPr lang="en-US" sz="2200" b="0" i="0" smtClean="0">
                          <a:solidFill>
                            <a:srgbClr val="000000"/>
                          </a:solidFill>
                          <a:latin typeface="Cambria Math" panose="02040503050406030204" pitchFamily="18" charset="0"/>
                        </a:rPr>
                        <m:t>=</m:t>
                      </m:r>
                      <m:sSub>
                        <m:sSubPr>
                          <m:ctrlPr>
                            <a:rPr lang="en-US" sz="2200">
                              <a:solidFill>
                                <a:srgbClr val="000000"/>
                              </a:solidFill>
                              <a:latin typeface="Cambria Math" panose="02040503050406030204" pitchFamily="18" charset="0"/>
                            </a:rPr>
                          </m:ctrlPr>
                        </m:sSubPr>
                        <m:e>
                          <m:r>
                            <m:rPr>
                              <m:sty m:val="p"/>
                            </m:rPr>
                            <a:rPr lang="en-US" sz="2200">
                              <a:solidFill>
                                <a:srgbClr val="000000"/>
                              </a:solidFill>
                              <a:latin typeface="Cambria Math" panose="02040503050406030204" pitchFamily="18" charset="0"/>
                            </a:rPr>
                            <m:t>m</m:t>
                          </m:r>
                        </m:e>
                        <m:sub>
                          <m:r>
                            <a:rPr lang="en-US" sz="2200">
                              <a:solidFill>
                                <a:srgbClr val="000000"/>
                              </a:solidFill>
                              <a:latin typeface="Cambria Math" panose="02040503050406030204" pitchFamily="18" charset="0"/>
                            </a:rPr>
                            <m:t>2</m:t>
                          </m:r>
                        </m:sub>
                      </m:sSub>
                      <m:r>
                        <m:rPr>
                          <m:sty m:val="p"/>
                        </m:rPr>
                        <a:rPr lang="en-US" sz="2200">
                          <a:solidFill>
                            <a:srgbClr val="000000"/>
                          </a:solidFill>
                          <a:latin typeface="Cambria Math" panose="02040503050406030204" pitchFamily="18" charset="0"/>
                        </a:rPr>
                        <m:t>g</m:t>
                      </m:r>
                      <m:r>
                        <a:rPr lang="en-US" sz="2200" b="0" i="0" smtClean="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2</m:t>
                          </m:r>
                        </m:sub>
                      </m:sSub>
                      <m:r>
                        <a:rPr lang="en-US" sz="2200" b="0" i="1" smtClean="0">
                          <a:solidFill>
                            <a:srgbClr val="000000"/>
                          </a:solidFill>
                          <a:latin typeface="Cambria Math" panose="02040503050406030204" pitchFamily="18" charset="0"/>
                        </a:rPr>
                        <m:t>𝑎</m:t>
                      </m:r>
                      <m:r>
                        <a:rPr lang="en-US" sz="2200" b="0" i="0" smtClean="0">
                          <a:solidFill>
                            <a:srgbClr val="000000"/>
                          </a:solidFill>
                          <a:latin typeface="Cambria Math" panose="02040503050406030204" pitchFamily="18" charset="0"/>
                        </a:rPr>
                        <m:t>……(3)</m:t>
                      </m:r>
                    </m:oMath>
                  </m:oMathPara>
                </a14:m>
                <a:endParaRPr lang="en-US" sz="2200" dirty="0"/>
              </a:p>
            </p:txBody>
          </p:sp>
        </mc:Choice>
        <mc:Fallback xmlns="">
          <p:sp>
            <p:nvSpPr>
              <p:cNvPr id="42" name="Object 1">
                <a:extLst>
                  <a:ext uri="{FF2B5EF4-FFF2-40B4-BE49-F238E27FC236}">
                    <a16:creationId xmlns:a16="http://schemas.microsoft.com/office/drawing/2014/main" id="{66B87FA2-5969-AFE5-A8B7-AACF54CBF6F2}"/>
                  </a:ext>
                </a:extLst>
              </p:cNvPr>
              <p:cNvSpPr txBox="1">
                <a:spLocks noRot="1" noChangeAspect="1" noMove="1" noResize="1" noEditPoints="1" noAdjustHandles="1" noChangeArrowheads="1" noChangeShapeType="1" noTextEdit="1"/>
              </p:cNvSpPr>
              <p:nvPr/>
            </p:nvSpPr>
            <p:spPr bwMode="auto">
              <a:xfrm>
                <a:off x="7193901" y="3561894"/>
                <a:ext cx="4581321" cy="2913548"/>
              </a:xfrm>
              <a:prstGeom prst="rect">
                <a:avLst/>
              </a:prstGeom>
              <a:blipFill>
                <a:blip r:embed="rId6"/>
                <a:stretch>
                  <a:fillRect b="-5230"/>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00852056-BBDB-FB08-7C0B-F4ACF9CF7008}"/>
              </a:ext>
            </a:extLst>
          </p:cNvPr>
          <p:cNvSpPr txBox="1">
            <a:spLocks/>
          </p:cNvSpPr>
          <p:nvPr/>
        </p:nvSpPr>
        <p:spPr>
          <a:xfrm>
            <a:off x="0" y="5349"/>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spTree>
    <p:extLst>
      <p:ext uri="{BB962C8B-B14F-4D97-AF65-F5344CB8AC3E}">
        <p14:creationId xmlns:p14="http://schemas.microsoft.com/office/powerpoint/2010/main" val="80910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7" grpId="0"/>
      <p:bldP spid="4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Object 1">
                <a:extLst>
                  <a:ext uri="{FF2B5EF4-FFF2-40B4-BE49-F238E27FC236}">
                    <a16:creationId xmlns:a16="http://schemas.microsoft.com/office/drawing/2014/main" id="{9071FCCE-47FD-AA23-B5EF-3A54816A1835}"/>
                  </a:ext>
                </a:extLst>
              </p:cNvPr>
              <p:cNvSpPr txBox="1"/>
              <p:nvPr/>
            </p:nvSpPr>
            <p:spPr bwMode="auto">
              <a:xfrm>
                <a:off x="1498591" y="825782"/>
                <a:ext cx="2555820" cy="590932"/>
              </a:xfrm>
              <a:prstGeom prst="rect">
                <a:avLst/>
              </a:prstGeom>
              <a:noFill/>
            </p:spPr>
            <p:txBody>
              <a:bodyPr>
                <a:noAutofit/>
              </a:bodyPr>
              <a:lstStyle/>
              <a:p>
                <a14:m>
                  <m:oMath xmlns:m="http://schemas.openxmlformats.org/officeDocument/2006/math">
                    <m:r>
                      <m:rPr>
                        <m:sty m:val="p"/>
                      </m:rPr>
                      <a:rPr lang="en-US" sz="2400" b="0" i="0" smtClean="0">
                        <a:solidFill>
                          <a:srgbClr val="000000"/>
                        </a:solidFill>
                        <a:latin typeface="Cambria Math" panose="02040503050406030204" pitchFamily="18" charset="0"/>
                      </a:rPr>
                      <m:t>T</m:t>
                    </m:r>
                    <m:r>
                      <a:rPr lang="en-US" sz="2400" i="1">
                        <a:solidFill>
                          <a:srgbClr val="000000"/>
                        </a:solidFill>
                        <a:latin typeface="Cambria Math" panose="02040503050406030204" pitchFamily="18" charset="0"/>
                      </a:rPr>
                      <m:t>=</m:t>
                    </m:r>
                  </m:oMath>
                </a14:m>
                <a:r>
                  <a:rPr lang="en-US" sz="2400"/>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𝑎</m:t>
                    </m:r>
                  </m:oMath>
                </a14:m>
                <a:r>
                  <a:rPr lang="en-US" sz="2400">
                    <a:solidFill>
                      <a:srgbClr val="000000"/>
                    </a:solidFill>
                    <a:latin typeface="Cambria Math" panose="02040503050406030204" pitchFamily="18" charset="0"/>
                  </a:rPr>
                  <a:t>…….(2)</a:t>
                </a:r>
              </a:p>
              <a:p>
                <a:endParaRPr lang="en-US" sz="2400"/>
              </a:p>
              <a:p>
                <a:endParaRPr lang="en-US" sz="2400" b="0" i="1">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400" b="0" i="0" smtClean="0">
                          <a:solidFill>
                            <a:srgbClr val="000000"/>
                          </a:solidFill>
                          <a:latin typeface="Cambria Math" panose="02040503050406030204" pitchFamily="18" charset="0"/>
                        </a:rPr>
                        <m:t>              </m:t>
                      </m:r>
                    </m:oMath>
                  </m:oMathPara>
                </a14:m>
                <a:endParaRPr lang="en-US" sz="2400"/>
              </a:p>
            </p:txBody>
          </p:sp>
        </mc:Choice>
        <mc:Fallback xmlns="">
          <p:sp>
            <p:nvSpPr>
              <p:cNvPr id="3" name="Object 1">
                <a:extLst>
                  <a:ext uri="{FF2B5EF4-FFF2-40B4-BE49-F238E27FC236}">
                    <a16:creationId xmlns:a16="http://schemas.microsoft.com/office/drawing/2014/main" id="{9071FCCE-47FD-AA23-B5EF-3A54816A1835}"/>
                  </a:ext>
                </a:extLst>
              </p:cNvPr>
              <p:cNvSpPr txBox="1">
                <a:spLocks noRot="1" noChangeAspect="1" noMove="1" noResize="1" noEditPoints="1" noAdjustHandles="1" noChangeArrowheads="1" noChangeShapeType="1" noTextEdit="1"/>
              </p:cNvSpPr>
              <p:nvPr/>
            </p:nvSpPr>
            <p:spPr bwMode="auto">
              <a:xfrm>
                <a:off x="1498591" y="825782"/>
                <a:ext cx="2555820" cy="590932"/>
              </a:xfrm>
              <a:prstGeom prst="rect">
                <a:avLst/>
              </a:prstGeom>
              <a:blipFill>
                <a:blip r:embed="rId2"/>
                <a:stretch>
                  <a:fillRect l="-716" t="-10309" b="-144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1">
                <a:extLst>
                  <a:ext uri="{FF2B5EF4-FFF2-40B4-BE49-F238E27FC236}">
                    <a16:creationId xmlns:a16="http://schemas.microsoft.com/office/drawing/2014/main" id="{C9999FD9-0D5C-88AD-1356-321BCFAB471D}"/>
                  </a:ext>
                </a:extLst>
              </p:cNvPr>
              <p:cNvSpPr txBox="1"/>
              <p:nvPr/>
            </p:nvSpPr>
            <p:spPr bwMode="auto">
              <a:xfrm>
                <a:off x="1483568" y="1275890"/>
                <a:ext cx="3881528" cy="422278"/>
              </a:xfrm>
              <a:prstGeom prst="rect">
                <a:avLst/>
              </a:prstGeom>
              <a:noFill/>
            </p:spPr>
            <p:txBody>
              <a:bodyPr>
                <a:noAutofit/>
              </a:bodyPr>
              <a:lstStyle/>
              <a:p>
                <a:pPr/>
                <a14:m>
                  <m:oMathPara xmlns:m="http://schemas.openxmlformats.org/officeDocument/2006/math">
                    <m:oMathParaPr>
                      <m:jc m:val="left"/>
                    </m:oMathParaPr>
                    <m:oMath>
                      <m:r>
                        <m:rPr>
                          <m:sty m:val="p"/>
                        </m:rPr>
                        <a:rPr lang="en-US" sz="2400" b="0" i="0" smtClean="0">
                          <a:solidFill>
                            <a:srgbClr val="000000"/>
                          </a:solidFill>
                          <a:latin typeface="Cambria Math" panose="02040503050406030204" pitchFamily="18" charset="0"/>
                        </a:rPr>
                        <m:t>T</m:t>
                      </m:r>
                      <m:r>
                        <a:rPr lang="en-US" sz="2400" b="0" i="0" smtClean="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……(3)</m:t>
                      </m:r>
                    </m:oMath>
                  </m:oMathPara>
                </a14:m>
                <a:endParaRPr lang="en-US" sz="2400"/>
              </a:p>
            </p:txBody>
          </p:sp>
        </mc:Choice>
        <mc:Fallback xmlns="">
          <p:sp>
            <p:nvSpPr>
              <p:cNvPr id="4" name="Object 1">
                <a:extLst>
                  <a:ext uri="{FF2B5EF4-FFF2-40B4-BE49-F238E27FC236}">
                    <a16:creationId xmlns:a16="http://schemas.microsoft.com/office/drawing/2014/main" id="{C9999FD9-0D5C-88AD-1356-321BCFAB471D}"/>
                  </a:ext>
                </a:extLst>
              </p:cNvPr>
              <p:cNvSpPr txBox="1">
                <a:spLocks noRot="1" noChangeAspect="1" noMove="1" noResize="1" noEditPoints="1" noAdjustHandles="1" noChangeArrowheads="1" noChangeShapeType="1" noTextEdit="1"/>
              </p:cNvSpPr>
              <p:nvPr/>
            </p:nvSpPr>
            <p:spPr bwMode="auto">
              <a:xfrm>
                <a:off x="1483568" y="1275890"/>
                <a:ext cx="3881528" cy="422278"/>
              </a:xfrm>
              <a:prstGeom prst="rect">
                <a:avLst/>
              </a:prstGeom>
              <a:blipFill>
                <a:blip r:embed="rId3"/>
                <a:stretch>
                  <a:fillRect l="-314" b="-2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1">
                <a:extLst>
                  <a:ext uri="{FF2B5EF4-FFF2-40B4-BE49-F238E27FC236}">
                    <a16:creationId xmlns:a16="http://schemas.microsoft.com/office/drawing/2014/main" id="{B25210A4-A2D9-BD7E-323B-78FE0FE47738}"/>
                  </a:ext>
                </a:extLst>
              </p:cNvPr>
              <p:cNvSpPr txBox="1"/>
              <p:nvPr/>
            </p:nvSpPr>
            <p:spPr bwMode="auto">
              <a:xfrm>
                <a:off x="1048138" y="1969465"/>
                <a:ext cx="4624867" cy="2817140"/>
              </a:xfrm>
              <a:prstGeom prst="rect">
                <a:avLst/>
              </a:prstGeom>
              <a:noFill/>
              <a:ln>
                <a:noFill/>
              </a:ln>
            </p:spPr>
            <p:txBody>
              <a:bodyPr>
                <a:noAutofit/>
              </a:bodyPr>
              <a:lstStyle/>
              <a:p>
                <a:pPr/>
                <a14:m>
                  <m:oMathPara xmlns:m="http://schemas.openxmlformats.org/officeDocument/2006/math">
                    <m:oMathParaPr>
                      <m:jc m:val="left"/>
                    </m:oMathParaPr>
                    <m:oMath>
                      <m:r>
                        <m:rPr>
                          <m:sty m:val="p"/>
                        </m:rPr>
                        <a:rPr lang="en-US" sz="2400" smtClean="0">
                          <a:solidFill>
                            <a:srgbClr val="000000"/>
                          </a:solidFill>
                          <a:latin typeface="Cambria Math" panose="02040503050406030204" pitchFamily="18" charset="0"/>
                        </a:rPr>
                        <m:t>F</m:t>
                      </m:r>
                      <m:r>
                        <m:rPr>
                          <m:sty m:val="p"/>
                        </m:rPr>
                        <a:rPr lang="en-US" sz="2400" b="0" i="0" smtClean="0">
                          <a:solidFill>
                            <a:srgbClr val="000000"/>
                          </a:solidFill>
                          <a:latin typeface="Cambria Math" panose="02040503050406030204" pitchFamily="18" charset="0"/>
                        </a:rPr>
                        <m:t>rom</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equation</m:t>
                      </m:r>
                      <m:r>
                        <a:rPr lang="en-US" sz="2400" b="0" i="0" smtClean="0">
                          <a:solidFill>
                            <a:srgbClr val="000000"/>
                          </a:solidFill>
                          <a:latin typeface="Cambria Math" panose="02040503050406030204" pitchFamily="18" charset="0"/>
                        </a:rPr>
                        <m:t> </m:t>
                      </m:r>
                      <m:d>
                        <m:dPr>
                          <m:ctrlPr>
                            <a:rPr lang="en-US" sz="2400" b="0" i="0" smtClean="0">
                              <a:solidFill>
                                <a:srgbClr val="000000"/>
                              </a:solidFill>
                              <a:latin typeface="Cambria Math" panose="02040503050406030204" pitchFamily="18" charset="0"/>
                            </a:rPr>
                          </m:ctrlPr>
                        </m:dPr>
                        <m:e>
                          <m:r>
                            <a:rPr lang="en-US" sz="2400" b="0" i="0" smtClean="0">
                              <a:solidFill>
                                <a:srgbClr val="000000"/>
                              </a:solidFill>
                              <a:latin typeface="Cambria Math" panose="02040503050406030204" pitchFamily="18" charset="0"/>
                            </a:rPr>
                            <m:t>2</m:t>
                          </m:r>
                        </m:e>
                      </m:d>
                      <m:r>
                        <m:rPr>
                          <m:sty m:val="p"/>
                        </m:rPr>
                        <a:rPr lang="en-US" sz="2400" b="0" i="0" smtClean="0">
                          <a:solidFill>
                            <a:srgbClr val="000000"/>
                          </a:solidFill>
                          <a:latin typeface="Cambria Math" panose="02040503050406030204" pitchFamily="18" charset="0"/>
                        </a:rPr>
                        <m:t>and</m:t>
                      </m:r>
                      <m:r>
                        <a:rPr lang="en-US" sz="2400" i="1" smtClean="0">
                          <a:solidFill>
                            <a:srgbClr val="000000"/>
                          </a:solidFill>
                          <a:latin typeface="Cambria Math" panose="02040503050406030204" pitchFamily="18" charset="0"/>
                        </a:rPr>
                        <m:t> </m:t>
                      </m:r>
                      <m:d>
                        <m:dPr>
                          <m:ctrlPr>
                            <a:rPr lang="en-US" sz="2400" b="0" i="0" smtClean="0">
                              <a:solidFill>
                                <a:srgbClr val="000000"/>
                              </a:solidFill>
                              <a:latin typeface="Cambria Math" panose="02040503050406030204" pitchFamily="18" charset="0"/>
                            </a:rPr>
                          </m:ctrlPr>
                        </m:dPr>
                        <m:e>
                          <m:r>
                            <a:rPr lang="en-US" sz="2400" b="0" i="0" smtClean="0">
                              <a:solidFill>
                                <a:srgbClr val="000000"/>
                              </a:solidFill>
                              <a:latin typeface="Cambria Math" panose="02040503050406030204" pitchFamily="18" charset="0"/>
                            </a:rPr>
                            <m:t>3</m:t>
                          </m:r>
                        </m:e>
                      </m:d>
                    </m:oMath>
                  </m:oMathPara>
                </a14:m>
                <a:endParaRPr lang="en-US" sz="2400" b="0">
                  <a:solidFill>
                    <a:srgbClr val="000000"/>
                  </a:solidFill>
                </a:endParaRPr>
              </a:p>
              <a:p>
                <a:r>
                  <a:rPr lang="en-US" sz="2400"/>
                  <a:t>   </a:t>
                </a:r>
              </a:p>
              <a:p>
                <a:pPr/>
                <a14:m>
                  <m:oMathPara xmlns:m="http://schemas.openxmlformats.org/officeDocument/2006/math">
                    <m:oMathParaPr>
                      <m:jc m:val="left"/>
                    </m:oMathParaPr>
                    <m:oMath>
                      <m:r>
                        <a:rPr lang="en-US" sz="2400" b="0" i="1" smtClean="0">
                          <a:solidFill>
                            <a:srgbClr val="000000"/>
                          </a:solidFill>
                          <a:latin typeface="Cambria Math" panose="02040503050406030204" pitchFamily="18" charset="0"/>
                        </a:rPr>
                        <m:t>              </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𝑎</m:t>
                      </m:r>
                      <m:r>
                        <a:rPr lang="en-US" sz="2400" b="0" i="1" smtClean="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𝑎</m:t>
                      </m:r>
                    </m:oMath>
                  </m:oMathPara>
                </a14:m>
                <a:endParaRPr lang="en-US" sz="2400"/>
              </a:p>
              <a:p>
                <a:endParaRPr lang="en-US" sz="2400"/>
              </a:p>
              <a:p>
                <a:pPr/>
                <a14:m>
                  <m:oMathPara xmlns:m="http://schemas.openxmlformats.org/officeDocument/2006/math">
                    <m:oMathParaPr>
                      <m:jc m:val="left"/>
                    </m:oMathParaPr>
                    <m:o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oMath>
                  </m:oMathPara>
                </a14:m>
                <a:endParaRPr lang="en-US" sz="2400"/>
              </a:p>
              <a:p>
                <a:endParaRPr lang="en-US" sz="2400"/>
              </a:p>
              <a:p>
                <a:pPr/>
                <a14:m>
                  <m:oMathPara xmlns:m="http://schemas.openxmlformats.org/officeDocument/2006/math">
                    <m:oMathParaPr>
                      <m:jc m:val="left"/>
                    </m:oMathParaPr>
                    <m:oMath>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𝑎</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oMath>
                  </m:oMathPara>
                </a14:m>
                <a:endParaRPr lang="en-US" sz="2400"/>
              </a:p>
              <a:p>
                <a:endParaRPr lang="en-US" sz="2400"/>
              </a:p>
              <a:p>
                <a:endParaRPr lang="en-US" sz="2400"/>
              </a:p>
              <a:p>
                <a:endParaRPr lang="en-US" sz="2400"/>
              </a:p>
            </p:txBody>
          </p:sp>
        </mc:Choice>
        <mc:Fallback xmlns="">
          <p:sp>
            <p:nvSpPr>
              <p:cNvPr id="5" name="Object 1">
                <a:extLst>
                  <a:ext uri="{FF2B5EF4-FFF2-40B4-BE49-F238E27FC236}">
                    <a16:creationId xmlns:a16="http://schemas.microsoft.com/office/drawing/2014/main" id="{B25210A4-A2D9-BD7E-323B-78FE0FE47738}"/>
                  </a:ext>
                </a:extLst>
              </p:cNvPr>
              <p:cNvSpPr txBox="1">
                <a:spLocks noRot="1" noChangeAspect="1" noMove="1" noResize="1" noEditPoints="1" noAdjustHandles="1" noChangeArrowheads="1" noChangeShapeType="1" noTextEdit="1"/>
              </p:cNvSpPr>
              <p:nvPr/>
            </p:nvSpPr>
            <p:spPr bwMode="auto">
              <a:xfrm>
                <a:off x="1048138" y="1969465"/>
                <a:ext cx="4624867" cy="2817140"/>
              </a:xfrm>
              <a:prstGeom prst="rect">
                <a:avLst/>
              </a:prstGeom>
              <a:blipFill>
                <a:blip r:embed="rId4"/>
                <a:stretch>
                  <a:fillRect l="-39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419C5E3-ED42-193D-8355-B74C5BA42E09}"/>
                  </a:ext>
                </a:extLst>
              </p:cNvPr>
              <p:cNvSpPr txBox="1"/>
              <p:nvPr/>
            </p:nvSpPr>
            <p:spPr>
              <a:xfrm>
                <a:off x="2488937" y="4777245"/>
                <a:ext cx="3799896" cy="790345"/>
              </a:xfrm>
              <a:prstGeom prst="rect">
                <a:avLst/>
              </a:prstGeom>
              <a:solidFill>
                <a:schemeClr val="bg1">
                  <a:lumMod val="85000"/>
                </a:schemeClr>
              </a:solidFill>
            </p:spPr>
            <p:txBody>
              <a:bodyPr wrap="square">
                <a:spAutoFit/>
              </a:bodyPr>
              <a:lstStyle/>
              <a:p>
                <a:pPr/>
                <a14:m>
                  <m:oMathPara xmlns:m="http://schemas.openxmlformats.org/officeDocument/2006/math">
                    <m:oMathParaPr>
                      <m:jc m:val="left"/>
                    </m:oMathParaPr>
                    <m:oMath>
                      <m:r>
                        <a:rPr lang="en-US" sz="2400" b="0" i="1" smtClean="0">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𝑚</m:t>
                              </m:r>
                            </m:e>
                            <m:sub>
                              <m:r>
                                <a:rPr lang="en-US" sz="2400" b="0" i="1" smtClean="0">
                                  <a:solidFill>
                                    <a:srgbClr val="000000"/>
                                  </a:solidFill>
                                  <a:latin typeface="Cambria Math" panose="02040503050406030204" pitchFamily="18" charset="0"/>
                                </a:rPr>
                                <m:t>2</m:t>
                              </m:r>
                            </m:sub>
                          </m:sSub>
                          <m:r>
                            <m:rPr>
                              <m:sty m:val="p"/>
                            </m:rPr>
                            <a:rPr lang="en-US" sz="2400" b="0" i="0" smtClean="0">
                              <a:solidFill>
                                <a:srgbClr val="000000"/>
                              </a:solidFill>
                              <a:latin typeface="Cambria Math" panose="02040503050406030204" pitchFamily="18" charset="0"/>
                            </a:rPr>
                            <m:t>g</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den>
                      </m:f>
                      <m:r>
                        <a:rPr lang="en-US" sz="2400" b="0" i="0" smtClean="0">
                          <a:solidFill>
                            <a:srgbClr val="000000"/>
                          </a:solidFill>
                          <a:latin typeface="Cambria Math" panose="02040503050406030204" pitchFamily="18" charset="0"/>
                        </a:rPr>
                        <m:t>=1.96</m:t>
                      </m:r>
                      <m:r>
                        <m:rPr>
                          <m:sty m:val="p"/>
                        </m:rPr>
                        <a:rPr lang="en-US" sz="2400" b="0" i="0" smtClean="0">
                          <a:solidFill>
                            <a:srgbClr val="000000"/>
                          </a:solidFill>
                          <a:latin typeface="Cambria Math" panose="02040503050406030204" pitchFamily="18" charset="0"/>
                        </a:rPr>
                        <m:t>m</m:t>
                      </m:r>
                      <m:r>
                        <a:rPr lang="en-US" sz="2400" b="0" i="0" smtClean="0">
                          <a:solidFill>
                            <a:srgbClr val="000000"/>
                          </a:solidFill>
                          <a:latin typeface="Cambria Math" panose="02040503050406030204" pitchFamily="18" charset="0"/>
                        </a:rPr>
                        <m:t>/</m:t>
                      </m:r>
                      <m:sSup>
                        <m:sSupPr>
                          <m:ctrlPr>
                            <a:rPr lang="en-US" sz="2400" b="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𝑠</m:t>
                          </m:r>
                        </m:e>
                        <m:sup>
                          <m:r>
                            <a:rPr lang="en-US" sz="2400" b="0" i="1" smtClean="0">
                              <a:solidFill>
                                <a:srgbClr val="000000"/>
                              </a:solidFill>
                              <a:latin typeface="Cambria Math" panose="02040503050406030204" pitchFamily="18" charset="0"/>
                            </a:rPr>
                            <m:t>2</m:t>
                          </m:r>
                        </m:sup>
                      </m:sSup>
                    </m:oMath>
                  </m:oMathPara>
                </a14:m>
                <a:endParaRPr lang="en-US" sz="2400" dirty="0"/>
              </a:p>
            </p:txBody>
          </p:sp>
        </mc:Choice>
        <mc:Fallback xmlns="">
          <p:sp>
            <p:nvSpPr>
              <p:cNvPr id="7" name="TextBox 6">
                <a:extLst>
                  <a:ext uri="{FF2B5EF4-FFF2-40B4-BE49-F238E27FC236}">
                    <a16:creationId xmlns:a16="http://schemas.microsoft.com/office/drawing/2014/main" id="{9419C5E3-ED42-193D-8355-B74C5BA42E09}"/>
                  </a:ext>
                </a:extLst>
              </p:cNvPr>
              <p:cNvSpPr txBox="1">
                <a:spLocks noRot="1" noChangeAspect="1" noMove="1" noResize="1" noEditPoints="1" noAdjustHandles="1" noChangeArrowheads="1" noChangeShapeType="1" noTextEdit="1"/>
              </p:cNvSpPr>
              <p:nvPr/>
            </p:nvSpPr>
            <p:spPr>
              <a:xfrm>
                <a:off x="2488937" y="4777245"/>
                <a:ext cx="3799896" cy="79034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AB92FF-6F36-B9F6-1BBA-435373221F62}"/>
                  </a:ext>
                </a:extLst>
              </p:cNvPr>
              <p:cNvSpPr txBox="1"/>
              <p:nvPr/>
            </p:nvSpPr>
            <p:spPr>
              <a:xfrm>
                <a:off x="2544923" y="5964211"/>
                <a:ext cx="2754862" cy="461665"/>
              </a:xfrm>
              <a:prstGeom prst="rect">
                <a:avLst/>
              </a:prstGeom>
              <a:solidFill>
                <a:schemeClr val="bg1">
                  <a:lumMod val="85000"/>
                </a:schemeClr>
              </a:solidFill>
            </p:spPr>
            <p:txBody>
              <a:bodyPr wrap="square">
                <a:spAutoFit/>
              </a:bodyPr>
              <a:lstStyle/>
              <a:p>
                <a14:m>
                  <m:oMath xmlns:m="http://schemas.openxmlformats.org/officeDocument/2006/math">
                    <m:r>
                      <m:rPr>
                        <m:sty m:val="p"/>
                      </m:rPr>
                      <a:rPr lang="en-US" sz="2400" b="0" i="0" smtClean="0">
                        <a:solidFill>
                          <a:srgbClr val="000000"/>
                        </a:solidFill>
                        <a:latin typeface="Cambria Math" panose="02040503050406030204" pitchFamily="18" charset="0"/>
                      </a:rPr>
                      <m:t>T</m:t>
                    </m:r>
                    <m:r>
                      <a:rPr lang="en-US" sz="2400" i="1">
                        <a:solidFill>
                          <a:srgbClr val="000000"/>
                        </a:solidFill>
                        <a:latin typeface="Cambria Math" panose="02040503050406030204" pitchFamily="18" charset="0"/>
                      </a:rPr>
                      <m:t>=</m:t>
                    </m:r>
                  </m:oMath>
                </a14:m>
                <a:r>
                  <a:rPr lang="en-US" sz="2400"/>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𝑎</m:t>
                    </m:r>
                  </m:oMath>
                </a14:m>
                <a:r>
                  <a:rPr lang="en-US" sz="2400">
                    <a:solidFill>
                      <a:srgbClr val="000000"/>
                    </a:solidFill>
                    <a:latin typeface="Cambria Math" panose="02040503050406030204" pitchFamily="18" charset="0"/>
                  </a:rPr>
                  <a:t>= 7.84 N</a:t>
                </a:r>
              </a:p>
            </p:txBody>
          </p:sp>
        </mc:Choice>
        <mc:Fallback xmlns="">
          <p:sp>
            <p:nvSpPr>
              <p:cNvPr id="9" name="TextBox 8">
                <a:extLst>
                  <a:ext uri="{FF2B5EF4-FFF2-40B4-BE49-F238E27FC236}">
                    <a16:creationId xmlns:a16="http://schemas.microsoft.com/office/drawing/2014/main" id="{B9AB92FF-6F36-B9F6-1BBA-435373221F62}"/>
                  </a:ext>
                </a:extLst>
              </p:cNvPr>
              <p:cNvSpPr txBox="1">
                <a:spLocks noRot="1" noChangeAspect="1" noMove="1" noResize="1" noEditPoints="1" noAdjustHandles="1" noChangeArrowheads="1" noChangeShapeType="1" noTextEdit="1"/>
              </p:cNvSpPr>
              <p:nvPr/>
            </p:nvSpPr>
            <p:spPr>
              <a:xfrm>
                <a:off x="2544923" y="5964211"/>
                <a:ext cx="2754862" cy="461665"/>
              </a:xfrm>
              <a:prstGeom prst="rect">
                <a:avLst/>
              </a:prstGeom>
              <a:blipFill>
                <a:blip r:embed="rId6"/>
                <a:stretch>
                  <a:fillRect l="-442" t="-13158"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A882DB9-B959-EBE1-37FD-0764151F88CA}"/>
                  </a:ext>
                </a:extLst>
              </p:cNvPr>
              <p:cNvSpPr txBox="1"/>
              <p:nvPr/>
            </p:nvSpPr>
            <p:spPr>
              <a:xfrm>
                <a:off x="25660" y="5954880"/>
                <a:ext cx="2754863" cy="461665"/>
              </a:xfrm>
              <a:prstGeom prst="rect">
                <a:avLst/>
              </a:prstGeom>
              <a:noFill/>
            </p:spPr>
            <p:txBody>
              <a:bodyPr wrap="square">
                <a:spAutoFit/>
              </a:bodyPr>
              <a:lstStyle/>
              <a:p>
                <a:pPr/>
                <a14:m>
                  <m:oMathPara xmlns:m="http://schemas.openxmlformats.org/officeDocument/2006/math">
                    <m:oMathParaPr>
                      <m:jc m:val="left"/>
                    </m:oMathParaPr>
                    <m:oMath>
                      <m:r>
                        <m:rPr>
                          <m:sty m:val="p"/>
                        </m:rPr>
                        <a:rPr lang="en-US" sz="2400" smtClean="0">
                          <a:solidFill>
                            <a:srgbClr val="000000"/>
                          </a:solidFill>
                          <a:latin typeface="Cambria Math" panose="02040503050406030204" pitchFamily="18" charset="0"/>
                        </a:rPr>
                        <m:t>F</m:t>
                      </m:r>
                      <m:r>
                        <m:rPr>
                          <m:sty m:val="p"/>
                        </m:rPr>
                        <a:rPr lang="en-US" sz="2400" b="0" i="0" smtClean="0">
                          <a:solidFill>
                            <a:srgbClr val="000000"/>
                          </a:solidFill>
                          <a:latin typeface="Cambria Math" panose="02040503050406030204" pitchFamily="18" charset="0"/>
                        </a:rPr>
                        <m:t>rom</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equation</m:t>
                      </m:r>
                      <m:r>
                        <a:rPr lang="en-US" sz="2400" b="0" i="0" smtClean="0">
                          <a:solidFill>
                            <a:srgbClr val="000000"/>
                          </a:solidFill>
                          <a:latin typeface="Cambria Math" panose="02040503050406030204" pitchFamily="18" charset="0"/>
                        </a:rPr>
                        <m:t> </m:t>
                      </m:r>
                      <m:d>
                        <m:dPr>
                          <m:ctrlPr>
                            <a:rPr lang="en-US" sz="2400" b="0" i="0" smtClean="0">
                              <a:solidFill>
                                <a:srgbClr val="000000"/>
                              </a:solidFill>
                              <a:latin typeface="Cambria Math" panose="02040503050406030204" pitchFamily="18" charset="0"/>
                            </a:rPr>
                          </m:ctrlPr>
                        </m:dPr>
                        <m:e>
                          <m:r>
                            <a:rPr lang="en-US" sz="2400" b="0" i="0" smtClean="0">
                              <a:solidFill>
                                <a:srgbClr val="000000"/>
                              </a:solidFill>
                              <a:latin typeface="Cambria Math" panose="02040503050406030204" pitchFamily="18" charset="0"/>
                            </a:rPr>
                            <m:t>2</m:t>
                          </m:r>
                        </m:e>
                      </m:d>
                    </m:oMath>
                  </m:oMathPara>
                </a14:m>
                <a:endParaRPr lang="en-US" sz="2400"/>
              </a:p>
            </p:txBody>
          </p:sp>
        </mc:Choice>
        <mc:Fallback xmlns="">
          <p:sp>
            <p:nvSpPr>
              <p:cNvPr id="11" name="TextBox 10">
                <a:extLst>
                  <a:ext uri="{FF2B5EF4-FFF2-40B4-BE49-F238E27FC236}">
                    <a16:creationId xmlns:a16="http://schemas.microsoft.com/office/drawing/2014/main" id="{6A882DB9-B959-EBE1-37FD-0764151F88CA}"/>
                  </a:ext>
                </a:extLst>
              </p:cNvPr>
              <p:cNvSpPr txBox="1">
                <a:spLocks noRot="1" noChangeAspect="1" noMove="1" noResize="1" noEditPoints="1" noAdjustHandles="1" noChangeArrowheads="1" noChangeShapeType="1" noTextEdit="1"/>
              </p:cNvSpPr>
              <p:nvPr/>
            </p:nvSpPr>
            <p:spPr>
              <a:xfrm>
                <a:off x="25660" y="5954880"/>
                <a:ext cx="2754863" cy="461665"/>
              </a:xfrm>
              <a:prstGeom prst="rect">
                <a:avLst/>
              </a:prstGeom>
              <a:blipFill>
                <a:blip r:embed="rId7"/>
                <a:stretch>
                  <a:fillRect l="-442" b="-15789"/>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9CD33091-BA4E-8759-49A7-5E6EC06B3F36}"/>
              </a:ext>
            </a:extLst>
          </p:cNvPr>
          <p:cNvCxnSpPr/>
          <p:nvPr/>
        </p:nvCxnSpPr>
        <p:spPr>
          <a:xfrm>
            <a:off x="6382139" y="816451"/>
            <a:ext cx="0" cy="5920251"/>
          </a:xfrm>
          <a:prstGeom prst="line">
            <a:avLst/>
          </a:prstGeom>
          <a:ln w="1905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354C6EB5-32F8-5DF6-FEB9-2B3BF749DAC1}"/>
              </a:ext>
            </a:extLst>
          </p:cNvPr>
          <p:cNvGrpSpPr/>
          <p:nvPr/>
        </p:nvGrpSpPr>
        <p:grpSpPr>
          <a:xfrm>
            <a:off x="8531283" y="886408"/>
            <a:ext cx="2780516" cy="1582319"/>
            <a:chOff x="8531283" y="886408"/>
            <a:chExt cx="2780516" cy="1582319"/>
          </a:xfrm>
        </p:grpSpPr>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73286A6-ADB5-262E-CEBD-C6580B8D670A}"/>
                    </a:ext>
                  </a:extLst>
                </p:cNvPr>
                <p:cNvSpPr txBox="1"/>
                <p:nvPr/>
              </p:nvSpPr>
              <p:spPr>
                <a:xfrm>
                  <a:off x="9713165" y="886408"/>
                  <a:ext cx="416758" cy="369332"/>
                </a:xfrm>
                <a:prstGeom prst="rect">
                  <a:avLst/>
                </a:prstGeom>
                <a:noFill/>
              </p:spPr>
              <p:txBody>
                <a:bodyPr wrap="square" rtlCol="0">
                  <a:spAutoFit/>
                </a:bodyPr>
                <a:lstStyle/>
                <a:p>
                  <a:pPr/>
                  <a14:m>
                    <m:oMathPara xmlns:m="http://schemas.openxmlformats.org/officeDocument/2006/math">
                      <m:oMath>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𝑚</m:t>
                            </m:r>
                          </m:e>
                          <m:sub>
                            <m:r>
                              <a:rPr lang="en-US" sz="1800" i="1">
                                <a:solidFill>
                                  <a:srgbClr val="000000"/>
                                </a:solidFill>
                                <a:latin typeface="Cambria Math" panose="02040503050406030204" pitchFamily="18" charset="0"/>
                              </a:rPr>
                              <m:t>2</m:t>
                            </m:r>
                          </m:sub>
                        </m:sSub>
                      </m:oMath>
                    </m:oMathPara>
                  </a14:m>
                  <a:endParaRPr lang="en-US"/>
                </a:p>
              </p:txBody>
            </p:sp>
          </mc:Choice>
          <mc:Fallback xmlns="">
            <p:sp>
              <p:nvSpPr>
                <p:cNvPr id="19" name="TextBox 18">
                  <a:extLst>
                    <a:ext uri="{FF2B5EF4-FFF2-40B4-BE49-F238E27FC236}">
                      <a16:creationId xmlns:a16="http://schemas.microsoft.com/office/drawing/2014/main" id="{173286A6-ADB5-262E-CEBD-C6580B8D670A}"/>
                    </a:ext>
                  </a:extLst>
                </p:cNvPr>
                <p:cNvSpPr txBox="1">
                  <a:spLocks noRot="1" noChangeAspect="1" noMove="1" noResize="1" noEditPoints="1" noAdjustHandles="1" noChangeArrowheads="1" noChangeShapeType="1" noTextEdit="1"/>
                </p:cNvSpPr>
                <p:nvPr/>
              </p:nvSpPr>
              <p:spPr>
                <a:xfrm>
                  <a:off x="9713165" y="886408"/>
                  <a:ext cx="416758" cy="369332"/>
                </a:xfrm>
                <a:prstGeom prst="rect">
                  <a:avLst/>
                </a:prstGeom>
                <a:blipFill>
                  <a:blip r:embed="rId8"/>
                  <a:stretch>
                    <a:fillRect r="-5797"/>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8A7CC957-A02B-ACB0-D104-7696857BDB25}"/>
                </a:ext>
              </a:extLst>
            </p:cNvPr>
            <p:cNvGrpSpPr/>
            <p:nvPr/>
          </p:nvGrpSpPr>
          <p:grpSpPr>
            <a:xfrm>
              <a:off x="8531283" y="905067"/>
              <a:ext cx="2780516" cy="1563660"/>
              <a:chOff x="9035137" y="905067"/>
              <a:chExt cx="2780516" cy="1563660"/>
            </a:xfrm>
          </p:grpSpPr>
          <p:sp>
            <p:nvSpPr>
              <p:cNvPr id="17" name="Rectangle 16">
                <a:extLst>
                  <a:ext uri="{FF2B5EF4-FFF2-40B4-BE49-F238E27FC236}">
                    <a16:creationId xmlns:a16="http://schemas.microsoft.com/office/drawing/2014/main" id="{E6F65F8B-8DDD-C7F2-37D0-028F5A38BF6B}"/>
                  </a:ext>
                </a:extLst>
              </p:cNvPr>
              <p:cNvSpPr/>
              <p:nvPr/>
            </p:nvSpPr>
            <p:spPr>
              <a:xfrm>
                <a:off x="10189029" y="905067"/>
                <a:ext cx="622032" cy="399677"/>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D7AF5879-9073-7A25-4AFA-0C42EABCD3AA}"/>
                  </a:ext>
                </a:extLst>
              </p:cNvPr>
              <p:cNvGrpSpPr/>
              <p:nvPr/>
            </p:nvGrpSpPr>
            <p:grpSpPr>
              <a:xfrm>
                <a:off x="9035137" y="1023259"/>
                <a:ext cx="2780516" cy="1445468"/>
                <a:chOff x="9035137" y="1023259"/>
                <a:chExt cx="2780516" cy="1445468"/>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3F6D98F-77BA-A24E-D327-1787D81CDC74}"/>
                        </a:ext>
                      </a:extLst>
                    </p:cNvPr>
                    <p:cNvSpPr txBox="1"/>
                    <p:nvPr/>
                  </p:nvSpPr>
                  <p:spPr>
                    <a:xfrm>
                      <a:off x="10708428" y="1023259"/>
                      <a:ext cx="1107225" cy="369332"/>
                    </a:xfrm>
                    <a:prstGeom prst="rect">
                      <a:avLst/>
                    </a:prstGeom>
                    <a:noFill/>
                  </p:spPr>
                  <p:txBody>
                    <a:bodyPr wrap="square" rtlCol="0">
                      <a:spAutoFit/>
                    </a:bodyPr>
                    <a:lstStyle/>
                    <a:p>
                      <a:pPr/>
                      <a14:m>
                        <m:oMathPara xmlns:m="http://schemas.openxmlformats.org/officeDocument/2006/math">
                          <m:oMath>
                            <m:sSub>
                              <m:sSubPr>
                                <m:ctrlPr>
                                  <a:rPr lang="en-US" sz="1800" b="1" i="1" smtClean="0">
                                    <a:solidFill>
                                      <a:srgbClr val="000000"/>
                                    </a:solidFill>
                                    <a:latin typeface="Cambria Math" panose="02040503050406030204" pitchFamily="18" charset="0"/>
                                  </a:rPr>
                                </m:ctrlPr>
                              </m:sSubPr>
                              <m:e>
                                <m:r>
                                  <a:rPr lang="en-US" sz="1800" b="1" i="1" smtClean="0">
                                    <a:solidFill>
                                      <a:srgbClr val="000000"/>
                                    </a:solidFill>
                                    <a:latin typeface="Cambria Math" panose="02040503050406030204" pitchFamily="18" charset="0"/>
                                  </a:rPr>
                                  <m:t>𝒗</m:t>
                                </m:r>
                              </m:e>
                              <m:sub>
                                <m:r>
                                  <a:rPr lang="en-US" sz="1800" b="1" i="1" smtClean="0">
                                    <a:solidFill>
                                      <a:srgbClr val="000000"/>
                                    </a:solidFill>
                                    <a:latin typeface="Cambria Math" panose="02040503050406030204" pitchFamily="18" charset="0"/>
                                  </a:rPr>
                                  <m:t>𝟎</m:t>
                                </m:r>
                              </m:sub>
                            </m:sSub>
                            <m:r>
                              <a:rPr lang="en-US" sz="1800" b="1" i="1" smtClean="0">
                                <a:solidFill>
                                  <a:srgbClr val="000000"/>
                                </a:solidFill>
                                <a:latin typeface="Cambria Math" panose="02040503050406030204" pitchFamily="18" charset="0"/>
                              </a:rPr>
                              <m:t>=</m:t>
                            </m:r>
                            <m:r>
                              <a:rPr lang="en-US" sz="1800" b="1" i="1" smtClean="0">
                                <a:solidFill>
                                  <a:srgbClr val="000000"/>
                                </a:solidFill>
                                <a:latin typeface="Cambria Math" panose="02040503050406030204" pitchFamily="18" charset="0"/>
                              </a:rPr>
                              <m:t>𝟎</m:t>
                            </m:r>
                          </m:oMath>
                        </m:oMathPara>
                      </a14:m>
                      <a:endParaRPr lang="en-US" b="1"/>
                    </a:p>
                  </p:txBody>
                </p:sp>
              </mc:Choice>
              <mc:Fallback xmlns="">
                <p:sp>
                  <p:nvSpPr>
                    <p:cNvPr id="26" name="TextBox 25">
                      <a:extLst>
                        <a:ext uri="{FF2B5EF4-FFF2-40B4-BE49-F238E27FC236}">
                          <a16:creationId xmlns:a16="http://schemas.microsoft.com/office/drawing/2014/main" id="{F3F6D98F-77BA-A24E-D327-1787D81CDC74}"/>
                        </a:ext>
                      </a:extLst>
                    </p:cNvPr>
                    <p:cNvSpPr txBox="1">
                      <a:spLocks noRot="1" noChangeAspect="1" noMove="1" noResize="1" noEditPoints="1" noAdjustHandles="1" noChangeArrowheads="1" noChangeShapeType="1" noTextEdit="1"/>
                    </p:cNvSpPr>
                    <p:nvPr/>
                  </p:nvSpPr>
                  <p:spPr>
                    <a:xfrm>
                      <a:off x="10708428" y="1023259"/>
                      <a:ext cx="1107225" cy="369332"/>
                    </a:xfrm>
                    <a:prstGeom prst="rect">
                      <a:avLst/>
                    </a:prstGeom>
                    <a:blipFill>
                      <a:blip r:embed="rId9"/>
                      <a:stretch>
                        <a:fillRect/>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1B30D993-0FC4-B5F7-58DD-F5AE28E7BA9B}"/>
                    </a:ext>
                  </a:extLst>
                </p:cNvPr>
                <p:cNvGrpSpPr/>
                <p:nvPr/>
              </p:nvGrpSpPr>
              <p:grpSpPr>
                <a:xfrm>
                  <a:off x="9035137" y="1304744"/>
                  <a:ext cx="2618792" cy="1163983"/>
                  <a:chOff x="9035137" y="1304744"/>
                  <a:chExt cx="2618792" cy="1163983"/>
                </a:xfrm>
              </p:grpSpPr>
              <p:cxnSp>
                <p:nvCxnSpPr>
                  <p:cNvPr id="15" name="Straight Connector 14">
                    <a:extLst>
                      <a:ext uri="{FF2B5EF4-FFF2-40B4-BE49-F238E27FC236}">
                        <a16:creationId xmlns:a16="http://schemas.microsoft.com/office/drawing/2014/main" id="{8ECDF953-6E9D-61F7-B875-35FC1BE699F0}"/>
                      </a:ext>
                    </a:extLst>
                  </p:cNvPr>
                  <p:cNvCxnSpPr>
                    <a:cxnSpLocks/>
                  </p:cNvCxnSpPr>
                  <p:nvPr/>
                </p:nvCxnSpPr>
                <p:spPr>
                  <a:xfrm>
                    <a:off x="9657184" y="2388637"/>
                    <a:ext cx="1810138"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DDB3983-F4AD-7A0D-D96D-28BA29C3C591}"/>
                      </a:ext>
                    </a:extLst>
                  </p:cNvPr>
                  <p:cNvSpPr/>
                  <p:nvPr/>
                </p:nvSpPr>
                <p:spPr>
                  <a:xfrm>
                    <a:off x="10238792" y="1981207"/>
                    <a:ext cx="622032" cy="399677"/>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E2736D0-7187-96DE-6750-7E28528E4AE1}"/>
                          </a:ext>
                        </a:extLst>
                      </p:cNvPr>
                      <p:cNvSpPr txBox="1"/>
                      <p:nvPr/>
                    </p:nvSpPr>
                    <p:spPr>
                      <a:xfrm>
                        <a:off x="10322766" y="1999859"/>
                        <a:ext cx="416758" cy="369332"/>
                      </a:xfrm>
                      <a:prstGeom prst="rect">
                        <a:avLst/>
                      </a:prstGeom>
                      <a:noFill/>
                    </p:spPr>
                    <p:txBody>
                      <a:bodyPr wrap="square" rtlCol="0">
                        <a:spAutoFit/>
                      </a:bodyPr>
                      <a:lstStyle/>
                      <a:p>
                        <a:pPr/>
                        <a14:m>
                          <m:oMathPara xmlns:m="http://schemas.openxmlformats.org/officeDocument/2006/math">
                            <m:oMath>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𝑚</m:t>
                                  </m:r>
                                </m:e>
                                <m:sub>
                                  <m:r>
                                    <a:rPr lang="en-US" sz="1800" i="1">
                                      <a:solidFill>
                                        <a:srgbClr val="000000"/>
                                      </a:solidFill>
                                      <a:latin typeface="Cambria Math" panose="02040503050406030204" pitchFamily="18" charset="0"/>
                                    </a:rPr>
                                    <m:t>2</m:t>
                                  </m:r>
                                </m:sub>
                              </m:sSub>
                            </m:oMath>
                          </m:oMathPara>
                        </a14:m>
                        <a:endParaRPr lang="en-US"/>
                      </a:p>
                    </p:txBody>
                  </p:sp>
                </mc:Choice>
                <mc:Fallback xmlns="">
                  <p:sp>
                    <p:nvSpPr>
                      <p:cNvPr id="20" name="TextBox 19">
                        <a:extLst>
                          <a:ext uri="{FF2B5EF4-FFF2-40B4-BE49-F238E27FC236}">
                            <a16:creationId xmlns:a16="http://schemas.microsoft.com/office/drawing/2014/main" id="{5E2736D0-7187-96DE-6750-7E28528E4AE1}"/>
                          </a:ext>
                        </a:extLst>
                      </p:cNvPr>
                      <p:cNvSpPr txBox="1">
                        <a:spLocks noRot="1" noChangeAspect="1" noMove="1" noResize="1" noEditPoints="1" noAdjustHandles="1" noChangeArrowheads="1" noChangeShapeType="1" noTextEdit="1"/>
                      </p:cNvSpPr>
                      <p:nvPr/>
                    </p:nvSpPr>
                    <p:spPr>
                      <a:xfrm>
                        <a:off x="10322766" y="1999859"/>
                        <a:ext cx="416758" cy="369332"/>
                      </a:xfrm>
                      <a:prstGeom prst="rect">
                        <a:avLst/>
                      </a:prstGeom>
                      <a:blipFill>
                        <a:blip r:embed="rId10"/>
                        <a:stretch>
                          <a:fillRect r="-5882"/>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2420F316-FD40-F56B-5DAE-8643F658FF8A}"/>
                      </a:ext>
                    </a:extLst>
                  </p:cNvPr>
                  <p:cNvCxnSpPr/>
                  <p:nvPr/>
                </p:nvCxnSpPr>
                <p:spPr>
                  <a:xfrm>
                    <a:off x="9871788" y="1304744"/>
                    <a:ext cx="0" cy="1083893"/>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5386C08-BDBA-BF6B-BB6C-EEC420FE00D7}"/>
                          </a:ext>
                        </a:extLst>
                      </p:cNvPr>
                      <p:cNvSpPr txBox="1"/>
                      <p:nvPr/>
                    </p:nvSpPr>
                    <p:spPr>
                      <a:xfrm>
                        <a:off x="9035137" y="1589315"/>
                        <a:ext cx="416758" cy="369332"/>
                      </a:xfrm>
                      <a:prstGeom prst="rect">
                        <a:avLst/>
                      </a:prstGeom>
                      <a:noFill/>
                    </p:spPr>
                    <p:txBody>
                      <a:bodyPr wrap="square" rtlCol="0">
                        <a:spAutoFit/>
                      </a:bodyPr>
                      <a:lstStyle/>
                      <a:p>
                        <a:pPr/>
                        <a14:m>
                          <m:oMathPara xmlns:m="http://schemas.openxmlformats.org/officeDocument/2006/math">
                            <m:oMath>
                              <m:r>
                                <a:rPr lang="en-US" sz="1800" b="0" i="1" smtClean="0">
                                  <a:solidFill>
                                    <a:srgbClr val="000000"/>
                                  </a:solidFill>
                                  <a:latin typeface="Cambria Math" panose="02040503050406030204" pitchFamily="18" charset="0"/>
                                </a:rPr>
                                <m:t>−1.0 </m:t>
                              </m:r>
                              <m:r>
                                <a:rPr lang="en-US" sz="1800" b="0" i="1" smtClean="0">
                                  <a:solidFill>
                                    <a:srgbClr val="000000"/>
                                  </a:solidFill>
                                  <a:latin typeface="Cambria Math" panose="02040503050406030204" pitchFamily="18" charset="0"/>
                                </a:rPr>
                                <m:t>𝑚</m:t>
                              </m:r>
                            </m:oMath>
                          </m:oMathPara>
                        </a14:m>
                        <a:endParaRPr lang="en-US"/>
                      </a:p>
                    </p:txBody>
                  </p:sp>
                </mc:Choice>
                <mc:Fallback xmlns="">
                  <p:sp>
                    <p:nvSpPr>
                      <p:cNvPr id="25" name="TextBox 24">
                        <a:extLst>
                          <a:ext uri="{FF2B5EF4-FFF2-40B4-BE49-F238E27FC236}">
                            <a16:creationId xmlns:a16="http://schemas.microsoft.com/office/drawing/2014/main" id="{C5386C08-BDBA-BF6B-BB6C-EEC420FE00D7}"/>
                          </a:ext>
                        </a:extLst>
                      </p:cNvPr>
                      <p:cNvSpPr txBox="1">
                        <a:spLocks noRot="1" noChangeAspect="1" noMove="1" noResize="1" noEditPoints="1" noAdjustHandles="1" noChangeArrowheads="1" noChangeShapeType="1" noTextEdit="1"/>
                      </p:cNvSpPr>
                      <p:nvPr/>
                    </p:nvSpPr>
                    <p:spPr>
                      <a:xfrm>
                        <a:off x="9035137" y="1589315"/>
                        <a:ext cx="416758" cy="369332"/>
                      </a:xfrm>
                      <a:prstGeom prst="rect">
                        <a:avLst/>
                      </a:prstGeom>
                      <a:blipFill>
                        <a:blip r:embed="rId11"/>
                        <a:stretch>
                          <a:fillRect r="-1072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D6773A6-C500-4B4A-8550-84401ADC7335}"/>
                          </a:ext>
                        </a:extLst>
                      </p:cNvPr>
                      <p:cNvSpPr txBox="1"/>
                      <p:nvPr/>
                    </p:nvSpPr>
                    <p:spPr>
                      <a:xfrm>
                        <a:off x="10935476" y="2099395"/>
                        <a:ext cx="718453" cy="369332"/>
                      </a:xfrm>
                      <a:prstGeom prst="rect">
                        <a:avLst/>
                      </a:prstGeom>
                      <a:noFill/>
                    </p:spPr>
                    <p:txBody>
                      <a:bodyPr wrap="square" rtlCol="0">
                        <a:spAutoFit/>
                      </a:bodyPr>
                      <a:lstStyle/>
                      <a:p>
                        <a:pPr/>
                        <a14:m>
                          <m:oMathPara xmlns:m="http://schemas.openxmlformats.org/officeDocument/2006/math">
                            <m:oMath>
                              <m:r>
                                <a:rPr lang="en-US" sz="1800" b="1" i="1" smtClean="0">
                                  <a:solidFill>
                                    <a:srgbClr val="000000"/>
                                  </a:solidFill>
                                  <a:latin typeface="Cambria Math" panose="02040503050406030204" pitchFamily="18" charset="0"/>
                                </a:rPr>
                                <m:t>𝒗</m:t>
                              </m:r>
                              <m:r>
                                <a:rPr lang="en-US" sz="1800" b="1" i="1" smtClean="0">
                                  <a:solidFill>
                                    <a:srgbClr val="000000"/>
                                  </a:solidFill>
                                  <a:latin typeface="Cambria Math" panose="02040503050406030204" pitchFamily="18" charset="0"/>
                                </a:rPr>
                                <m:t>=?</m:t>
                              </m:r>
                            </m:oMath>
                          </m:oMathPara>
                        </a14:m>
                        <a:endParaRPr lang="en-US" b="1"/>
                      </a:p>
                    </p:txBody>
                  </p:sp>
                </mc:Choice>
                <mc:Fallback xmlns="">
                  <p:sp>
                    <p:nvSpPr>
                      <p:cNvPr id="27" name="TextBox 26">
                        <a:extLst>
                          <a:ext uri="{FF2B5EF4-FFF2-40B4-BE49-F238E27FC236}">
                            <a16:creationId xmlns:a16="http://schemas.microsoft.com/office/drawing/2014/main" id="{2D6773A6-C500-4B4A-8550-84401ADC7335}"/>
                          </a:ext>
                        </a:extLst>
                      </p:cNvPr>
                      <p:cNvSpPr txBox="1">
                        <a:spLocks noRot="1" noChangeAspect="1" noMove="1" noResize="1" noEditPoints="1" noAdjustHandles="1" noChangeArrowheads="1" noChangeShapeType="1" noTextEdit="1"/>
                      </p:cNvSpPr>
                      <p:nvPr/>
                    </p:nvSpPr>
                    <p:spPr>
                      <a:xfrm>
                        <a:off x="10935476" y="2099395"/>
                        <a:ext cx="718453" cy="369332"/>
                      </a:xfrm>
                      <a:prstGeom prst="rect">
                        <a:avLst/>
                      </a:prstGeom>
                      <a:blipFill>
                        <a:blip r:embed="rId12"/>
                        <a:stretch>
                          <a:fillRect/>
                        </a:stretch>
                      </a:blipFill>
                    </p:spPr>
                    <p:txBody>
                      <a:bodyPr/>
                      <a:lstStyle/>
                      <a:p>
                        <a:r>
                          <a:rPr lang="en-US">
                            <a:noFill/>
                          </a:rPr>
                          <a:t> </a:t>
                        </a:r>
                      </a:p>
                    </p:txBody>
                  </p:sp>
                </mc:Fallback>
              </mc:AlternateContent>
            </p:grpSp>
          </p:grpSp>
        </p:grp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15B525E-CED4-D6D5-DACF-1BB6C8EBBBE5}"/>
                  </a:ext>
                </a:extLst>
              </p:cNvPr>
              <p:cNvSpPr txBox="1"/>
              <p:nvPr/>
            </p:nvSpPr>
            <p:spPr>
              <a:xfrm>
                <a:off x="6550859" y="2692275"/>
                <a:ext cx="3787457" cy="461665"/>
              </a:xfrm>
              <a:prstGeom prst="rect">
                <a:avLst/>
              </a:prstGeom>
              <a:noFill/>
            </p:spPr>
            <p:txBody>
              <a:bodyPr wrap="square">
                <a:spAutoFit/>
              </a:bodyPr>
              <a:lstStyle/>
              <a:p>
                <a:pPr/>
                <a14:m>
                  <m:oMathPara xmlns:m="http://schemas.openxmlformats.org/officeDocument/2006/math">
                    <m:oMathParaPr>
                      <m:jc m:val="left"/>
                    </m:oMathParaPr>
                    <m:oMath>
                      <m:r>
                        <m:rPr>
                          <m:sty m:val="p"/>
                        </m:rPr>
                        <a:rPr lang="en-US" sz="2400" smtClean="0">
                          <a:solidFill>
                            <a:srgbClr val="000000"/>
                          </a:solidFill>
                          <a:latin typeface="Cambria Math" panose="02040503050406030204" pitchFamily="18" charset="0"/>
                        </a:rPr>
                        <m:t>U</m:t>
                      </m:r>
                      <m:r>
                        <m:rPr>
                          <m:sty m:val="p"/>
                        </m:rPr>
                        <a:rPr lang="en-US" sz="2400" b="0" i="0" smtClean="0">
                          <a:solidFill>
                            <a:srgbClr val="000000"/>
                          </a:solidFill>
                          <a:latin typeface="Cambria Math" panose="02040503050406030204" pitchFamily="18" charset="0"/>
                        </a:rPr>
                        <m:t>se</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kinematic</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equation</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to</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find</m:t>
                      </m:r>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speed</m:t>
                      </m:r>
                    </m:oMath>
                  </m:oMathPara>
                </a14:m>
                <a:endParaRPr lang="en-US" sz="2400"/>
              </a:p>
            </p:txBody>
          </p:sp>
        </mc:Choice>
        <mc:Fallback xmlns="">
          <p:sp>
            <p:nvSpPr>
              <p:cNvPr id="31" name="TextBox 30">
                <a:extLst>
                  <a:ext uri="{FF2B5EF4-FFF2-40B4-BE49-F238E27FC236}">
                    <a16:creationId xmlns:a16="http://schemas.microsoft.com/office/drawing/2014/main" id="{F15B525E-CED4-D6D5-DACF-1BB6C8EBBBE5}"/>
                  </a:ext>
                </a:extLst>
              </p:cNvPr>
              <p:cNvSpPr txBox="1">
                <a:spLocks noRot="1" noChangeAspect="1" noMove="1" noResize="1" noEditPoints="1" noAdjustHandles="1" noChangeArrowheads="1" noChangeShapeType="1" noTextEdit="1"/>
              </p:cNvSpPr>
              <p:nvPr/>
            </p:nvSpPr>
            <p:spPr>
              <a:xfrm>
                <a:off x="6550859" y="2692275"/>
                <a:ext cx="3787457" cy="461665"/>
              </a:xfrm>
              <a:prstGeom prst="rect">
                <a:avLst/>
              </a:prstGeom>
              <a:blipFill>
                <a:blip r:embed="rId13"/>
                <a:stretch>
                  <a:fillRect l="-483" r="-33011"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bject 1">
                <a:extLst>
                  <a:ext uri="{FF2B5EF4-FFF2-40B4-BE49-F238E27FC236}">
                    <a16:creationId xmlns:a16="http://schemas.microsoft.com/office/drawing/2014/main" id="{72460A04-8AA6-FCF8-0F54-66B473BDFCAF}"/>
                  </a:ext>
                </a:extLst>
              </p:cNvPr>
              <p:cNvSpPr txBox="1"/>
              <p:nvPr/>
            </p:nvSpPr>
            <p:spPr bwMode="auto">
              <a:xfrm>
                <a:off x="7682971" y="3384685"/>
                <a:ext cx="3554187" cy="590932"/>
              </a:xfrm>
              <a:prstGeom prst="rect">
                <a:avLst/>
              </a:prstGeom>
              <a:noFill/>
            </p:spPr>
            <p:txBody>
              <a:bodyPr>
                <a:noAutofit/>
              </a:bodyPr>
              <a:lstStyle/>
              <a:p>
                <a:pPr/>
                <a14:m>
                  <m:oMathPara xmlns:m="http://schemas.openxmlformats.org/officeDocument/2006/math">
                    <m:oMathParaPr>
                      <m:jc m:val="left"/>
                    </m:oMathParaPr>
                    <m:oMath>
                      <m:sSup>
                        <m:sSupPr>
                          <m:ctrlPr>
                            <a:rPr lang="en-US" sz="2400" b="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𝑣</m:t>
                          </m:r>
                        </m:e>
                        <m:sup>
                          <m:r>
                            <a:rPr lang="en-US" sz="2400" b="0" i="1" smtClean="0">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sSup>
                        <m:sSupPr>
                          <m:ctrlPr>
                            <a:rPr lang="en-US" sz="2400" b="0" i="1" smtClean="0">
                              <a:solidFill>
                                <a:srgbClr val="000000"/>
                              </a:solidFill>
                              <a:latin typeface="Cambria Math" panose="02040503050406030204" pitchFamily="18" charset="0"/>
                            </a:rPr>
                          </m:ctrlPr>
                        </m:sSupPr>
                        <m:e>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𝑣</m:t>
                              </m:r>
                            </m:e>
                            <m:sub>
                              <m:r>
                                <a:rPr lang="en-US" sz="2400" b="0" i="1" smtClean="0">
                                  <a:solidFill>
                                    <a:srgbClr val="000000"/>
                                  </a:solidFill>
                                  <a:latin typeface="Cambria Math" panose="02040503050406030204" pitchFamily="18" charset="0"/>
                                </a:rPr>
                                <m:t>0</m:t>
                              </m:r>
                            </m:sub>
                          </m:sSub>
                        </m:e>
                        <m:sup>
                          <m:r>
                            <a:rPr lang="en-US" sz="2400" b="0" i="1" smtClean="0">
                              <a:solidFill>
                                <a:srgbClr val="000000"/>
                              </a:solidFill>
                              <a:latin typeface="Cambria Math" panose="02040503050406030204" pitchFamily="18" charset="0"/>
                            </a:rPr>
                            <m:t>2</m:t>
                          </m:r>
                        </m:sup>
                      </m:sSup>
                      <m:r>
                        <a:rPr lang="en-US" sz="2400" b="0" i="0"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m:t>
                      </m:r>
                      <m:r>
                        <m:rPr>
                          <m:sty m:val="p"/>
                        </m:rPr>
                        <a:rPr lang="en-US" sz="2400" b="0" i="0" smtClean="0">
                          <a:solidFill>
                            <a:srgbClr val="000000"/>
                          </a:solidFill>
                          <a:latin typeface="Cambria Math" panose="02040503050406030204" pitchFamily="18" charset="0"/>
                        </a:rPr>
                        <m:t>y</m:t>
                      </m:r>
                      <m:r>
                        <a:rPr lang="en-US" sz="2400" b="0" i="0" smtClean="0">
                          <a:solidFill>
                            <a:srgbClr val="000000"/>
                          </a:solidFill>
                          <a:latin typeface="Cambria Math" panose="02040503050406030204" pitchFamily="18" charset="0"/>
                        </a:rPr>
                        <m:t>−</m:t>
                      </m:r>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𝑦</m:t>
                          </m:r>
                        </m:e>
                        <m:sub>
                          <m:r>
                            <a:rPr lang="en-US" sz="2400" b="0" i="1" smtClean="0">
                              <a:solidFill>
                                <a:srgbClr val="000000"/>
                              </a:solidFill>
                              <a:latin typeface="Cambria Math" panose="02040503050406030204" pitchFamily="18" charset="0"/>
                            </a:rPr>
                            <m:t>0</m:t>
                          </m:r>
                        </m:sub>
                      </m:sSub>
                      <m:r>
                        <a:rPr lang="en-US" sz="2400" b="0" i="1" smtClean="0">
                          <a:solidFill>
                            <a:srgbClr val="000000"/>
                          </a:solidFill>
                          <a:latin typeface="Cambria Math" panose="02040503050406030204" pitchFamily="18" charset="0"/>
                        </a:rPr>
                        <m:t>)</m:t>
                      </m:r>
                    </m:oMath>
                  </m:oMathPara>
                </a14:m>
                <a:endParaRPr lang="en-US" sz="2400">
                  <a:solidFill>
                    <a:srgbClr val="000000"/>
                  </a:solidFill>
                  <a:latin typeface="Cambria Math" panose="02040503050406030204" pitchFamily="18" charset="0"/>
                </a:endParaRPr>
              </a:p>
              <a:p>
                <a:endParaRPr lang="en-US" sz="2400"/>
              </a:p>
              <a:p>
                <a:endParaRPr lang="en-US" sz="2400" b="0" i="1">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400" b="0" i="0" smtClean="0">
                          <a:solidFill>
                            <a:srgbClr val="000000"/>
                          </a:solidFill>
                          <a:latin typeface="Cambria Math" panose="02040503050406030204" pitchFamily="18" charset="0"/>
                        </a:rPr>
                        <m:t>              </m:t>
                      </m:r>
                    </m:oMath>
                  </m:oMathPara>
                </a14:m>
                <a:endParaRPr lang="en-US" sz="2400"/>
              </a:p>
            </p:txBody>
          </p:sp>
        </mc:Choice>
        <mc:Fallback xmlns="">
          <p:sp>
            <p:nvSpPr>
              <p:cNvPr id="32" name="Object 1">
                <a:extLst>
                  <a:ext uri="{FF2B5EF4-FFF2-40B4-BE49-F238E27FC236}">
                    <a16:creationId xmlns:a16="http://schemas.microsoft.com/office/drawing/2014/main" id="{72460A04-8AA6-FCF8-0F54-66B473BDFCAF}"/>
                  </a:ext>
                </a:extLst>
              </p:cNvPr>
              <p:cNvSpPr txBox="1">
                <a:spLocks noRot="1" noChangeAspect="1" noMove="1" noResize="1" noEditPoints="1" noAdjustHandles="1" noChangeArrowheads="1" noChangeShapeType="1" noTextEdit="1"/>
              </p:cNvSpPr>
              <p:nvPr/>
            </p:nvSpPr>
            <p:spPr bwMode="auto">
              <a:xfrm>
                <a:off x="7682971" y="3384685"/>
                <a:ext cx="3554187" cy="590932"/>
              </a:xfrm>
              <a:prstGeom prst="rect">
                <a:avLst/>
              </a:prstGeom>
              <a:blipFill>
                <a:blip r:embed="rId14"/>
                <a:stretch>
                  <a:fillRect b="-144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294CDC0-E41D-BEE2-C84F-97926593E5CD}"/>
                  </a:ext>
                </a:extLst>
              </p:cNvPr>
              <p:cNvSpPr txBox="1"/>
              <p:nvPr/>
            </p:nvSpPr>
            <p:spPr>
              <a:xfrm>
                <a:off x="11439318" y="1487390"/>
                <a:ext cx="410547" cy="369332"/>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b="1" i="1" smtClean="0">
                              <a:solidFill>
                                <a:srgbClr val="000000"/>
                              </a:solidFill>
                              <a:latin typeface="Cambria Math" panose="02040503050406030204" pitchFamily="18" charset="0"/>
                            </a:rPr>
                          </m:ctrlPr>
                        </m:accPr>
                        <m:e>
                          <m:r>
                            <a:rPr lang="en-US" b="1" i="1" smtClean="0">
                              <a:solidFill>
                                <a:srgbClr val="000000"/>
                              </a:solidFill>
                              <a:latin typeface="Cambria Math" panose="02040503050406030204" pitchFamily="18" charset="0"/>
                            </a:rPr>
                            <m:t>𝒂</m:t>
                          </m:r>
                        </m:e>
                      </m:acc>
                    </m:oMath>
                  </m:oMathPara>
                </a14:m>
                <a:endParaRPr lang="en-US" b="1"/>
              </a:p>
            </p:txBody>
          </p:sp>
        </mc:Choice>
        <mc:Fallback xmlns="">
          <p:sp>
            <p:nvSpPr>
              <p:cNvPr id="33" name="TextBox 32">
                <a:extLst>
                  <a:ext uri="{FF2B5EF4-FFF2-40B4-BE49-F238E27FC236}">
                    <a16:creationId xmlns:a16="http://schemas.microsoft.com/office/drawing/2014/main" id="{A294CDC0-E41D-BEE2-C84F-97926593E5CD}"/>
                  </a:ext>
                </a:extLst>
              </p:cNvPr>
              <p:cNvSpPr txBox="1">
                <a:spLocks noRot="1" noChangeAspect="1" noMove="1" noResize="1" noEditPoints="1" noAdjustHandles="1" noChangeArrowheads="1" noChangeShapeType="1" noTextEdit="1"/>
              </p:cNvSpPr>
              <p:nvPr/>
            </p:nvSpPr>
            <p:spPr>
              <a:xfrm>
                <a:off x="11439318" y="1487390"/>
                <a:ext cx="410547" cy="369332"/>
              </a:xfrm>
              <a:prstGeom prst="rect">
                <a:avLst/>
              </a:prstGeom>
              <a:blipFill>
                <a:blip r:embed="rId15"/>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5AA97DF4-5D26-32A7-892F-6B884341BD6A}"/>
              </a:ext>
            </a:extLst>
          </p:cNvPr>
          <p:cNvCxnSpPr>
            <a:cxnSpLocks/>
          </p:cNvCxnSpPr>
          <p:nvPr/>
        </p:nvCxnSpPr>
        <p:spPr>
          <a:xfrm>
            <a:off x="11750343" y="1591814"/>
            <a:ext cx="0" cy="2659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Object 1">
                <a:extLst>
                  <a:ext uri="{FF2B5EF4-FFF2-40B4-BE49-F238E27FC236}">
                    <a16:creationId xmlns:a16="http://schemas.microsoft.com/office/drawing/2014/main" id="{D3B11E24-986D-FC4F-83AE-E644AA33EB59}"/>
                  </a:ext>
                </a:extLst>
              </p:cNvPr>
              <p:cNvSpPr txBox="1"/>
              <p:nvPr/>
            </p:nvSpPr>
            <p:spPr bwMode="auto">
              <a:xfrm>
                <a:off x="7714072" y="3919640"/>
                <a:ext cx="3725246" cy="590932"/>
              </a:xfrm>
              <a:prstGeom prst="rect">
                <a:avLst/>
              </a:prstGeom>
              <a:noFill/>
            </p:spPr>
            <p:txBody>
              <a:bodyPr>
                <a:noAutofit/>
              </a:bodyPr>
              <a:lstStyle/>
              <a:p>
                <a:pPr/>
                <a14:m>
                  <m:oMathPara xmlns:m="http://schemas.openxmlformats.org/officeDocument/2006/math">
                    <m:oMathParaPr>
                      <m:jc m:val="left"/>
                    </m:oMathParaPr>
                    <m:oMath>
                      <m:sSup>
                        <m:sSupPr>
                          <m:ctrlPr>
                            <a:rPr lang="en-US" sz="2400" b="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𝑣</m:t>
                          </m:r>
                        </m:e>
                        <m:sup>
                          <m:r>
                            <a:rPr lang="en-US" sz="2400" b="0" i="1" smtClean="0">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0</m:t>
                      </m:r>
                      <m:r>
                        <a:rPr lang="en-US" sz="2400" b="0" i="0" smtClean="0">
                          <a:solidFill>
                            <a:srgbClr val="000000"/>
                          </a:solidFill>
                          <a:latin typeface="Cambria Math" panose="02040503050406030204" pitchFamily="18" charset="0"/>
                        </a:rPr>
                        <m:t>+2(−1.96)(</m:t>
                      </m:r>
                      <m:r>
                        <a:rPr lang="en-US" sz="2400" b="0" i="1" smtClean="0">
                          <a:solidFill>
                            <a:srgbClr val="000000"/>
                          </a:solidFill>
                          <a:latin typeface="Cambria Math" panose="02040503050406030204" pitchFamily="18" charset="0"/>
                        </a:rPr>
                        <m:t>−1.00)</m:t>
                      </m:r>
                    </m:oMath>
                  </m:oMathPara>
                </a14:m>
                <a:endParaRPr lang="en-US" sz="2400">
                  <a:solidFill>
                    <a:srgbClr val="000000"/>
                  </a:solidFill>
                  <a:latin typeface="Cambria Math" panose="02040503050406030204" pitchFamily="18" charset="0"/>
                </a:endParaRPr>
              </a:p>
              <a:p>
                <a:endParaRPr lang="en-US" sz="2400"/>
              </a:p>
              <a:p>
                <a:endParaRPr lang="en-US" sz="2400" b="0" i="1">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400" b="0" i="0" smtClean="0">
                          <a:solidFill>
                            <a:srgbClr val="000000"/>
                          </a:solidFill>
                          <a:latin typeface="Cambria Math" panose="02040503050406030204" pitchFamily="18" charset="0"/>
                        </a:rPr>
                        <m:t>              </m:t>
                      </m:r>
                    </m:oMath>
                  </m:oMathPara>
                </a14:m>
                <a:endParaRPr lang="en-US" sz="2400"/>
              </a:p>
            </p:txBody>
          </p:sp>
        </mc:Choice>
        <mc:Fallback xmlns="">
          <p:sp>
            <p:nvSpPr>
              <p:cNvPr id="36" name="Object 1">
                <a:extLst>
                  <a:ext uri="{FF2B5EF4-FFF2-40B4-BE49-F238E27FC236}">
                    <a16:creationId xmlns:a16="http://schemas.microsoft.com/office/drawing/2014/main" id="{D3B11E24-986D-FC4F-83AE-E644AA33EB59}"/>
                  </a:ext>
                </a:extLst>
              </p:cNvPr>
              <p:cNvSpPr txBox="1">
                <a:spLocks noRot="1" noChangeAspect="1" noMove="1" noResize="1" noEditPoints="1" noAdjustHandles="1" noChangeArrowheads="1" noChangeShapeType="1" noTextEdit="1"/>
              </p:cNvSpPr>
              <p:nvPr/>
            </p:nvSpPr>
            <p:spPr bwMode="auto">
              <a:xfrm>
                <a:off x="7714072" y="3919640"/>
                <a:ext cx="3725246" cy="590932"/>
              </a:xfrm>
              <a:prstGeom prst="rect">
                <a:avLst/>
              </a:prstGeom>
              <a:blipFill>
                <a:blip r:embed="rId16"/>
                <a:stretch>
                  <a:fillRect r="-817" b="-1432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bject 1">
                <a:extLst>
                  <a:ext uri="{FF2B5EF4-FFF2-40B4-BE49-F238E27FC236}">
                    <a16:creationId xmlns:a16="http://schemas.microsoft.com/office/drawing/2014/main" id="{812CD179-8500-7BB5-168C-05127BD74CF9}"/>
                  </a:ext>
                </a:extLst>
              </p:cNvPr>
              <p:cNvSpPr txBox="1"/>
              <p:nvPr/>
            </p:nvSpPr>
            <p:spPr bwMode="auto">
              <a:xfrm>
                <a:off x="7698519" y="4454595"/>
                <a:ext cx="1184222" cy="590932"/>
              </a:xfrm>
              <a:prstGeom prst="rect">
                <a:avLst/>
              </a:prstGeom>
              <a:noFill/>
            </p:spPr>
            <p:txBody>
              <a:bodyPr>
                <a:noAutofit/>
              </a:bodyPr>
              <a:lstStyle/>
              <a:p>
                <a:pPr/>
                <a14:m>
                  <m:oMathPara xmlns:m="http://schemas.openxmlformats.org/officeDocument/2006/math">
                    <m:oMathParaPr>
                      <m:jc m:val="left"/>
                    </m:oMathParaPr>
                    <m:oMath>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𝑣</m:t>
                          </m:r>
                        </m:e>
                      </m:d>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m:t>
                      </m:r>
                    </m:oMath>
                  </m:oMathPara>
                </a14:m>
                <a:endParaRPr lang="en-US" sz="2400">
                  <a:solidFill>
                    <a:srgbClr val="000000"/>
                  </a:solidFill>
                  <a:latin typeface="Cambria Math" panose="02040503050406030204" pitchFamily="18" charset="0"/>
                </a:endParaRPr>
              </a:p>
              <a:p>
                <a:endParaRPr lang="en-US" sz="2400"/>
              </a:p>
              <a:p>
                <a:endParaRPr lang="en-US" sz="2400" b="0" i="1">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400" b="0" i="0" smtClean="0">
                          <a:solidFill>
                            <a:srgbClr val="000000"/>
                          </a:solidFill>
                          <a:latin typeface="Cambria Math" panose="02040503050406030204" pitchFamily="18" charset="0"/>
                        </a:rPr>
                        <m:t>              </m:t>
                      </m:r>
                    </m:oMath>
                  </m:oMathPara>
                </a14:m>
                <a:endParaRPr lang="en-US" sz="2400"/>
              </a:p>
            </p:txBody>
          </p:sp>
        </mc:Choice>
        <mc:Fallback xmlns="">
          <p:sp>
            <p:nvSpPr>
              <p:cNvPr id="37" name="Object 1">
                <a:extLst>
                  <a:ext uri="{FF2B5EF4-FFF2-40B4-BE49-F238E27FC236}">
                    <a16:creationId xmlns:a16="http://schemas.microsoft.com/office/drawing/2014/main" id="{812CD179-8500-7BB5-168C-05127BD74CF9}"/>
                  </a:ext>
                </a:extLst>
              </p:cNvPr>
              <p:cNvSpPr txBox="1">
                <a:spLocks noRot="1" noChangeAspect="1" noMove="1" noResize="1" noEditPoints="1" noAdjustHandles="1" noChangeArrowheads="1" noChangeShapeType="1" noTextEdit="1"/>
              </p:cNvSpPr>
              <p:nvPr/>
            </p:nvSpPr>
            <p:spPr bwMode="auto">
              <a:xfrm>
                <a:off x="7698519" y="4454595"/>
                <a:ext cx="1184222" cy="590932"/>
              </a:xfrm>
              <a:prstGeom prst="rect">
                <a:avLst/>
              </a:prstGeom>
              <a:blipFill>
                <a:blip r:embed="rId17"/>
                <a:stretch>
                  <a:fillRect b="-143299"/>
                </a:stretch>
              </a:blipFill>
            </p:spPr>
            <p:txBody>
              <a:bodyPr/>
              <a:lstStyle/>
              <a:p>
                <a:r>
                  <a:rPr lang="en-US">
                    <a:noFill/>
                  </a:rPr>
                  <a:t> </a:t>
                </a:r>
              </a:p>
            </p:txBody>
          </p:sp>
        </mc:Fallback>
      </mc:AlternateContent>
      <p:sp>
        <p:nvSpPr>
          <p:cNvPr id="8" name="Title 3">
            <a:extLst>
              <a:ext uri="{FF2B5EF4-FFF2-40B4-BE49-F238E27FC236}">
                <a16:creationId xmlns:a16="http://schemas.microsoft.com/office/drawing/2014/main" id="{539ECC04-D748-29CC-DA53-AFCFAB651D31}"/>
              </a:ext>
            </a:extLst>
          </p:cNvPr>
          <p:cNvSpPr txBox="1">
            <a:spLocks/>
          </p:cNvSpPr>
          <p:nvPr/>
        </p:nvSpPr>
        <p:spPr>
          <a:xfrm>
            <a:off x="0" y="5349"/>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spTree>
    <p:extLst>
      <p:ext uri="{BB962C8B-B14F-4D97-AF65-F5344CB8AC3E}">
        <p14:creationId xmlns:p14="http://schemas.microsoft.com/office/powerpoint/2010/main" val="65877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7" grpId="0" animBg="1"/>
      <p:bldP spid="9" grpId="0" animBg="1"/>
      <p:bldP spid="11" grpId="0"/>
      <p:bldP spid="31" grpId="0"/>
      <p:bldP spid="32" grpId="0"/>
      <p:bldP spid="33" grpId="0"/>
      <p:bldP spid="36" grpId="0"/>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50BEA-62F6-928D-DA1B-171EDA716E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667BAE-423B-16D4-4035-6F2D1B537951}"/>
              </a:ext>
            </a:extLst>
          </p:cNvPr>
          <p:cNvSpPr>
            <a:spLocks noGrp="1"/>
          </p:cNvSpPr>
          <p:nvPr>
            <p:ph idx="1"/>
          </p:nvPr>
        </p:nvSpPr>
        <p:spPr>
          <a:xfrm>
            <a:off x="640864" y="985864"/>
            <a:ext cx="11166230" cy="4351338"/>
          </a:xfrm>
        </p:spPr>
        <p:txBody>
          <a:bodyPr>
            <a:normAutofit/>
          </a:bodyPr>
          <a:lstStyle/>
          <a:p>
            <a:pPr marL="0" indent="0">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ii. Two blocks are connected by a massless rope as shown below. The mass of the block on the table is 4.00 kg and the hanging mass is 1.00 kg.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I</a:t>
            </a:r>
            <a:r>
              <a:rPr lang="en-US" sz="2400" b="1" dirty="0">
                <a:latin typeface="Times New Roman" panose="02020603050405020304" pitchFamily="18" charset="0"/>
                <a:ea typeface="Calibri" panose="020F0502020204030204" pitchFamily="34" charset="0"/>
                <a:cs typeface="Times New Roman" panose="02020603050405020304" pitchFamily="18" charset="0"/>
              </a:rPr>
              <a:t>f there is a </a:t>
            </a:r>
            <a:r>
              <a:rPr lang="en-US" sz="2400" b="1" dirty="0">
                <a:solidFill>
                  <a:srgbClr val="0000FF"/>
                </a:solidFill>
                <a:latin typeface="Times New Roman" panose="02020603050405020304" pitchFamily="18" charset="0"/>
                <a:cs typeface="Times New Roman" panose="02020603050405020304" pitchFamily="18" charset="0"/>
              </a:rPr>
              <a:t>coefficient of kinetic friction of 0.2</a:t>
            </a:r>
            <a:r>
              <a:rPr lang="en-US" sz="2400" b="1" dirty="0">
                <a:latin typeface="Times New Roman" panose="02020603050405020304" pitchFamily="18" charset="0"/>
                <a:ea typeface="Calibri" panose="020F0502020204030204" pitchFamily="34" charset="0"/>
                <a:cs typeface="Times New Roman" panose="02020603050405020304" pitchFamily="18" charset="0"/>
              </a:rPr>
              <a:t>  acting between the table and the mass m</a:t>
            </a:r>
            <a:r>
              <a:rPr lang="en-US" sz="2400" b="1" baseline="-25000" dirty="0">
                <a:latin typeface="Times New Roman" panose="02020603050405020304" pitchFamily="18" charset="0"/>
                <a:ea typeface="Calibri" panose="020F0502020204030204" pitchFamily="34" charset="0"/>
                <a:cs typeface="Times New Roman" panose="02020603050405020304" pitchFamily="18" charset="0"/>
              </a:rPr>
              <a:t>1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buAutoNum type="alphaLcParenBoth"/>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Find the </a:t>
            </a:r>
            <a:r>
              <a:rPr lang="en-US" sz="2400" u="sng" dirty="0">
                <a:effectLst/>
                <a:latin typeface="Times New Roman" panose="02020603050405020304" pitchFamily="18" charset="0"/>
                <a:ea typeface="Calibri" panose="020F0502020204030204" pitchFamily="34" charset="0"/>
                <a:cs typeface="Times New Roman" panose="02020603050405020304" pitchFamily="18" charset="0"/>
              </a:rPr>
              <a:t>acceleration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of the system. </a:t>
            </a:r>
          </a:p>
        </p:txBody>
      </p:sp>
      <p:pic>
        <p:nvPicPr>
          <p:cNvPr id="6" name="Picture 5">
            <a:extLst>
              <a:ext uri="{FF2B5EF4-FFF2-40B4-BE49-F238E27FC236}">
                <a16:creationId xmlns:a16="http://schemas.microsoft.com/office/drawing/2014/main" id="{B63033CF-2036-D31B-A34F-E396C507AAA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291494" y="2119452"/>
            <a:ext cx="4240201" cy="2871188"/>
          </a:xfrm>
          <a:prstGeom prst="rect">
            <a:avLst/>
          </a:prstGeom>
          <a:noFill/>
          <a:ln>
            <a:noFill/>
          </a:ln>
        </p:spPr>
      </p:pic>
      <p:grpSp>
        <p:nvGrpSpPr>
          <p:cNvPr id="16" name="Group 15">
            <a:extLst>
              <a:ext uri="{FF2B5EF4-FFF2-40B4-BE49-F238E27FC236}">
                <a16:creationId xmlns:a16="http://schemas.microsoft.com/office/drawing/2014/main" id="{88E4928D-70D8-171B-A015-FF91A6A7DB12}"/>
              </a:ext>
            </a:extLst>
          </p:cNvPr>
          <p:cNvGrpSpPr/>
          <p:nvPr/>
        </p:nvGrpSpPr>
        <p:grpSpPr>
          <a:xfrm>
            <a:off x="8062122" y="5071404"/>
            <a:ext cx="1447800" cy="1646238"/>
            <a:chOff x="4876800" y="4953000"/>
            <a:chExt cx="1447800" cy="1646238"/>
          </a:xfrm>
        </p:grpSpPr>
        <p:grpSp>
          <p:nvGrpSpPr>
            <p:cNvPr id="17" name="Group 80">
              <a:extLst>
                <a:ext uri="{FF2B5EF4-FFF2-40B4-BE49-F238E27FC236}">
                  <a16:creationId xmlns:a16="http://schemas.microsoft.com/office/drawing/2014/main" id="{47BC8369-F7F3-B625-930D-A09FFF01D07C}"/>
                </a:ext>
              </a:extLst>
            </p:cNvPr>
            <p:cNvGrpSpPr>
              <a:grpSpLocks/>
            </p:cNvGrpSpPr>
            <p:nvPr/>
          </p:nvGrpSpPr>
          <p:grpSpPr bwMode="auto">
            <a:xfrm>
              <a:off x="4876800" y="4953000"/>
              <a:ext cx="1447800" cy="1646238"/>
              <a:chOff x="3072" y="3120"/>
              <a:chExt cx="912" cy="1037"/>
            </a:xfrm>
          </p:grpSpPr>
          <p:sp>
            <p:nvSpPr>
              <p:cNvPr id="19" name="Oval 59">
                <a:extLst>
                  <a:ext uri="{FF2B5EF4-FFF2-40B4-BE49-F238E27FC236}">
                    <a16:creationId xmlns:a16="http://schemas.microsoft.com/office/drawing/2014/main" id="{974AE097-3411-22F7-CDC8-3DADF9E1C069}"/>
                  </a:ext>
                </a:extLst>
              </p:cNvPr>
              <p:cNvSpPr>
                <a:spLocks noChangeArrowheads="1"/>
              </p:cNvSpPr>
              <p:nvPr/>
            </p:nvSpPr>
            <p:spPr bwMode="auto">
              <a:xfrm>
                <a:off x="3339" y="3581"/>
                <a:ext cx="48" cy="4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20" name="Line 60">
                <a:extLst>
                  <a:ext uri="{FF2B5EF4-FFF2-40B4-BE49-F238E27FC236}">
                    <a16:creationId xmlns:a16="http://schemas.microsoft.com/office/drawing/2014/main" id="{621A30FA-9C55-6B54-CBDC-C422BA476951}"/>
                  </a:ext>
                </a:extLst>
              </p:cNvPr>
              <p:cNvSpPr>
                <a:spLocks noChangeShapeType="1"/>
              </p:cNvSpPr>
              <p:nvPr/>
            </p:nvSpPr>
            <p:spPr bwMode="auto">
              <a:xfrm flipV="1">
                <a:off x="3360" y="3293"/>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1" name="Line 61">
                <a:extLst>
                  <a:ext uri="{FF2B5EF4-FFF2-40B4-BE49-F238E27FC236}">
                    <a16:creationId xmlns:a16="http://schemas.microsoft.com/office/drawing/2014/main" id="{930C3DC0-8D14-0E03-3077-4532B81139F8}"/>
                  </a:ext>
                </a:extLst>
              </p:cNvPr>
              <p:cNvSpPr>
                <a:spLocks noChangeShapeType="1"/>
              </p:cNvSpPr>
              <p:nvPr/>
            </p:nvSpPr>
            <p:spPr bwMode="auto">
              <a:xfrm>
                <a:off x="3360" y="3629"/>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2" name="Text Box 62">
                <a:extLst>
                  <a:ext uri="{FF2B5EF4-FFF2-40B4-BE49-F238E27FC236}">
                    <a16:creationId xmlns:a16="http://schemas.microsoft.com/office/drawing/2014/main" id="{D47BDC53-A37A-44A7-BB4D-1128BAE6B9BB}"/>
                  </a:ext>
                </a:extLst>
              </p:cNvPr>
              <p:cNvSpPr txBox="1">
                <a:spLocks noChangeArrowheads="1"/>
              </p:cNvSpPr>
              <p:nvPr/>
            </p:nvSpPr>
            <p:spPr bwMode="auto">
              <a:xfrm>
                <a:off x="3264" y="3984"/>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F</a:t>
                </a:r>
                <a:r>
                  <a:rPr lang="en-US" sz="1200" baseline="-25000" dirty="0">
                    <a:latin typeface="Arial" charset="0"/>
                    <a:ea typeface="ＭＳ Ｐゴシック" charset="0"/>
                  </a:rPr>
                  <a:t>g1</a:t>
                </a:r>
                <a:endParaRPr lang="en-US" sz="1200" dirty="0">
                  <a:latin typeface="Arial" charset="0"/>
                  <a:ea typeface="ＭＳ Ｐゴシック" charset="0"/>
                </a:endParaRPr>
              </a:p>
            </p:txBody>
          </p:sp>
          <p:sp>
            <p:nvSpPr>
              <p:cNvPr id="23" name="Text Box 63">
                <a:extLst>
                  <a:ext uri="{FF2B5EF4-FFF2-40B4-BE49-F238E27FC236}">
                    <a16:creationId xmlns:a16="http://schemas.microsoft.com/office/drawing/2014/main" id="{4D8A7787-0837-2DB1-DFD0-713780B3F451}"/>
                  </a:ext>
                </a:extLst>
              </p:cNvPr>
              <p:cNvSpPr txBox="1">
                <a:spLocks noChangeArrowheads="1"/>
              </p:cNvSpPr>
              <p:nvPr/>
            </p:nvSpPr>
            <p:spPr bwMode="auto">
              <a:xfrm>
                <a:off x="3264" y="3120"/>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lang="en-US" sz="1200">
                  <a:latin typeface="Arial" charset="0"/>
                  <a:ea typeface="ＭＳ Ｐゴシック" charset="0"/>
                </a:endParaRPr>
              </a:p>
            </p:txBody>
          </p:sp>
          <p:sp>
            <p:nvSpPr>
              <p:cNvPr id="24" name="Line 64">
                <a:extLst>
                  <a:ext uri="{FF2B5EF4-FFF2-40B4-BE49-F238E27FC236}">
                    <a16:creationId xmlns:a16="http://schemas.microsoft.com/office/drawing/2014/main" id="{CFE7CF3B-7371-1D7E-4298-10232F6792EC}"/>
                  </a:ext>
                </a:extLst>
              </p:cNvPr>
              <p:cNvSpPr>
                <a:spLocks noChangeShapeType="1"/>
              </p:cNvSpPr>
              <p:nvPr/>
            </p:nvSpPr>
            <p:spPr bwMode="auto">
              <a:xfrm>
                <a:off x="3312" y="3995"/>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5" name="Line 65">
                <a:extLst>
                  <a:ext uri="{FF2B5EF4-FFF2-40B4-BE49-F238E27FC236}">
                    <a16:creationId xmlns:a16="http://schemas.microsoft.com/office/drawing/2014/main" id="{A956B344-5617-4826-A884-3A2D36E37296}"/>
                  </a:ext>
                </a:extLst>
              </p:cNvPr>
              <p:cNvSpPr>
                <a:spLocks noChangeShapeType="1"/>
              </p:cNvSpPr>
              <p:nvPr/>
            </p:nvSpPr>
            <p:spPr bwMode="auto">
              <a:xfrm>
                <a:off x="3312" y="3149"/>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6" name="Line 66">
                <a:extLst>
                  <a:ext uri="{FF2B5EF4-FFF2-40B4-BE49-F238E27FC236}">
                    <a16:creationId xmlns:a16="http://schemas.microsoft.com/office/drawing/2014/main" id="{87FC127C-A215-F4D2-5B63-B0B5F18E0184}"/>
                  </a:ext>
                </a:extLst>
              </p:cNvPr>
              <p:cNvSpPr>
                <a:spLocks noChangeShapeType="1"/>
              </p:cNvSpPr>
              <p:nvPr/>
            </p:nvSpPr>
            <p:spPr bwMode="auto">
              <a:xfrm>
                <a:off x="3360" y="3600"/>
                <a:ext cx="33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dirty="0">
                  <a:latin typeface="Arial" charset="0"/>
                  <a:ea typeface="ＭＳ Ｐゴシック" charset="0"/>
                </a:endParaRPr>
              </a:p>
            </p:txBody>
          </p:sp>
          <p:sp>
            <p:nvSpPr>
              <p:cNvPr id="27" name="Text Box 67">
                <a:extLst>
                  <a:ext uri="{FF2B5EF4-FFF2-40B4-BE49-F238E27FC236}">
                    <a16:creationId xmlns:a16="http://schemas.microsoft.com/office/drawing/2014/main" id="{44FC52DD-E6E0-0AE0-BDD4-B7599244403B}"/>
                  </a:ext>
                </a:extLst>
              </p:cNvPr>
              <p:cNvSpPr txBox="1">
                <a:spLocks noChangeArrowheads="1"/>
              </p:cNvSpPr>
              <p:nvPr/>
            </p:nvSpPr>
            <p:spPr bwMode="auto">
              <a:xfrm>
                <a:off x="3696" y="3504"/>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T</a:t>
                </a:r>
              </a:p>
            </p:txBody>
          </p:sp>
          <p:sp>
            <p:nvSpPr>
              <p:cNvPr id="28" name="Line 68">
                <a:extLst>
                  <a:ext uri="{FF2B5EF4-FFF2-40B4-BE49-F238E27FC236}">
                    <a16:creationId xmlns:a16="http://schemas.microsoft.com/office/drawing/2014/main" id="{E10FDDB2-303A-13EE-1BE4-15890ED5D0B5}"/>
                  </a:ext>
                </a:extLst>
              </p:cNvPr>
              <p:cNvSpPr>
                <a:spLocks noChangeShapeType="1"/>
              </p:cNvSpPr>
              <p:nvPr/>
            </p:nvSpPr>
            <p:spPr bwMode="auto">
              <a:xfrm>
                <a:off x="3744" y="3504"/>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42" name="Line 69">
                <a:extLst>
                  <a:ext uri="{FF2B5EF4-FFF2-40B4-BE49-F238E27FC236}">
                    <a16:creationId xmlns:a16="http://schemas.microsoft.com/office/drawing/2014/main" id="{A90CE229-C81E-F48D-7A1A-59A13D7614CB}"/>
                  </a:ext>
                </a:extLst>
              </p:cNvPr>
              <p:cNvSpPr>
                <a:spLocks noChangeShapeType="1"/>
              </p:cNvSpPr>
              <p:nvPr/>
            </p:nvSpPr>
            <p:spPr bwMode="auto">
              <a:xfrm flipH="1">
                <a:off x="3216" y="3600"/>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43" name="Text Box 70">
                <a:extLst>
                  <a:ext uri="{FF2B5EF4-FFF2-40B4-BE49-F238E27FC236}">
                    <a16:creationId xmlns:a16="http://schemas.microsoft.com/office/drawing/2014/main" id="{8FC1E718-A652-1B1E-AC86-DEC7203B1401}"/>
                  </a:ext>
                </a:extLst>
              </p:cNvPr>
              <p:cNvSpPr txBox="1">
                <a:spLocks noChangeArrowheads="1"/>
              </p:cNvSpPr>
              <p:nvPr/>
            </p:nvSpPr>
            <p:spPr bwMode="auto">
              <a:xfrm>
                <a:off x="3072" y="3504"/>
                <a:ext cx="288" cy="17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i="1" dirty="0">
                    <a:solidFill>
                      <a:srgbClr val="FF0000"/>
                    </a:solidFill>
                    <a:latin typeface="Times New Roman" charset="0"/>
                    <a:ea typeface="ＭＳ Ｐゴシック" charset="0"/>
                  </a:rPr>
                  <a:t>f</a:t>
                </a:r>
              </a:p>
            </p:txBody>
          </p:sp>
          <p:sp>
            <p:nvSpPr>
              <p:cNvPr id="44" name="Line 71">
                <a:extLst>
                  <a:ext uri="{FF2B5EF4-FFF2-40B4-BE49-F238E27FC236}">
                    <a16:creationId xmlns:a16="http://schemas.microsoft.com/office/drawing/2014/main" id="{1FD43CED-BC02-2473-80F6-46C96EC8F287}"/>
                  </a:ext>
                </a:extLst>
              </p:cNvPr>
              <p:cNvSpPr>
                <a:spLocks noChangeShapeType="1"/>
              </p:cNvSpPr>
              <p:nvPr/>
            </p:nvSpPr>
            <p:spPr bwMode="auto">
              <a:xfrm>
                <a:off x="3120" y="3524"/>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18" name="Text Box 28">
              <a:extLst>
                <a:ext uri="{FF2B5EF4-FFF2-40B4-BE49-F238E27FC236}">
                  <a16:creationId xmlns:a16="http://schemas.microsoft.com/office/drawing/2014/main" id="{1900084B-894A-8350-A328-F40750E0F2F9}"/>
                </a:ext>
              </a:extLst>
            </p:cNvPr>
            <p:cNvSpPr txBox="1">
              <a:spLocks noChangeArrowheads="1"/>
            </p:cNvSpPr>
            <p:nvPr/>
          </p:nvSpPr>
          <p:spPr bwMode="auto">
            <a:xfrm>
              <a:off x="5154964" y="5000857"/>
              <a:ext cx="457200" cy="2746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N</a:t>
              </a:r>
            </a:p>
          </p:txBody>
        </p:sp>
      </p:grpSp>
      <p:grpSp>
        <p:nvGrpSpPr>
          <p:cNvPr id="45" name="Group 44">
            <a:extLst>
              <a:ext uri="{FF2B5EF4-FFF2-40B4-BE49-F238E27FC236}">
                <a16:creationId xmlns:a16="http://schemas.microsoft.com/office/drawing/2014/main" id="{53C528C0-F726-6CDF-6F8F-CFD111912943}"/>
              </a:ext>
            </a:extLst>
          </p:cNvPr>
          <p:cNvGrpSpPr>
            <a:grpSpLocks/>
          </p:cNvGrpSpPr>
          <p:nvPr/>
        </p:nvGrpSpPr>
        <p:grpSpPr bwMode="auto">
          <a:xfrm>
            <a:off x="10767202" y="5101118"/>
            <a:ext cx="457200" cy="1524000"/>
            <a:chOff x="2544" y="3072"/>
            <a:chExt cx="288" cy="960"/>
          </a:xfrm>
        </p:grpSpPr>
        <p:sp>
          <p:nvSpPr>
            <p:cNvPr id="46" name="Oval 45">
              <a:extLst>
                <a:ext uri="{FF2B5EF4-FFF2-40B4-BE49-F238E27FC236}">
                  <a16:creationId xmlns:a16="http://schemas.microsoft.com/office/drawing/2014/main" id="{D4C3C166-3260-6B05-0F58-8CE5F563EF07}"/>
                </a:ext>
              </a:extLst>
            </p:cNvPr>
            <p:cNvSpPr>
              <a:spLocks noChangeArrowheads="1"/>
            </p:cNvSpPr>
            <p:nvPr/>
          </p:nvSpPr>
          <p:spPr bwMode="auto">
            <a:xfrm>
              <a:off x="2619" y="3408"/>
              <a:ext cx="48" cy="4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7" name="Line 38">
              <a:extLst>
                <a:ext uri="{FF2B5EF4-FFF2-40B4-BE49-F238E27FC236}">
                  <a16:creationId xmlns:a16="http://schemas.microsoft.com/office/drawing/2014/main" id="{9F12C882-EE85-DB7C-1AC2-F2C996E4E279}"/>
                </a:ext>
              </a:extLst>
            </p:cNvPr>
            <p:cNvSpPr>
              <a:spLocks noChangeShapeType="1"/>
            </p:cNvSpPr>
            <p:nvPr/>
          </p:nvSpPr>
          <p:spPr bwMode="auto">
            <a:xfrm flipV="1">
              <a:off x="2640" y="321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8" name="Line 39">
              <a:extLst>
                <a:ext uri="{FF2B5EF4-FFF2-40B4-BE49-F238E27FC236}">
                  <a16:creationId xmlns:a16="http://schemas.microsoft.com/office/drawing/2014/main" id="{4FA8CE36-E603-C769-B32C-61A05A9AB9F1}"/>
                </a:ext>
              </a:extLst>
            </p:cNvPr>
            <p:cNvSpPr>
              <a:spLocks noChangeShapeType="1"/>
            </p:cNvSpPr>
            <p:nvPr/>
          </p:nvSpPr>
          <p:spPr bwMode="auto">
            <a:xfrm>
              <a:off x="2640" y="3456"/>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49" name="Text Box 40">
              <a:extLst>
                <a:ext uri="{FF2B5EF4-FFF2-40B4-BE49-F238E27FC236}">
                  <a16:creationId xmlns:a16="http://schemas.microsoft.com/office/drawing/2014/main" id="{5AA3146D-AD44-ADF2-4492-B307B171BBCD}"/>
                </a:ext>
              </a:extLst>
            </p:cNvPr>
            <p:cNvSpPr txBox="1">
              <a:spLocks noChangeArrowheads="1"/>
            </p:cNvSpPr>
            <p:nvPr/>
          </p:nvSpPr>
          <p:spPr bwMode="auto">
            <a:xfrm>
              <a:off x="2544" y="3859"/>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g2</a:t>
              </a:r>
              <a:endParaRPr lang="en-US" sz="1200">
                <a:latin typeface="Arial" charset="0"/>
                <a:ea typeface="ＭＳ Ｐゴシック" charset="0"/>
              </a:endParaRPr>
            </a:p>
          </p:txBody>
        </p:sp>
        <p:sp>
          <p:nvSpPr>
            <p:cNvPr id="50" name="Text Box 41">
              <a:extLst>
                <a:ext uri="{FF2B5EF4-FFF2-40B4-BE49-F238E27FC236}">
                  <a16:creationId xmlns:a16="http://schemas.microsoft.com/office/drawing/2014/main" id="{4014BCA4-DEF5-2983-1A3E-85C062D485E8}"/>
                </a:ext>
              </a:extLst>
            </p:cNvPr>
            <p:cNvSpPr txBox="1">
              <a:spLocks noChangeArrowheads="1"/>
            </p:cNvSpPr>
            <p:nvPr/>
          </p:nvSpPr>
          <p:spPr bwMode="auto">
            <a:xfrm>
              <a:off x="2544" y="3072"/>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T</a:t>
              </a:r>
            </a:p>
          </p:txBody>
        </p:sp>
        <p:sp>
          <p:nvSpPr>
            <p:cNvPr id="51" name="Line 42">
              <a:extLst>
                <a:ext uri="{FF2B5EF4-FFF2-40B4-BE49-F238E27FC236}">
                  <a16:creationId xmlns:a16="http://schemas.microsoft.com/office/drawing/2014/main" id="{8029D6AE-580B-0304-837C-13402AF06035}"/>
                </a:ext>
              </a:extLst>
            </p:cNvPr>
            <p:cNvSpPr>
              <a:spLocks noChangeShapeType="1"/>
            </p:cNvSpPr>
            <p:nvPr/>
          </p:nvSpPr>
          <p:spPr bwMode="auto">
            <a:xfrm>
              <a:off x="2592" y="3888"/>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52" name="Line 43">
              <a:extLst>
                <a:ext uri="{FF2B5EF4-FFF2-40B4-BE49-F238E27FC236}">
                  <a16:creationId xmlns:a16="http://schemas.microsoft.com/office/drawing/2014/main" id="{69A33BF6-99A9-66CE-9ED8-703D7371E883}"/>
                </a:ext>
              </a:extLst>
            </p:cNvPr>
            <p:cNvSpPr>
              <a:spLocks noChangeShapeType="1"/>
            </p:cNvSpPr>
            <p:nvPr/>
          </p:nvSpPr>
          <p:spPr bwMode="auto">
            <a:xfrm>
              <a:off x="2592" y="3072"/>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grpSp>
      <p:sp>
        <p:nvSpPr>
          <p:cNvPr id="5" name="Title 3">
            <a:extLst>
              <a:ext uri="{FF2B5EF4-FFF2-40B4-BE49-F238E27FC236}">
                <a16:creationId xmlns:a16="http://schemas.microsoft.com/office/drawing/2014/main" id="{9477B77D-4A00-6879-4D1E-A47B18039267}"/>
              </a:ext>
            </a:extLst>
          </p:cNvPr>
          <p:cNvSpPr txBox="1">
            <a:spLocks/>
          </p:cNvSpPr>
          <p:nvPr/>
        </p:nvSpPr>
        <p:spPr>
          <a:xfrm>
            <a:off x="0" y="-10281"/>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spTree>
    <p:extLst>
      <p:ext uri="{BB962C8B-B14F-4D97-AF65-F5344CB8AC3E}">
        <p14:creationId xmlns:p14="http://schemas.microsoft.com/office/powerpoint/2010/main" val="314252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7D1F67-AE95-4193-3BFA-CF02EE91C25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365871" y="280742"/>
            <a:ext cx="3678294" cy="2617131"/>
          </a:xfrm>
          <a:prstGeom prst="rect">
            <a:avLst/>
          </a:prstGeom>
          <a:noFill/>
          <a:ln>
            <a:noFill/>
          </a:ln>
        </p:spPr>
      </p:pic>
      <p:grpSp>
        <p:nvGrpSpPr>
          <p:cNvPr id="5" name="Group 4">
            <a:extLst>
              <a:ext uri="{FF2B5EF4-FFF2-40B4-BE49-F238E27FC236}">
                <a16:creationId xmlns:a16="http://schemas.microsoft.com/office/drawing/2014/main" id="{5586ACEB-778D-C3BD-33F9-6858CD8FF95E}"/>
              </a:ext>
            </a:extLst>
          </p:cNvPr>
          <p:cNvGrpSpPr>
            <a:grpSpLocks/>
          </p:cNvGrpSpPr>
          <p:nvPr/>
        </p:nvGrpSpPr>
        <p:grpSpPr bwMode="auto">
          <a:xfrm>
            <a:off x="10767202" y="1945936"/>
            <a:ext cx="457200" cy="1524000"/>
            <a:chOff x="2544" y="3072"/>
            <a:chExt cx="288" cy="960"/>
          </a:xfrm>
        </p:grpSpPr>
        <p:sp>
          <p:nvSpPr>
            <p:cNvPr id="6" name="Oval 5">
              <a:extLst>
                <a:ext uri="{FF2B5EF4-FFF2-40B4-BE49-F238E27FC236}">
                  <a16:creationId xmlns:a16="http://schemas.microsoft.com/office/drawing/2014/main" id="{E394875D-102B-0450-0D2D-4057885F04C6}"/>
                </a:ext>
              </a:extLst>
            </p:cNvPr>
            <p:cNvSpPr>
              <a:spLocks noChangeArrowheads="1"/>
            </p:cNvSpPr>
            <p:nvPr/>
          </p:nvSpPr>
          <p:spPr bwMode="auto">
            <a:xfrm>
              <a:off x="2619" y="3408"/>
              <a:ext cx="48" cy="48"/>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7" name="Line 38">
              <a:extLst>
                <a:ext uri="{FF2B5EF4-FFF2-40B4-BE49-F238E27FC236}">
                  <a16:creationId xmlns:a16="http://schemas.microsoft.com/office/drawing/2014/main" id="{42E2662F-2701-9107-D09C-C27B11E76F59}"/>
                </a:ext>
              </a:extLst>
            </p:cNvPr>
            <p:cNvSpPr>
              <a:spLocks noChangeShapeType="1"/>
            </p:cNvSpPr>
            <p:nvPr/>
          </p:nvSpPr>
          <p:spPr bwMode="auto">
            <a:xfrm flipV="1">
              <a:off x="2640" y="321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8" name="Line 39">
              <a:extLst>
                <a:ext uri="{FF2B5EF4-FFF2-40B4-BE49-F238E27FC236}">
                  <a16:creationId xmlns:a16="http://schemas.microsoft.com/office/drawing/2014/main" id="{0FE3D056-AF95-AC70-02F5-330A1775D6D0}"/>
                </a:ext>
              </a:extLst>
            </p:cNvPr>
            <p:cNvSpPr>
              <a:spLocks noChangeShapeType="1"/>
            </p:cNvSpPr>
            <p:nvPr/>
          </p:nvSpPr>
          <p:spPr bwMode="auto">
            <a:xfrm>
              <a:off x="2640" y="3456"/>
              <a:ext cx="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9" name="Text Box 40">
              <a:extLst>
                <a:ext uri="{FF2B5EF4-FFF2-40B4-BE49-F238E27FC236}">
                  <a16:creationId xmlns:a16="http://schemas.microsoft.com/office/drawing/2014/main" id="{4C1EB735-182B-F6FB-E85F-711071F3472D}"/>
                </a:ext>
              </a:extLst>
            </p:cNvPr>
            <p:cNvSpPr txBox="1">
              <a:spLocks noChangeArrowheads="1"/>
            </p:cNvSpPr>
            <p:nvPr/>
          </p:nvSpPr>
          <p:spPr bwMode="auto">
            <a:xfrm>
              <a:off x="2544" y="3859"/>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F</a:t>
              </a:r>
              <a:r>
                <a:rPr lang="en-US" sz="1200" baseline="-25000">
                  <a:latin typeface="Arial" charset="0"/>
                  <a:ea typeface="ＭＳ Ｐゴシック" charset="0"/>
                </a:rPr>
                <a:t>g2</a:t>
              </a:r>
              <a:endParaRPr lang="en-US" sz="1200">
                <a:latin typeface="Arial" charset="0"/>
                <a:ea typeface="ＭＳ Ｐゴシック" charset="0"/>
              </a:endParaRPr>
            </a:p>
          </p:txBody>
        </p:sp>
        <p:sp>
          <p:nvSpPr>
            <p:cNvPr id="10" name="Text Box 41">
              <a:extLst>
                <a:ext uri="{FF2B5EF4-FFF2-40B4-BE49-F238E27FC236}">
                  <a16:creationId xmlns:a16="http://schemas.microsoft.com/office/drawing/2014/main" id="{1291A358-1A77-F370-5628-2AB84C06F3AB}"/>
                </a:ext>
              </a:extLst>
            </p:cNvPr>
            <p:cNvSpPr txBox="1">
              <a:spLocks noChangeArrowheads="1"/>
            </p:cNvSpPr>
            <p:nvPr/>
          </p:nvSpPr>
          <p:spPr bwMode="auto">
            <a:xfrm>
              <a:off x="2544" y="3072"/>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spcBef>
                  <a:spcPct val="50000"/>
                </a:spcBef>
                <a:defRPr/>
              </a:pPr>
              <a:r>
                <a:rPr lang="en-US" sz="1200">
                  <a:latin typeface="Arial" charset="0"/>
                  <a:ea typeface="ＭＳ Ｐゴシック" charset="0"/>
                </a:rPr>
                <a:t>T</a:t>
              </a:r>
            </a:p>
          </p:txBody>
        </p:sp>
        <p:sp>
          <p:nvSpPr>
            <p:cNvPr id="11" name="Line 42">
              <a:extLst>
                <a:ext uri="{FF2B5EF4-FFF2-40B4-BE49-F238E27FC236}">
                  <a16:creationId xmlns:a16="http://schemas.microsoft.com/office/drawing/2014/main" id="{78EA8284-9F0E-C2D7-CC43-CE91E9A61015}"/>
                </a:ext>
              </a:extLst>
            </p:cNvPr>
            <p:cNvSpPr>
              <a:spLocks noChangeShapeType="1"/>
            </p:cNvSpPr>
            <p:nvPr/>
          </p:nvSpPr>
          <p:spPr bwMode="auto">
            <a:xfrm>
              <a:off x="2592" y="3888"/>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sp>
          <p:nvSpPr>
            <p:cNvPr id="12" name="Line 43">
              <a:extLst>
                <a:ext uri="{FF2B5EF4-FFF2-40B4-BE49-F238E27FC236}">
                  <a16:creationId xmlns:a16="http://schemas.microsoft.com/office/drawing/2014/main" id="{81C5DA86-C873-1BB6-5EB1-97DC939455F0}"/>
                </a:ext>
              </a:extLst>
            </p:cNvPr>
            <p:cNvSpPr>
              <a:spLocks noChangeShapeType="1"/>
            </p:cNvSpPr>
            <p:nvPr/>
          </p:nvSpPr>
          <p:spPr bwMode="auto">
            <a:xfrm>
              <a:off x="2592" y="3072"/>
              <a:ext cx="96"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eaLnBrk="1" hangingPunct="1">
                <a:defRPr/>
              </a:pPr>
              <a:endParaRPr lang="en-US">
                <a:latin typeface="Arial" charset="0"/>
                <a:ea typeface="ＭＳ Ｐゴシック" charset="0"/>
              </a:endParaRPr>
            </a:p>
          </p:txBody>
        </p:sp>
      </p:grpSp>
      <p:grpSp>
        <p:nvGrpSpPr>
          <p:cNvPr id="13" name="Group 12">
            <a:extLst>
              <a:ext uri="{FF2B5EF4-FFF2-40B4-BE49-F238E27FC236}">
                <a16:creationId xmlns:a16="http://schemas.microsoft.com/office/drawing/2014/main" id="{F0EF55C3-4E59-96C1-C7B2-CBC7A19A615A}"/>
              </a:ext>
            </a:extLst>
          </p:cNvPr>
          <p:cNvGrpSpPr/>
          <p:nvPr/>
        </p:nvGrpSpPr>
        <p:grpSpPr>
          <a:xfrm>
            <a:off x="3962396" y="1303268"/>
            <a:ext cx="1447800" cy="1646238"/>
            <a:chOff x="4876800" y="4953000"/>
            <a:chExt cx="1447800" cy="1646238"/>
          </a:xfrm>
        </p:grpSpPr>
        <p:grpSp>
          <p:nvGrpSpPr>
            <p:cNvPr id="14" name="Group 80">
              <a:extLst>
                <a:ext uri="{FF2B5EF4-FFF2-40B4-BE49-F238E27FC236}">
                  <a16:creationId xmlns:a16="http://schemas.microsoft.com/office/drawing/2014/main" id="{3614BD2B-B43F-C8BE-8033-2045DAC89C20}"/>
                </a:ext>
              </a:extLst>
            </p:cNvPr>
            <p:cNvGrpSpPr>
              <a:grpSpLocks/>
            </p:cNvGrpSpPr>
            <p:nvPr/>
          </p:nvGrpSpPr>
          <p:grpSpPr bwMode="auto">
            <a:xfrm>
              <a:off x="4876800" y="4953000"/>
              <a:ext cx="1447800" cy="1646238"/>
              <a:chOff x="3072" y="3120"/>
              <a:chExt cx="912" cy="1037"/>
            </a:xfrm>
          </p:grpSpPr>
          <p:sp>
            <p:nvSpPr>
              <p:cNvPr id="16" name="Oval 59">
                <a:extLst>
                  <a:ext uri="{FF2B5EF4-FFF2-40B4-BE49-F238E27FC236}">
                    <a16:creationId xmlns:a16="http://schemas.microsoft.com/office/drawing/2014/main" id="{56E3D4CD-E7C7-829C-6E83-519EDD20CCD0}"/>
                  </a:ext>
                </a:extLst>
              </p:cNvPr>
              <p:cNvSpPr>
                <a:spLocks noChangeArrowheads="1"/>
              </p:cNvSpPr>
              <p:nvPr/>
            </p:nvSpPr>
            <p:spPr bwMode="auto">
              <a:xfrm>
                <a:off x="3339" y="3581"/>
                <a:ext cx="48" cy="4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latin typeface="Arial" charset="0"/>
                  <a:ea typeface="ＭＳ Ｐゴシック" charset="0"/>
                </a:endParaRPr>
              </a:p>
            </p:txBody>
          </p:sp>
          <p:sp>
            <p:nvSpPr>
              <p:cNvPr id="17" name="Line 60">
                <a:extLst>
                  <a:ext uri="{FF2B5EF4-FFF2-40B4-BE49-F238E27FC236}">
                    <a16:creationId xmlns:a16="http://schemas.microsoft.com/office/drawing/2014/main" id="{2715FB61-1647-A6EC-8562-148554E03C65}"/>
                  </a:ext>
                </a:extLst>
              </p:cNvPr>
              <p:cNvSpPr>
                <a:spLocks noChangeShapeType="1"/>
              </p:cNvSpPr>
              <p:nvPr/>
            </p:nvSpPr>
            <p:spPr bwMode="auto">
              <a:xfrm flipV="1">
                <a:off x="3360" y="3293"/>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8" name="Line 61">
                <a:extLst>
                  <a:ext uri="{FF2B5EF4-FFF2-40B4-BE49-F238E27FC236}">
                    <a16:creationId xmlns:a16="http://schemas.microsoft.com/office/drawing/2014/main" id="{EC42B630-626A-72FE-D0BD-1A5E8A372882}"/>
                  </a:ext>
                </a:extLst>
              </p:cNvPr>
              <p:cNvSpPr>
                <a:spLocks noChangeShapeType="1"/>
              </p:cNvSpPr>
              <p:nvPr/>
            </p:nvSpPr>
            <p:spPr bwMode="auto">
              <a:xfrm>
                <a:off x="3360" y="3629"/>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19" name="Text Box 62">
                <a:extLst>
                  <a:ext uri="{FF2B5EF4-FFF2-40B4-BE49-F238E27FC236}">
                    <a16:creationId xmlns:a16="http://schemas.microsoft.com/office/drawing/2014/main" id="{2D641ED3-4C5C-7C6F-FB6C-EDC29EF7F307}"/>
                  </a:ext>
                </a:extLst>
              </p:cNvPr>
              <p:cNvSpPr txBox="1">
                <a:spLocks noChangeArrowheads="1"/>
              </p:cNvSpPr>
              <p:nvPr/>
            </p:nvSpPr>
            <p:spPr bwMode="auto">
              <a:xfrm>
                <a:off x="3264" y="3984"/>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F</a:t>
                </a:r>
                <a:r>
                  <a:rPr lang="en-US" sz="1200" baseline="-25000" dirty="0">
                    <a:latin typeface="Arial" charset="0"/>
                    <a:ea typeface="ＭＳ Ｐゴシック" charset="0"/>
                  </a:rPr>
                  <a:t>g1</a:t>
                </a:r>
                <a:endParaRPr lang="en-US" sz="1200" dirty="0">
                  <a:latin typeface="Arial" charset="0"/>
                  <a:ea typeface="ＭＳ Ｐゴシック" charset="0"/>
                </a:endParaRPr>
              </a:p>
            </p:txBody>
          </p:sp>
          <p:sp>
            <p:nvSpPr>
              <p:cNvPr id="20" name="Text Box 63">
                <a:extLst>
                  <a:ext uri="{FF2B5EF4-FFF2-40B4-BE49-F238E27FC236}">
                    <a16:creationId xmlns:a16="http://schemas.microsoft.com/office/drawing/2014/main" id="{26B9A501-230D-D9A0-E015-F41E9AAF30A4}"/>
                  </a:ext>
                </a:extLst>
              </p:cNvPr>
              <p:cNvSpPr txBox="1">
                <a:spLocks noChangeArrowheads="1"/>
              </p:cNvSpPr>
              <p:nvPr/>
            </p:nvSpPr>
            <p:spPr bwMode="auto">
              <a:xfrm>
                <a:off x="3264" y="3120"/>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endParaRPr lang="en-US" sz="1200">
                  <a:latin typeface="Arial" charset="0"/>
                  <a:ea typeface="ＭＳ Ｐゴシック" charset="0"/>
                </a:endParaRPr>
              </a:p>
            </p:txBody>
          </p:sp>
          <p:sp>
            <p:nvSpPr>
              <p:cNvPr id="21" name="Line 64">
                <a:extLst>
                  <a:ext uri="{FF2B5EF4-FFF2-40B4-BE49-F238E27FC236}">
                    <a16:creationId xmlns:a16="http://schemas.microsoft.com/office/drawing/2014/main" id="{0F9B207F-05F2-4F81-0C4B-0AD108583CEC}"/>
                  </a:ext>
                </a:extLst>
              </p:cNvPr>
              <p:cNvSpPr>
                <a:spLocks noChangeShapeType="1"/>
              </p:cNvSpPr>
              <p:nvPr/>
            </p:nvSpPr>
            <p:spPr bwMode="auto">
              <a:xfrm>
                <a:off x="3312" y="3995"/>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2" name="Line 65">
                <a:extLst>
                  <a:ext uri="{FF2B5EF4-FFF2-40B4-BE49-F238E27FC236}">
                    <a16:creationId xmlns:a16="http://schemas.microsoft.com/office/drawing/2014/main" id="{422BE0C4-D84A-04AA-DC14-5A34875CE595}"/>
                  </a:ext>
                </a:extLst>
              </p:cNvPr>
              <p:cNvSpPr>
                <a:spLocks noChangeShapeType="1"/>
              </p:cNvSpPr>
              <p:nvPr/>
            </p:nvSpPr>
            <p:spPr bwMode="auto">
              <a:xfrm>
                <a:off x="3312" y="3149"/>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3" name="Line 66">
                <a:extLst>
                  <a:ext uri="{FF2B5EF4-FFF2-40B4-BE49-F238E27FC236}">
                    <a16:creationId xmlns:a16="http://schemas.microsoft.com/office/drawing/2014/main" id="{2432D6BE-3A41-DE59-B4A8-CC36A99435BE}"/>
                  </a:ext>
                </a:extLst>
              </p:cNvPr>
              <p:cNvSpPr>
                <a:spLocks noChangeShapeType="1"/>
              </p:cNvSpPr>
              <p:nvPr/>
            </p:nvSpPr>
            <p:spPr bwMode="auto">
              <a:xfrm>
                <a:off x="3360" y="3600"/>
                <a:ext cx="33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dirty="0">
                  <a:latin typeface="Arial" charset="0"/>
                  <a:ea typeface="ＭＳ Ｐゴシック" charset="0"/>
                </a:endParaRPr>
              </a:p>
            </p:txBody>
          </p:sp>
          <p:sp>
            <p:nvSpPr>
              <p:cNvPr id="24" name="Text Box 67">
                <a:extLst>
                  <a:ext uri="{FF2B5EF4-FFF2-40B4-BE49-F238E27FC236}">
                    <a16:creationId xmlns:a16="http://schemas.microsoft.com/office/drawing/2014/main" id="{6363116C-C35A-F1F0-2034-3D9F5E189851}"/>
                  </a:ext>
                </a:extLst>
              </p:cNvPr>
              <p:cNvSpPr txBox="1">
                <a:spLocks noChangeArrowheads="1"/>
              </p:cNvSpPr>
              <p:nvPr/>
            </p:nvSpPr>
            <p:spPr bwMode="auto">
              <a:xfrm>
                <a:off x="3696" y="3504"/>
                <a:ext cx="288" cy="17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T</a:t>
                </a:r>
              </a:p>
            </p:txBody>
          </p:sp>
          <p:sp>
            <p:nvSpPr>
              <p:cNvPr id="25" name="Line 68">
                <a:extLst>
                  <a:ext uri="{FF2B5EF4-FFF2-40B4-BE49-F238E27FC236}">
                    <a16:creationId xmlns:a16="http://schemas.microsoft.com/office/drawing/2014/main" id="{920A278D-E49A-BA6E-61FD-591B2D2482A2}"/>
                  </a:ext>
                </a:extLst>
              </p:cNvPr>
              <p:cNvSpPr>
                <a:spLocks noChangeShapeType="1"/>
              </p:cNvSpPr>
              <p:nvPr/>
            </p:nvSpPr>
            <p:spPr bwMode="auto">
              <a:xfrm>
                <a:off x="3744" y="3504"/>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6" name="Line 69">
                <a:extLst>
                  <a:ext uri="{FF2B5EF4-FFF2-40B4-BE49-F238E27FC236}">
                    <a16:creationId xmlns:a16="http://schemas.microsoft.com/office/drawing/2014/main" id="{92D6AE70-CAC1-92AC-438B-2708BBD21BDF}"/>
                  </a:ext>
                </a:extLst>
              </p:cNvPr>
              <p:cNvSpPr>
                <a:spLocks noChangeShapeType="1"/>
              </p:cNvSpPr>
              <p:nvPr/>
            </p:nvSpPr>
            <p:spPr bwMode="auto">
              <a:xfrm flipH="1">
                <a:off x="3216" y="3600"/>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sp>
            <p:nvSpPr>
              <p:cNvPr id="27" name="Text Box 70">
                <a:extLst>
                  <a:ext uri="{FF2B5EF4-FFF2-40B4-BE49-F238E27FC236}">
                    <a16:creationId xmlns:a16="http://schemas.microsoft.com/office/drawing/2014/main" id="{9C0719FC-5261-97B4-8923-8C82CE83CC88}"/>
                  </a:ext>
                </a:extLst>
              </p:cNvPr>
              <p:cNvSpPr txBox="1">
                <a:spLocks noChangeArrowheads="1"/>
              </p:cNvSpPr>
              <p:nvPr/>
            </p:nvSpPr>
            <p:spPr bwMode="auto">
              <a:xfrm>
                <a:off x="3072" y="3504"/>
                <a:ext cx="288" cy="173"/>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i="1">
                    <a:latin typeface="Times New Roman" charset="0"/>
                    <a:ea typeface="ＭＳ Ｐゴシック" charset="0"/>
                  </a:rPr>
                  <a:t>f</a:t>
                </a:r>
              </a:p>
            </p:txBody>
          </p:sp>
          <p:sp>
            <p:nvSpPr>
              <p:cNvPr id="28" name="Line 71">
                <a:extLst>
                  <a:ext uri="{FF2B5EF4-FFF2-40B4-BE49-F238E27FC236}">
                    <a16:creationId xmlns:a16="http://schemas.microsoft.com/office/drawing/2014/main" id="{DD80C25E-6458-2825-9275-28FC993657AB}"/>
                  </a:ext>
                </a:extLst>
              </p:cNvPr>
              <p:cNvSpPr>
                <a:spLocks noChangeShapeType="1"/>
              </p:cNvSpPr>
              <p:nvPr/>
            </p:nvSpPr>
            <p:spPr bwMode="auto">
              <a:xfrm>
                <a:off x="3120" y="3524"/>
                <a:ext cx="96"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latin typeface="Arial" charset="0"/>
                  <a:ea typeface="ＭＳ Ｐゴシック" charset="0"/>
                </a:endParaRPr>
              </a:p>
            </p:txBody>
          </p:sp>
        </p:grpSp>
        <p:sp>
          <p:nvSpPr>
            <p:cNvPr id="15" name="Text Box 28">
              <a:extLst>
                <a:ext uri="{FF2B5EF4-FFF2-40B4-BE49-F238E27FC236}">
                  <a16:creationId xmlns:a16="http://schemas.microsoft.com/office/drawing/2014/main" id="{05EDE6E7-4E79-2220-4E3F-CA57BC810E44}"/>
                </a:ext>
              </a:extLst>
            </p:cNvPr>
            <p:cNvSpPr txBox="1">
              <a:spLocks noChangeArrowheads="1"/>
            </p:cNvSpPr>
            <p:nvPr/>
          </p:nvSpPr>
          <p:spPr bwMode="auto">
            <a:xfrm>
              <a:off x="5154964" y="5000857"/>
              <a:ext cx="457200" cy="27463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defRPr/>
              </a:pPr>
              <a:r>
                <a:rPr lang="en-US" sz="1200" dirty="0">
                  <a:latin typeface="Arial" charset="0"/>
                  <a:ea typeface="ＭＳ Ｐゴシック" charset="0"/>
                </a:rPr>
                <a:t>N</a:t>
              </a:r>
            </a:p>
          </p:txBody>
        </p:sp>
      </p:grpSp>
      <p:grpSp>
        <p:nvGrpSpPr>
          <p:cNvPr id="33" name="Group 32">
            <a:extLst>
              <a:ext uri="{FF2B5EF4-FFF2-40B4-BE49-F238E27FC236}">
                <a16:creationId xmlns:a16="http://schemas.microsoft.com/office/drawing/2014/main" id="{5F44A039-EB76-F046-B9FC-8A595813F635}"/>
              </a:ext>
            </a:extLst>
          </p:cNvPr>
          <p:cNvGrpSpPr/>
          <p:nvPr/>
        </p:nvGrpSpPr>
        <p:grpSpPr>
          <a:xfrm>
            <a:off x="5010533" y="1190738"/>
            <a:ext cx="497626" cy="419300"/>
            <a:chOff x="1968759" y="828027"/>
            <a:chExt cx="497626" cy="419300"/>
          </a:xfrm>
        </p:grpSpPr>
        <p:cxnSp>
          <p:nvCxnSpPr>
            <p:cNvPr id="29" name="Straight Arrow Connector 28">
              <a:extLst>
                <a:ext uri="{FF2B5EF4-FFF2-40B4-BE49-F238E27FC236}">
                  <a16:creationId xmlns:a16="http://schemas.microsoft.com/office/drawing/2014/main" id="{0C819869-B00B-B62B-65EF-9FD578A21607}"/>
                </a:ext>
              </a:extLst>
            </p:cNvPr>
            <p:cNvCxnSpPr>
              <a:cxnSpLocks/>
            </p:cNvCxnSpPr>
            <p:nvPr/>
          </p:nvCxnSpPr>
          <p:spPr>
            <a:xfrm>
              <a:off x="1968759" y="1238806"/>
              <a:ext cx="335902" cy="85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B3336CB-12B2-AD1E-8762-19272A2B9F82}"/>
                    </a:ext>
                  </a:extLst>
                </p:cNvPr>
                <p:cNvSpPr txBox="1"/>
                <p:nvPr/>
              </p:nvSpPr>
              <p:spPr>
                <a:xfrm>
                  <a:off x="2055838" y="828027"/>
                  <a:ext cx="410547" cy="369332"/>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b="1" i="1" smtClean="0">
                                <a:solidFill>
                                  <a:srgbClr val="000000"/>
                                </a:solidFill>
                                <a:latin typeface="Cambria Math" panose="02040503050406030204" pitchFamily="18" charset="0"/>
                              </a:rPr>
                            </m:ctrlPr>
                          </m:accPr>
                          <m:e>
                            <m:r>
                              <a:rPr lang="en-US" b="1" i="1" smtClean="0">
                                <a:solidFill>
                                  <a:srgbClr val="000000"/>
                                </a:solidFill>
                                <a:latin typeface="Cambria Math" panose="02040503050406030204" pitchFamily="18" charset="0"/>
                              </a:rPr>
                              <m:t>𝒂</m:t>
                            </m:r>
                          </m:e>
                        </m:acc>
                      </m:oMath>
                    </m:oMathPara>
                  </a14:m>
                  <a:endParaRPr lang="en-US" b="1"/>
                </a:p>
              </p:txBody>
            </p:sp>
          </mc:Choice>
          <mc:Fallback xmlns="">
            <p:sp>
              <p:nvSpPr>
                <p:cNvPr id="32" name="TextBox 31">
                  <a:extLst>
                    <a:ext uri="{FF2B5EF4-FFF2-40B4-BE49-F238E27FC236}">
                      <a16:creationId xmlns:a16="http://schemas.microsoft.com/office/drawing/2014/main" id="{1B3336CB-12B2-AD1E-8762-19272A2B9F82}"/>
                    </a:ext>
                  </a:extLst>
                </p:cNvPr>
                <p:cNvSpPr txBox="1">
                  <a:spLocks noRot="1" noChangeAspect="1" noMove="1" noResize="1" noEditPoints="1" noAdjustHandles="1" noChangeArrowheads="1" noChangeShapeType="1" noTextEdit="1"/>
                </p:cNvSpPr>
                <p:nvPr/>
              </p:nvSpPr>
              <p:spPr>
                <a:xfrm>
                  <a:off x="2055838" y="828027"/>
                  <a:ext cx="410547" cy="369332"/>
                </a:xfrm>
                <a:prstGeom prst="rect">
                  <a:avLst/>
                </a:prstGeom>
                <a:blipFill>
                  <a:blip r:embed="rId3"/>
                  <a:stretch>
                    <a:fillRect/>
                  </a:stretch>
                </a:blipFill>
              </p:spPr>
              <p:txBody>
                <a:bodyPr/>
                <a:lstStyle/>
                <a:p>
                  <a:r>
                    <a:rPr lang="en-US">
                      <a:noFill/>
                    </a:rPr>
                    <a:t> </a:t>
                  </a:r>
                </a:p>
              </p:txBody>
            </p:sp>
          </mc:Fallback>
        </mc:AlternateContent>
      </p:grpSp>
      <p:grpSp>
        <p:nvGrpSpPr>
          <p:cNvPr id="34" name="Group 33">
            <a:extLst>
              <a:ext uri="{FF2B5EF4-FFF2-40B4-BE49-F238E27FC236}">
                <a16:creationId xmlns:a16="http://schemas.microsoft.com/office/drawing/2014/main" id="{041E25A3-2013-CDA2-B59E-954ABCFF7E23}"/>
              </a:ext>
            </a:extLst>
          </p:cNvPr>
          <p:cNvGrpSpPr/>
          <p:nvPr/>
        </p:nvGrpSpPr>
        <p:grpSpPr>
          <a:xfrm>
            <a:off x="11467296" y="2204666"/>
            <a:ext cx="349770" cy="370346"/>
            <a:chOff x="9941889" y="1608689"/>
            <a:chExt cx="410546" cy="370346"/>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80035A9-C9FB-177F-0273-0F7ED0198CF8}"/>
                    </a:ext>
                  </a:extLst>
                </p:cNvPr>
                <p:cNvSpPr txBox="1"/>
                <p:nvPr/>
              </p:nvSpPr>
              <p:spPr>
                <a:xfrm>
                  <a:off x="9941889" y="1608689"/>
                  <a:ext cx="410546" cy="369332"/>
                </a:xfrm>
                <a:prstGeom prst="rect">
                  <a:avLst/>
                </a:prstGeom>
                <a:noFill/>
              </p:spPr>
              <p:txBody>
                <a:bodyPr wrap="square">
                  <a:spAutoFit/>
                </a:bodyPr>
                <a:lstStyle/>
                <a:p>
                  <a:pPr/>
                  <a14:m>
                    <m:oMathPara xmlns:m="http://schemas.openxmlformats.org/officeDocument/2006/math">
                      <m:oMathParaPr>
                        <m:jc m:val="left"/>
                      </m:oMathParaPr>
                      <m:oMath>
                        <m:acc>
                          <m:accPr>
                            <m:chr m:val="⃗"/>
                            <m:ctrlPr>
                              <a:rPr lang="en-US" b="1" i="1" smtClean="0">
                                <a:solidFill>
                                  <a:srgbClr val="000000"/>
                                </a:solidFill>
                                <a:latin typeface="Cambria Math" panose="02040503050406030204" pitchFamily="18" charset="0"/>
                              </a:rPr>
                            </m:ctrlPr>
                          </m:accPr>
                          <m:e>
                            <m:r>
                              <a:rPr lang="en-US" b="1" i="1" smtClean="0">
                                <a:solidFill>
                                  <a:srgbClr val="000000"/>
                                </a:solidFill>
                                <a:latin typeface="Cambria Math" panose="02040503050406030204" pitchFamily="18" charset="0"/>
                              </a:rPr>
                              <m:t>𝒂</m:t>
                            </m:r>
                          </m:e>
                        </m:acc>
                      </m:oMath>
                    </m:oMathPara>
                  </a14:m>
                  <a:endParaRPr lang="en-US" b="1"/>
                </a:p>
              </p:txBody>
            </p:sp>
          </mc:Choice>
          <mc:Fallback xmlns="">
            <p:sp>
              <p:nvSpPr>
                <p:cNvPr id="35" name="TextBox 34">
                  <a:extLst>
                    <a:ext uri="{FF2B5EF4-FFF2-40B4-BE49-F238E27FC236}">
                      <a16:creationId xmlns:a16="http://schemas.microsoft.com/office/drawing/2014/main" id="{480035A9-C9FB-177F-0273-0F7ED0198CF8}"/>
                    </a:ext>
                  </a:extLst>
                </p:cNvPr>
                <p:cNvSpPr txBox="1">
                  <a:spLocks noRot="1" noChangeAspect="1" noMove="1" noResize="1" noEditPoints="1" noAdjustHandles="1" noChangeArrowheads="1" noChangeShapeType="1" noTextEdit="1"/>
                </p:cNvSpPr>
                <p:nvPr/>
              </p:nvSpPr>
              <p:spPr>
                <a:xfrm>
                  <a:off x="9941889" y="1608689"/>
                  <a:ext cx="410546" cy="369332"/>
                </a:xfrm>
                <a:prstGeom prst="rect">
                  <a:avLst/>
                </a:prstGeom>
                <a:blipFill>
                  <a:blip r:embed="rId4"/>
                  <a:stretch>
                    <a:fillRect/>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254B2064-B54C-F131-6A24-DDDF30D0A69A}"/>
                </a:ext>
              </a:extLst>
            </p:cNvPr>
            <p:cNvCxnSpPr>
              <a:cxnSpLocks/>
            </p:cNvCxnSpPr>
            <p:nvPr/>
          </p:nvCxnSpPr>
          <p:spPr>
            <a:xfrm>
              <a:off x="9968168" y="1713113"/>
              <a:ext cx="0" cy="2659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9" name="Object 1">
                <a:extLst>
                  <a:ext uri="{FF2B5EF4-FFF2-40B4-BE49-F238E27FC236}">
                    <a16:creationId xmlns:a16="http://schemas.microsoft.com/office/drawing/2014/main" id="{2EEC85B2-62D4-64E9-2680-BFDD2CBDE54C}"/>
                  </a:ext>
                </a:extLst>
              </p:cNvPr>
              <p:cNvSpPr txBox="1"/>
              <p:nvPr/>
            </p:nvSpPr>
            <p:spPr bwMode="auto">
              <a:xfrm>
                <a:off x="406401" y="257674"/>
                <a:ext cx="5689599" cy="2244573"/>
              </a:xfrm>
              <a:prstGeom prst="rect">
                <a:avLst/>
              </a:prstGeom>
              <a:noFill/>
            </p:spPr>
            <p:txBody>
              <a:bodyPr>
                <a:noAutofit/>
              </a:bodyPr>
              <a:lstStyle/>
              <a:p>
                <a:pPr/>
                <a14:m>
                  <m:oMathPara xmlns:m="http://schemas.openxmlformats.org/officeDocument/2006/math">
                    <m:oMathParaPr>
                      <m:jc m:val="left"/>
                    </m:oMathParaPr>
                    <m:oMath>
                      <m:r>
                        <a:rPr lang="en-US" sz="2200" b="0" i="1" smtClean="0">
                          <a:solidFill>
                            <a:srgbClr val="0070C0"/>
                          </a:solidFill>
                          <a:latin typeface="Cambria Math" panose="02040503050406030204" pitchFamily="18" charset="0"/>
                        </a:rPr>
                        <m:t>       </m:t>
                      </m:r>
                      <m:nary>
                        <m:naryPr>
                          <m:chr m:val="∑"/>
                          <m:subHide m:val="on"/>
                          <m:supHide m:val="on"/>
                          <m:ctrlPr>
                            <a:rPr lang="en-US" sz="2200" i="1" smtClean="0">
                              <a:solidFill>
                                <a:srgbClr val="0070C0"/>
                              </a:solidFill>
                              <a:latin typeface="Cambria Math" panose="02040503050406030204" pitchFamily="18" charset="0"/>
                            </a:rPr>
                          </m:ctrlPr>
                        </m:naryPr>
                        <m:sub/>
                        <m:sup/>
                        <m:e>
                          <m:sSub>
                            <m:sSubPr>
                              <m:ctrlPr>
                                <a:rPr lang="en-US" sz="2200" i="1">
                                  <a:solidFill>
                                    <a:srgbClr val="0070C0"/>
                                  </a:solidFill>
                                  <a:latin typeface="Cambria Math" panose="02040503050406030204" pitchFamily="18" charset="0"/>
                                </a:rPr>
                              </m:ctrlPr>
                            </m:sSubPr>
                            <m:e>
                              <m:r>
                                <a:rPr lang="en-US" sz="2200" i="1">
                                  <a:solidFill>
                                    <a:srgbClr val="0070C0"/>
                                  </a:solidFill>
                                  <a:latin typeface="Cambria Math" panose="02040503050406030204" pitchFamily="18" charset="0"/>
                                </a:rPr>
                                <m:t>𝐹</m:t>
                              </m:r>
                            </m:e>
                            <m:sub>
                              <m:r>
                                <a:rPr lang="en-US" sz="2200" i="1">
                                  <a:solidFill>
                                    <a:srgbClr val="0070C0"/>
                                  </a:solidFill>
                                  <a:latin typeface="Cambria Math" panose="02040503050406030204" pitchFamily="18" charset="0"/>
                                </a:rPr>
                                <m:t>𝑦</m:t>
                              </m:r>
                            </m:sub>
                          </m:sSub>
                        </m:e>
                      </m:nary>
                      <m:r>
                        <a:rPr lang="en-US" sz="2200" i="1">
                          <a:solidFill>
                            <a:srgbClr val="0070C0"/>
                          </a:solidFill>
                          <a:latin typeface="Cambria Math" panose="02040503050406030204" pitchFamily="18" charset="0"/>
                        </a:rPr>
                        <m:t>=</m:t>
                      </m:r>
                      <m:r>
                        <a:rPr lang="en-US" sz="2200" b="0" i="1" smtClean="0">
                          <a:solidFill>
                            <a:srgbClr val="0070C0"/>
                          </a:solidFill>
                          <a:latin typeface="Cambria Math" panose="02040503050406030204" pitchFamily="18" charset="0"/>
                        </a:rPr>
                        <m:t>0 (</m:t>
                      </m:r>
                      <m:r>
                        <a:rPr lang="en-US" sz="2200" b="0" i="1" smtClean="0">
                          <a:solidFill>
                            <a:srgbClr val="0070C0"/>
                          </a:solidFill>
                          <a:latin typeface="Cambria Math" panose="02040503050406030204" pitchFamily="18" charset="0"/>
                        </a:rPr>
                        <m:t>𝑛𝑜</m:t>
                      </m:r>
                      <m:r>
                        <a:rPr lang="en-US" sz="2200" b="0" i="1" smtClean="0">
                          <a:solidFill>
                            <a:srgbClr val="0070C0"/>
                          </a:solidFill>
                          <a:latin typeface="Cambria Math" panose="02040503050406030204" pitchFamily="18" charset="0"/>
                        </a:rPr>
                        <m:t> </m:t>
                      </m:r>
                      <m:r>
                        <a:rPr lang="en-US" sz="2200" b="0" i="1" smtClean="0">
                          <a:solidFill>
                            <a:srgbClr val="0070C0"/>
                          </a:solidFill>
                          <a:latin typeface="Cambria Math" panose="02040503050406030204" pitchFamily="18" charset="0"/>
                        </a:rPr>
                        <m:t>𝑚𝑜𝑡𝑖𝑜𝑛</m:t>
                      </m:r>
                      <m:r>
                        <a:rPr lang="en-US" sz="2200" b="0" i="1" smtClean="0">
                          <a:solidFill>
                            <a:srgbClr val="0070C0"/>
                          </a:solidFill>
                          <a:latin typeface="Cambria Math" panose="02040503050406030204" pitchFamily="18" charset="0"/>
                        </a:rPr>
                        <m:t> </m:t>
                      </m:r>
                      <m:r>
                        <a:rPr lang="en-US" sz="2200" b="0" i="1" smtClean="0">
                          <a:solidFill>
                            <a:srgbClr val="0070C0"/>
                          </a:solidFill>
                          <a:latin typeface="Cambria Math" panose="02040503050406030204" pitchFamily="18" charset="0"/>
                        </a:rPr>
                        <m:t>𝑎𝑙𝑜𝑛𝑔</m:t>
                      </m:r>
                      <m:r>
                        <a:rPr lang="en-US" sz="2200" b="0" i="1" smtClean="0">
                          <a:solidFill>
                            <a:srgbClr val="0070C0"/>
                          </a:solidFill>
                          <a:latin typeface="Cambria Math" panose="02040503050406030204" pitchFamily="18" charset="0"/>
                        </a:rPr>
                        <m:t> </m:t>
                      </m:r>
                      <m:r>
                        <a:rPr lang="en-US" sz="2200" b="0" i="1" smtClean="0">
                          <a:solidFill>
                            <a:srgbClr val="0070C0"/>
                          </a:solidFill>
                          <a:latin typeface="Cambria Math" panose="02040503050406030204" pitchFamily="18" charset="0"/>
                        </a:rPr>
                        <m:t>𝑦</m:t>
                      </m:r>
                      <m:r>
                        <a:rPr lang="en-US" sz="2200" b="0" i="1" smtClean="0">
                          <a:solidFill>
                            <a:srgbClr val="0070C0"/>
                          </a:solidFill>
                          <a:latin typeface="Cambria Math" panose="02040503050406030204" pitchFamily="18" charset="0"/>
                        </a:rPr>
                        <m:t>−</m:t>
                      </m:r>
                      <m:r>
                        <a:rPr lang="en-US" sz="2200" b="0" i="1" smtClean="0">
                          <a:solidFill>
                            <a:srgbClr val="0070C0"/>
                          </a:solidFill>
                          <a:latin typeface="Cambria Math" panose="02040503050406030204" pitchFamily="18" charset="0"/>
                        </a:rPr>
                        <m:t>𝑎𝑥𝑖𝑠</m:t>
                      </m:r>
                      <m:r>
                        <a:rPr lang="en-US" sz="2200" b="0" i="1" smtClean="0">
                          <a:solidFill>
                            <a:srgbClr val="0070C0"/>
                          </a:solidFill>
                          <a:latin typeface="Cambria Math" panose="02040503050406030204" pitchFamily="18" charset="0"/>
                        </a:rPr>
                        <m:t>)</m:t>
                      </m:r>
                    </m:oMath>
                  </m:oMathPara>
                </a14:m>
                <a:endParaRPr lang="en-US" sz="2200" b="0" i="1" dirty="0">
                  <a:solidFill>
                    <a:srgbClr val="0070C0"/>
                  </a:solidFill>
                  <a:latin typeface="Cambria Math" panose="02040503050406030204" pitchFamily="18" charset="0"/>
                </a:endParaRPr>
              </a:p>
              <a:p>
                <a:endParaRPr lang="en-US" sz="2200" b="0" i="0" dirty="0">
                  <a:solidFill>
                    <a:srgbClr val="0070C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70C0"/>
                          </a:solidFill>
                          <a:latin typeface="Cambria Math" panose="02040503050406030204" pitchFamily="18" charset="0"/>
                        </a:rPr>
                        <m:t>    </m:t>
                      </m:r>
                      <m:acc>
                        <m:accPr>
                          <m:chr m:val="⃗"/>
                          <m:ctrlPr>
                            <a:rPr lang="en-US" sz="2200" b="0" i="0" smtClean="0">
                              <a:solidFill>
                                <a:srgbClr val="0070C0"/>
                              </a:solidFill>
                              <a:latin typeface="Cambria Math" panose="02040503050406030204" pitchFamily="18" charset="0"/>
                            </a:rPr>
                          </m:ctrlPr>
                        </m:accPr>
                        <m:e>
                          <m:r>
                            <m:rPr>
                              <m:sty m:val="p"/>
                            </m:rPr>
                            <a:rPr lang="en-US" sz="2200" b="0" i="0" smtClean="0">
                              <a:solidFill>
                                <a:srgbClr val="0070C0"/>
                              </a:solidFill>
                              <a:latin typeface="Cambria Math" panose="02040503050406030204" pitchFamily="18" charset="0"/>
                            </a:rPr>
                            <m:t>N</m:t>
                          </m:r>
                        </m:e>
                      </m:acc>
                      <m:r>
                        <a:rPr lang="en-US" sz="2200" i="0" smtClean="0">
                          <a:solidFill>
                            <a:srgbClr val="0070C0"/>
                          </a:solidFill>
                          <a:latin typeface="Cambria Math" panose="02040503050406030204" pitchFamily="18" charset="0"/>
                        </a:rPr>
                        <m:t>−</m:t>
                      </m:r>
                      <m:sSub>
                        <m:sSubPr>
                          <m:ctrlPr>
                            <a:rPr lang="en-US" sz="2200" b="0" i="1" smtClean="0">
                              <a:solidFill>
                                <a:srgbClr val="0070C0"/>
                              </a:solidFill>
                              <a:latin typeface="Cambria Math" panose="02040503050406030204" pitchFamily="18" charset="0"/>
                            </a:rPr>
                          </m:ctrlPr>
                        </m:sSubPr>
                        <m:e>
                          <m:acc>
                            <m:accPr>
                              <m:chr m:val="⃗"/>
                              <m:ctrlPr>
                                <a:rPr lang="en-US" sz="2200" b="0" i="0" smtClean="0">
                                  <a:solidFill>
                                    <a:srgbClr val="0070C0"/>
                                  </a:solidFill>
                                  <a:latin typeface="Cambria Math" panose="02040503050406030204" pitchFamily="18" charset="0"/>
                                </a:rPr>
                              </m:ctrlPr>
                            </m:accPr>
                            <m:e>
                              <m:r>
                                <m:rPr>
                                  <m:sty m:val="p"/>
                                </m:rPr>
                                <a:rPr lang="en-US" sz="2200" b="0" i="0" smtClean="0">
                                  <a:solidFill>
                                    <a:srgbClr val="0070C0"/>
                                  </a:solidFill>
                                  <a:latin typeface="Cambria Math" panose="02040503050406030204" pitchFamily="18" charset="0"/>
                                </a:rPr>
                                <m:t>F</m:t>
                              </m:r>
                            </m:e>
                          </m:acc>
                        </m:e>
                        <m:sub>
                          <m:r>
                            <m:rPr>
                              <m:sty m:val="p"/>
                            </m:rPr>
                            <a:rPr lang="en-US" sz="2200" b="0" i="0" smtClean="0">
                              <a:solidFill>
                                <a:srgbClr val="0070C0"/>
                              </a:solidFill>
                              <a:latin typeface="Cambria Math" panose="02040503050406030204" pitchFamily="18" charset="0"/>
                            </a:rPr>
                            <m:t>g</m:t>
                          </m:r>
                          <m:r>
                            <a:rPr lang="en-US" sz="2200" b="0" i="0" smtClean="0">
                              <a:solidFill>
                                <a:srgbClr val="0070C0"/>
                              </a:solidFill>
                              <a:latin typeface="Cambria Math" panose="02040503050406030204" pitchFamily="18" charset="0"/>
                            </a:rPr>
                            <m:t>1</m:t>
                          </m:r>
                        </m:sub>
                      </m:sSub>
                      <m:r>
                        <a:rPr lang="en-US" sz="2200" i="1">
                          <a:solidFill>
                            <a:srgbClr val="0070C0"/>
                          </a:solidFill>
                          <a:latin typeface="Cambria Math" panose="02040503050406030204" pitchFamily="18" charset="0"/>
                        </a:rPr>
                        <m:t>=</m:t>
                      </m:r>
                      <m:r>
                        <a:rPr lang="en-US" sz="2200" b="0" i="1" smtClean="0">
                          <a:solidFill>
                            <a:srgbClr val="0070C0"/>
                          </a:solidFill>
                          <a:latin typeface="Cambria Math" panose="02040503050406030204" pitchFamily="18" charset="0"/>
                        </a:rPr>
                        <m:t>0</m:t>
                      </m:r>
                    </m:oMath>
                  </m:oMathPara>
                </a14:m>
                <a:endParaRPr lang="en-US" sz="2200" dirty="0">
                  <a:solidFill>
                    <a:srgbClr val="0070C0"/>
                  </a:solidFill>
                </a:endParaRPr>
              </a:p>
              <a:p>
                <a:endParaRPr lang="en-US" sz="2200" b="0" i="1" dirty="0">
                  <a:solidFill>
                    <a:srgbClr val="0070C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70C0"/>
                          </a:solidFill>
                          <a:latin typeface="Cambria Math" panose="02040503050406030204" pitchFamily="18" charset="0"/>
                        </a:rPr>
                        <m:t>               </m:t>
                      </m:r>
                      <m:r>
                        <m:rPr>
                          <m:sty m:val="p"/>
                        </m:rPr>
                        <a:rPr lang="en-US" sz="2200" b="0" i="0" smtClean="0">
                          <a:solidFill>
                            <a:srgbClr val="0070C0"/>
                          </a:solidFill>
                          <a:latin typeface="Cambria Math" panose="02040503050406030204" pitchFamily="18" charset="0"/>
                        </a:rPr>
                        <m:t>N</m:t>
                      </m:r>
                      <m:r>
                        <a:rPr lang="en-US" sz="2200" i="0">
                          <a:solidFill>
                            <a:srgbClr val="0070C0"/>
                          </a:solidFill>
                          <a:latin typeface="Cambria Math" panose="02040503050406030204" pitchFamily="18" charset="0"/>
                        </a:rPr>
                        <m:t>=</m:t>
                      </m:r>
                      <m:sSub>
                        <m:sSubPr>
                          <m:ctrlPr>
                            <a:rPr lang="en-US" sz="2200" i="0">
                              <a:solidFill>
                                <a:srgbClr val="0070C0"/>
                              </a:solidFill>
                              <a:latin typeface="Cambria Math" panose="02040503050406030204" pitchFamily="18" charset="0"/>
                            </a:rPr>
                          </m:ctrlPr>
                        </m:sSubPr>
                        <m:e>
                          <m:r>
                            <m:rPr>
                              <m:sty m:val="p"/>
                            </m:rPr>
                            <a:rPr lang="en-US" sz="2200" i="0">
                              <a:solidFill>
                                <a:srgbClr val="0070C0"/>
                              </a:solidFill>
                              <a:latin typeface="Cambria Math" panose="02040503050406030204" pitchFamily="18" charset="0"/>
                            </a:rPr>
                            <m:t>m</m:t>
                          </m:r>
                        </m:e>
                        <m:sub>
                          <m:r>
                            <a:rPr lang="en-US" sz="2200" i="0">
                              <a:solidFill>
                                <a:srgbClr val="0070C0"/>
                              </a:solidFill>
                              <a:latin typeface="Cambria Math" panose="02040503050406030204" pitchFamily="18" charset="0"/>
                            </a:rPr>
                            <m:t>1</m:t>
                          </m:r>
                        </m:sub>
                      </m:sSub>
                      <m:r>
                        <m:rPr>
                          <m:sty m:val="p"/>
                        </m:rPr>
                        <a:rPr lang="en-US" sz="2200" b="0" i="0" smtClean="0">
                          <a:solidFill>
                            <a:srgbClr val="0070C0"/>
                          </a:solidFill>
                          <a:latin typeface="Cambria Math" panose="02040503050406030204" pitchFamily="18" charset="0"/>
                        </a:rPr>
                        <m:t>g</m:t>
                      </m:r>
                      <m:r>
                        <a:rPr lang="en-US" sz="2200" b="0" i="0" smtClean="0">
                          <a:solidFill>
                            <a:srgbClr val="0070C0"/>
                          </a:solidFill>
                          <a:latin typeface="Cambria Math" panose="02040503050406030204" pitchFamily="18" charset="0"/>
                        </a:rPr>
                        <m:t>……(1)</m:t>
                      </m:r>
                    </m:oMath>
                  </m:oMathPara>
                </a14:m>
                <a:endParaRPr lang="en-US" sz="2200" dirty="0">
                  <a:solidFill>
                    <a:srgbClr val="0070C0"/>
                  </a:solidFill>
                </a:endParaRPr>
              </a:p>
            </p:txBody>
          </p:sp>
        </mc:Choice>
        <mc:Fallback xmlns="">
          <p:sp>
            <p:nvSpPr>
              <p:cNvPr id="39" name="Object 1">
                <a:extLst>
                  <a:ext uri="{FF2B5EF4-FFF2-40B4-BE49-F238E27FC236}">
                    <a16:creationId xmlns:a16="http://schemas.microsoft.com/office/drawing/2014/main" id="{2EEC85B2-62D4-64E9-2680-BFDD2CBDE54C}"/>
                  </a:ext>
                </a:extLst>
              </p:cNvPr>
              <p:cNvSpPr txBox="1">
                <a:spLocks noRot="1" noChangeAspect="1" noMove="1" noResize="1" noEditPoints="1" noAdjustHandles="1" noChangeArrowheads="1" noChangeShapeType="1" noTextEdit="1"/>
              </p:cNvSpPr>
              <p:nvPr/>
            </p:nvSpPr>
            <p:spPr bwMode="auto">
              <a:xfrm>
                <a:off x="406401" y="257674"/>
                <a:ext cx="5689599" cy="2244573"/>
              </a:xfrm>
              <a:prstGeom prst="rect">
                <a:avLst/>
              </a:prstGeom>
              <a:blipFill>
                <a:blip r:embed="rId5"/>
                <a:stretch>
                  <a:fillRect b="-67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bject 1">
                <a:extLst>
                  <a:ext uri="{FF2B5EF4-FFF2-40B4-BE49-F238E27FC236}">
                    <a16:creationId xmlns:a16="http://schemas.microsoft.com/office/drawing/2014/main" id="{998F6B9B-12AF-9087-6A91-1DA4972EEA32}"/>
                  </a:ext>
                </a:extLst>
              </p:cNvPr>
              <p:cNvSpPr txBox="1"/>
              <p:nvPr/>
            </p:nvSpPr>
            <p:spPr bwMode="auto">
              <a:xfrm>
                <a:off x="174170" y="3086481"/>
                <a:ext cx="5485963" cy="2782883"/>
              </a:xfrm>
              <a:prstGeom prst="rect">
                <a:avLst/>
              </a:prstGeom>
              <a:noFill/>
            </p:spPr>
            <p:txBody>
              <a:bodyPr>
                <a:noAutofit/>
              </a:bodyPr>
              <a:lstStyle/>
              <a:p>
                <a:pPr/>
                <a14:m>
                  <m:oMathPara xmlns:m="http://schemas.openxmlformats.org/officeDocument/2006/math">
                    <m:oMathParaPr>
                      <m:jc m:val="left"/>
                    </m:oMathParaPr>
                    <m:oMath>
                      <m:r>
                        <a:rPr lang="en-US" sz="2200" b="0" i="1" smtClean="0">
                          <a:solidFill>
                            <a:srgbClr val="000000"/>
                          </a:solidFill>
                          <a:latin typeface="Cambria Math" panose="02040503050406030204" pitchFamily="18" charset="0"/>
                        </a:rPr>
                        <m:t>                </m:t>
                      </m:r>
                      <m:nary>
                        <m:naryPr>
                          <m:chr m:val="∑"/>
                          <m:subHide m:val="on"/>
                          <m:supHide m:val="on"/>
                          <m:ctrlPr>
                            <a:rPr lang="en-US" sz="2200" i="1" smtClean="0">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b="0" i="1" smtClean="0">
                                  <a:solidFill>
                                    <a:srgbClr val="000000"/>
                                  </a:solidFill>
                                  <a:latin typeface="Cambria Math" panose="02040503050406030204" pitchFamily="18" charset="0"/>
                                </a:rPr>
                                <m:t>𝑥</m:t>
                              </m:r>
                            </m:sub>
                          </m:sSub>
                        </m:e>
                      </m:nary>
                      <m:r>
                        <a:rPr lang="en-US" sz="2200" i="1">
                          <a:solidFill>
                            <a:srgbClr val="000000"/>
                          </a:solidFill>
                          <a:latin typeface="Cambria Math" panose="02040503050406030204" pitchFamily="18" charset="0"/>
                        </a:rPr>
                        <m:t>=</m:t>
                      </m:r>
                      <m:sSub>
                        <m:sSubPr>
                          <m:ctrlPr>
                            <a:rPr lang="en-US" sz="2200" b="0" i="1" smtClean="0">
                              <a:solidFill>
                                <a:srgbClr val="000000"/>
                              </a:solidFill>
                              <a:latin typeface="Cambria Math" panose="02040503050406030204" pitchFamily="18" charset="0"/>
                            </a:rPr>
                          </m:ctrlPr>
                        </m:sSubPr>
                        <m:e>
                          <m:r>
                            <a:rPr lang="en-US" sz="2200" b="0" i="1" smtClean="0">
                              <a:solidFill>
                                <a:srgbClr val="000000"/>
                              </a:solidFill>
                              <a:latin typeface="Cambria Math" panose="02040503050406030204" pitchFamily="18" charset="0"/>
                            </a:rPr>
                            <m:t>𝑚</m:t>
                          </m:r>
                        </m:e>
                        <m:sub>
                          <m:r>
                            <a:rPr lang="en-US" sz="2200" b="0" i="1" smtClean="0">
                              <a:solidFill>
                                <a:srgbClr val="000000"/>
                              </a:solidFill>
                              <a:latin typeface="Cambria Math" panose="02040503050406030204" pitchFamily="18" charset="0"/>
                            </a:rPr>
                            <m:t>1</m:t>
                          </m:r>
                        </m:sub>
                      </m:sSub>
                      <m:sSub>
                        <m:sSubPr>
                          <m:ctrlPr>
                            <a:rPr lang="en-US" sz="2200" b="0" i="1" smtClean="0">
                              <a:solidFill>
                                <a:srgbClr val="000000"/>
                              </a:solidFill>
                              <a:latin typeface="Cambria Math" panose="02040503050406030204" pitchFamily="18" charset="0"/>
                            </a:rPr>
                          </m:ctrlPr>
                        </m:sSubPr>
                        <m:e>
                          <m:r>
                            <a:rPr lang="en-US" sz="2200" b="0" i="1" smtClean="0">
                              <a:solidFill>
                                <a:srgbClr val="000000"/>
                              </a:solidFill>
                              <a:latin typeface="Cambria Math" panose="02040503050406030204" pitchFamily="18" charset="0"/>
                            </a:rPr>
                            <m:t>𝑎</m:t>
                          </m:r>
                        </m:e>
                        <m:sub>
                          <m:r>
                            <a:rPr lang="en-US" sz="2200" b="0" i="1" smtClean="0">
                              <a:solidFill>
                                <a:srgbClr val="000000"/>
                              </a:solidFill>
                              <a:latin typeface="Cambria Math" panose="02040503050406030204" pitchFamily="18" charset="0"/>
                            </a:rPr>
                            <m:t>𝑥</m:t>
                          </m:r>
                        </m:sub>
                      </m:sSub>
                    </m:oMath>
                  </m:oMathPara>
                </a14:m>
                <a:endParaRPr lang="en-US" sz="2200" b="0" i="1" dirty="0">
                  <a:solidFill>
                    <a:srgbClr val="000000"/>
                  </a:solidFill>
                  <a:latin typeface="Cambria Math" panose="02040503050406030204" pitchFamily="18" charset="0"/>
                </a:endParaRPr>
              </a:p>
              <a:p>
                <a:endParaRPr lang="en-US" sz="2200" b="0" i="0" dirty="0">
                  <a:solidFill>
                    <a:srgbClr val="000000"/>
                  </a:solidFill>
                  <a:latin typeface="Cambria Math" panose="02040503050406030204" pitchFamily="18" charset="0"/>
                </a:endParaRPr>
              </a:p>
              <a:p>
                <a14:m>
                  <m:oMath xmlns:m="http://schemas.openxmlformats.org/officeDocument/2006/math">
                    <m:r>
                      <a:rPr lang="en-US" sz="2200" b="0" i="1" smtClean="0">
                        <a:solidFill>
                          <a:srgbClr val="000000"/>
                        </a:solidFill>
                        <a:latin typeface="Cambria Math" panose="02040503050406030204" pitchFamily="18" charset="0"/>
                      </a:rPr>
                      <m:t>              </m:t>
                    </m:r>
                    <m:r>
                      <a:rPr lang="en-US" sz="2200" b="0" i="0" smtClean="0">
                        <a:solidFill>
                          <a:srgbClr val="000000"/>
                        </a:solidFill>
                        <a:latin typeface="Cambria Math" panose="02040503050406030204" pitchFamily="18" charset="0"/>
                      </a:rPr>
                      <m:t>   </m:t>
                    </m:r>
                    <m:r>
                      <m:rPr>
                        <m:sty m:val="p"/>
                      </m:rPr>
                      <a:rPr lang="en-US" sz="2200" b="0" i="0" smtClean="0">
                        <a:solidFill>
                          <a:srgbClr val="000000"/>
                        </a:solidFill>
                        <a:latin typeface="Cambria Math" panose="02040503050406030204" pitchFamily="18" charset="0"/>
                      </a:rPr>
                      <m:t>T</m:t>
                    </m:r>
                    <m:r>
                      <a:rPr lang="en-US" sz="2200" b="0" i="0" smtClean="0">
                        <a:solidFill>
                          <a:srgbClr val="000000"/>
                        </a:solidFill>
                        <a:latin typeface="Cambria Math" panose="02040503050406030204" pitchFamily="18" charset="0"/>
                      </a:rPr>
                      <m:t>−</m:t>
                    </m:r>
                    <m:r>
                      <m:rPr>
                        <m:sty m:val="p"/>
                      </m:rPr>
                      <a:rPr lang="en-US" sz="2200" b="0" i="0" smtClean="0">
                        <a:solidFill>
                          <a:srgbClr val="000000"/>
                        </a:solidFill>
                        <a:latin typeface="Cambria Math" panose="02040503050406030204" pitchFamily="18" charset="0"/>
                      </a:rPr>
                      <m:t>f</m:t>
                    </m:r>
                    <m:r>
                      <a:rPr lang="en-US" sz="2200" i="1">
                        <a:solidFill>
                          <a:srgbClr val="000000"/>
                        </a:solidFill>
                        <a:latin typeface="Cambria Math" panose="02040503050406030204" pitchFamily="18" charset="0"/>
                      </a:rPr>
                      <m:t>=</m:t>
                    </m:r>
                  </m:oMath>
                </a14:m>
                <a:r>
                  <a:rPr lang="en-US" sz="2200" dirty="0"/>
                  <a:t> </a:t>
                </a:r>
                <a14:m>
                  <m:oMath xmlns:m="http://schemas.openxmlformats.org/officeDocument/2006/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1</m:t>
                        </m:r>
                      </m:sub>
                    </m:sSub>
                    <m:r>
                      <a:rPr lang="en-US" sz="2200" b="0" i="1" smtClean="0">
                        <a:solidFill>
                          <a:srgbClr val="000000"/>
                        </a:solidFill>
                        <a:latin typeface="Cambria Math" panose="02040503050406030204" pitchFamily="18" charset="0"/>
                      </a:rPr>
                      <m:t>𝑎</m:t>
                    </m:r>
                  </m:oMath>
                </a14:m>
                <a:endParaRPr lang="en-US" sz="2200" b="0" dirty="0">
                  <a:solidFill>
                    <a:srgbClr val="000000"/>
                  </a:solidFill>
                </a:endParaRPr>
              </a:p>
              <a:p>
                <a:endParaRPr lang="en-US" sz="2200" dirty="0">
                  <a:solidFill>
                    <a:srgbClr val="000000"/>
                  </a:solidFill>
                  <a:latin typeface="Cambria Math" panose="02040503050406030204" pitchFamily="18" charset="0"/>
                </a:endParaRPr>
              </a:p>
              <a:p>
                <a14:m>
                  <m:oMath xmlns:m="http://schemas.openxmlformats.org/officeDocument/2006/math">
                    <m:r>
                      <a:rPr lang="en-US" sz="2200" i="1" smtClean="0">
                        <a:solidFill>
                          <a:srgbClr val="000000"/>
                        </a:solidFill>
                        <a:latin typeface="Cambria Math" panose="02040503050406030204" pitchFamily="18" charset="0"/>
                      </a:rPr>
                      <m:t> </m:t>
                    </m:r>
                    <m:r>
                      <a:rPr lang="en-US" sz="2200" b="0" i="1" smtClean="0">
                        <a:solidFill>
                          <a:srgbClr val="000000"/>
                        </a:solidFill>
                        <a:latin typeface="Cambria Math" panose="02040503050406030204" pitchFamily="18" charset="0"/>
                      </a:rPr>
                      <m:t>         </m:t>
                    </m:r>
                    <m:r>
                      <m:rPr>
                        <m:sty m:val="p"/>
                      </m:rPr>
                      <a:rPr lang="en-US" sz="2200">
                        <a:solidFill>
                          <a:srgbClr val="000000"/>
                        </a:solidFill>
                        <a:latin typeface="Cambria Math" panose="02040503050406030204" pitchFamily="18" charset="0"/>
                      </a:rPr>
                      <m:t>T</m:t>
                    </m:r>
                    <m:r>
                      <a:rPr lang="en-US" sz="2200">
                        <a:solidFill>
                          <a:srgbClr val="000000"/>
                        </a:solidFill>
                        <a:latin typeface="Cambria Math" panose="02040503050406030204" pitchFamily="18" charset="0"/>
                      </a:rPr>
                      <m:t>−</m:t>
                    </m:r>
                    <m:sSub>
                      <m:sSubPr>
                        <m:ctrlPr>
                          <a:rPr lang="en-US" sz="2200" i="1" smtClean="0">
                            <a:solidFill>
                              <a:srgbClr val="000000"/>
                            </a:solidFill>
                            <a:latin typeface="Cambria Math" panose="02040503050406030204" pitchFamily="18" charset="0"/>
                            <a:ea typeface="Cambria Math" panose="02040503050406030204" pitchFamily="18" charset="0"/>
                          </a:rPr>
                        </m:ctrlPr>
                      </m:sSubPr>
                      <m:e>
                        <m:r>
                          <a:rPr lang="en-US" sz="2200" i="1" smtClean="0">
                            <a:solidFill>
                              <a:srgbClr val="000000"/>
                            </a:solidFill>
                            <a:latin typeface="Cambria Math" panose="02040503050406030204" pitchFamily="18" charset="0"/>
                            <a:ea typeface="Cambria Math" panose="02040503050406030204" pitchFamily="18" charset="0"/>
                          </a:rPr>
                          <m:t>𝜇</m:t>
                        </m:r>
                      </m:e>
                      <m:sub>
                        <m:r>
                          <a:rPr lang="en-US" sz="2200" b="0" i="1" smtClean="0">
                            <a:solidFill>
                              <a:srgbClr val="000000"/>
                            </a:solidFill>
                            <a:latin typeface="Cambria Math" panose="02040503050406030204" pitchFamily="18" charset="0"/>
                          </a:rPr>
                          <m:t>𝑘</m:t>
                        </m:r>
                      </m:sub>
                    </m:sSub>
                    <m:r>
                      <m:rPr>
                        <m:sty m:val="p"/>
                      </m:rPr>
                      <a:rPr lang="en-US" sz="2200" b="0" i="0" smtClean="0">
                        <a:solidFill>
                          <a:srgbClr val="000000"/>
                        </a:solidFill>
                        <a:latin typeface="Cambria Math" panose="02040503050406030204" pitchFamily="18" charset="0"/>
                      </a:rPr>
                      <m:t>N</m:t>
                    </m:r>
                    <m:r>
                      <a:rPr lang="en-US" sz="2200" i="1">
                        <a:solidFill>
                          <a:srgbClr val="000000"/>
                        </a:solidFill>
                        <a:latin typeface="Cambria Math" panose="02040503050406030204" pitchFamily="18" charset="0"/>
                      </a:rPr>
                      <m:t>=</m:t>
                    </m:r>
                  </m:oMath>
                </a14:m>
                <a:r>
                  <a:rPr lang="en-US" sz="2200" dirty="0"/>
                  <a:t> </a:t>
                </a:r>
                <a14:m>
                  <m:oMath xmlns:m="http://schemas.openxmlformats.org/officeDocument/2006/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1</m:t>
                        </m:r>
                      </m:sub>
                    </m:sSub>
                    <m:r>
                      <a:rPr lang="en-US" sz="2200" b="0" i="1" smtClean="0">
                        <a:solidFill>
                          <a:srgbClr val="000000"/>
                        </a:solidFill>
                        <a:latin typeface="Cambria Math" panose="02040503050406030204" pitchFamily="18" charset="0"/>
                      </a:rPr>
                      <m:t>𝑎</m:t>
                    </m:r>
                  </m:oMath>
                </a14:m>
                <a:endParaRPr lang="en-US" sz="2200"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i="1">
                          <a:solidFill>
                            <a:srgbClr val="000000"/>
                          </a:solidFill>
                          <a:latin typeface="Cambria Math" panose="02040503050406030204" pitchFamily="18" charset="0"/>
                        </a:rPr>
                        <m:t> </m:t>
                      </m:r>
                      <m:r>
                        <a:rPr lang="en-US" sz="2200" b="0" i="0" smtClean="0">
                          <a:solidFill>
                            <a:srgbClr val="000000"/>
                          </a:solidFill>
                          <a:latin typeface="Cambria Math" panose="02040503050406030204" pitchFamily="18" charset="0"/>
                        </a:rPr>
                        <m:t>      </m:t>
                      </m:r>
                    </m:oMath>
                  </m:oMathPara>
                </a14:m>
                <a:endParaRPr lang="en-US" sz="2200" b="0" i="0" dirty="0">
                  <a:solidFill>
                    <a:srgbClr val="000000"/>
                  </a:solidFill>
                  <a:latin typeface="Cambria Math" panose="02040503050406030204" pitchFamily="18" charset="0"/>
                </a:endParaRPr>
              </a:p>
              <a:p>
                <a:r>
                  <a:rPr lang="en-US" sz="2200" dirty="0">
                    <a:solidFill>
                      <a:srgbClr val="000000"/>
                    </a:solidFill>
                  </a:rPr>
                  <a:t> </a:t>
                </a:r>
                <a14:m>
                  <m:oMath xmlns:m="http://schemas.openxmlformats.org/officeDocument/2006/math">
                    <m:r>
                      <a:rPr lang="en-US" sz="2200" b="0" i="0" smtClean="0">
                        <a:solidFill>
                          <a:srgbClr val="000000"/>
                        </a:solidFill>
                        <a:latin typeface="Cambria Math" panose="02040503050406030204" pitchFamily="18" charset="0"/>
                      </a:rPr>
                      <m:t> </m:t>
                    </m:r>
                    <m:r>
                      <m:rPr>
                        <m:sty m:val="p"/>
                      </m:rPr>
                      <a:rPr lang="en-US" sz="2200">
                        <a:solidFill>
                          <a:srgbClr val="000000"/>
                        </a:solidFill>
                        <a:latin typeface="Cambria Math" panose="02040503050406030204" pitchFamily="18" charset="0"/>
                      </a:rPr>
                      <m:t>T</m:t>
                    </m:r>
                    <m:r>
                      <a:rPr lang="en-US" sz="220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ea typeface="Cambria Math" panose="02040503050406030204" pitchFamily="18" charset="0"/>
                          </a:rPr>
                        </m:ctrlPr>
                      </m:sSubPr>
                      <m:e>
                        <m:r>
                          <a:rPr lang="en-US" sz="2200" i="1">
                            <a:solidFill>
                              <a:srgbClr val="000000"/>
                            </a:solidFill>
                            <a:latin typeface="Cambria Math" panose="02040503050406030204" pitchFamily="18" charset="0"/>
                            <a:ea typeface="Cambria Math" panose="02040503050406030204" pitchFamily="18" charset="0"/>
                          </a:rPr>
                          <m:t>𝜇</m:t>
                        </m:r>
                      </m:e>
                      <m:sub>
                        <m:r>
                          <a:rPr lang="en-US" sz="2200" i="1">
                            <a:solidFill>
                              <a:srgbClr val="000000"/>
                            </a:solidFill>
                            <a:latin typeface="Cambria Math" panose="02040503050406030204" pitchFamily="18" charset="0"/>
                          </a:rPr>
                          <m:t>𝑘</m:t>
                        </m:r>
                      </m:sub>
                    </m:sSub>
                    <m:r>
                      <a:rPr lang="en-US" sz="2200" b="0" i="0" smtClean="0">
                        <a:solidFill>
                          <a:srgbClr val="000000"/>
                        </a:solidFill>
                        <a:latin typeface="Cambria Math" panose="02040503050406030204" pitchFamily="18" charset="0"/>
                      </a:rPr>
                      <m:t>(</m:t>
                    </m:r>
                    <m:sSub>
                      <m:sSubPr>
                        <m:ctrlPr>
                          <a:rPr lang="en-US" sz="2200">
                            <a:solidFill>
                              <a:srgbClr val="000000"/>
                            </a:solidFill>
                            <a:latin typeface="Cambria Math" panose="02040503050406030204" pitchFamily="18" charset="0"/>
                          </a:rPr>
                        </m:ctrlPr>
                      </m:sSubPr>
                      <m:e>
                        <m:r>
                          <m:rPr>
                            <m:sty m:val="p"/>
                          </m:rPr>
                          <a:rPr lang="en-US" sz="2200">
                            <a:solidFill>
                              <a:srgbClr val="000000"/>
                            </a:solidFill>
                            <a:latin typeface="Cambria Math" panose="02040503050406030204" pitchFamily="18" charset="0"/>
                          </a:rPr>
                          <m:t>m</m:t>
                        </m:r>
                      </m:e>
                      <m:sub>
                        <m:r>
                          <a:rPr lang="en-US" sz="2200">
                            <a:solidFill>
                              <a:srgbClr val="000000"/>
                            </a:solidFill>
                            <a:latin typeface="Cambria Math" panose="02040503050406030204" pitchFamily="18" charset="0"/>
                          </a:rPr>
                          <m:t>1</m:t>
                        </m:r>
                      </m:sub>
                    </m:sSub>
                    <m:r>
                      <m:rPr>
                        <m:sty m:val="p"/>
                      </m:rPr>
                      <a:rPr lang="en-US" sz="2200">
                        <a:solidFill>
                          <a:srgbClr val="000000"/>
                        </a:solidFill>
                        <a:latin typeface="Cambria Math" panose="02040503050406030204" pitchFamily="18" charset="0"/>
                      </a:rPr>
                      <m:t>g</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m:t>
                    </m:r>
                  </m:oMath>
                </a14:m>
                <a:r>
                  <a:rPr lang="en-US" sz="2200" dirty="0"/>
                  <a:t> </a:t>
                </a:r>
                <a14:m>
                  <m:oMath xmlns:m="http://schemas.openxmlformats.org/officeDocument/2006/math">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1</m:t>
                        </m:r>
                      </m:sub>
                    </m:sSub>
                    <m:r>
                      <a:rPr lang="en-US" sz="2200" i="1">
                        <a:solidFill>
                          <a:srgbClr val="000000"/>
                        </a:solidFill>
                        <a:latin typeface="Cambria Math" panose="02040503050406030204" pitchFamily="18" charset="0"/>
                      </a:rPr>
                      <m:t>𝑎</m:t>
                    </m:r>
                  </m:oMath>
                </a14:m>
                <a:r>
                  <a:rPr lang="en-US" sz="2200" dirty="0">
                    <a:solidFill>
                      <a:srgbClr val="000000"/>
                    </a:solidFill>
                    <a:latin typeface="Cambria Math" panose="02040503050406030204" pitchFamily="18" charset="0"/>
                  </a:rPr>
                  <a:t> </a:t>
                </a:r>
                <a:r>
                  <a:rPr lang="en-US" sz="2200" dirty="0">
                    <a:solidFill>
                      <a:srgbClr val="0070C0"/>
                    </a:solidFill>
                    <a:latin typeface="Cambria Math" panose="02040503050406030204" pitchFamily="18" charset="0"/>
                  </a:rPr>
                  <a:t>(from equation 1)</a:t>
                </a:r>
              </a:p>
              <a:p>
                <a:endParaRPr lang="en-US" sz="2200" dirty="0">
                  <a:solidFill>
                    <a:srgbClr val="000000"/>
                  </a:solidFill>
                  <a:latin typeface="Cambria Math" panose="02040503050406030204" pitchFamily="18" charset="0"/>
                </a:endParaRPr>
              </a:p>
              <a:p>
                <a:r>
                  <a:rPr lang="en-US" sz="2200" dirty="0">
                    <a:solidFill>
                      <a:srgbClr val="000000"/>
                    </a:solidFill>
                  </a:rPr>
                  <a:t>                       </a:t>
                </a:r>
                <a:endParaRPr lang="en-US" sz="2200" dirty="0">
                  <a:solidFill>
                    <a:srgbClr val="000000"/>
                  </a:solidFill>
                  <a:latin typeface="Cambria Math" panose="02040503050406030204" pitchFamily="18" charset="0"/>
                </a:endParaRPr>
              </a:p>
              <a:p>
                <a:endParaRPr lang="en-US" sz="2200" dirty="0"/>
              </a:p>
              <a:p>
                <a:endParaRPr lang="en-US" sz="2200" b="0" i="1"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oMath>
                  </m:oMathPara>
                </a14:m>
                <a:endParaRPr lang="en-US" sz="2200" dirty="0"/>
              </a:p>
            </p:txBody>
          </p:sp>
        </mc:Choice>
        <mc:Fallback xmlns="">
          <p:sp>
            <p:nvSpPr>
              <p:cNvPr id="40" name="Object 1">
                <a:extLst>
                  <a:ext uri="{FF2B5EF4-FFF2-40B4-BE49-F238E27FC236}">
                    <a16:creationId xmlns:a16="http://schemas.microsoft.com/office/drawing/2014/main" id="{998F6B9B-12AF-9087-6A91-1DA4972EEA32}"/>
                  </a:ext>
                </a:extLst>
              </p:cNvPr>
              <p:cNvSpPr txBox="1">
                <a:spLocks noRot="1" noChangeAspect="1" noMove="1" noResize="1" noEditPoints="1" noAdjustHandles="1" noChangeArrowheads="1" noChangeShapeType="1" noTextEdit="1"/>
              </p:cNvSpPr>
              <p:nvPr/>
            </p:nvSpPr>
            <p:spPr bwMode="auto">
              <a:xfrm>
                <a:off x="174170" y="3086481"/>
                <a:ext cx="5485963" cy="2782883"/>
              </a:xfrm>
              <a:prstGeom prst="rect">
                <a:avLst/>
              </a:prstGeom>
              <a:blipFill>
                <a:blip r:embed="rId6"/>
                <a:stretch>
                  <a:fillRect b="-610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1">
                <a:extLst>
                  <a:ext uri="{FF2B5EF4-FFF2-40B4-BE49-F238E27FC236}">
                    <a16:creationId xmlns:a16="http://schemas.microsoft.com/office/drawing/2014/main" id="{449F2B61-1EAB-F5AF-5EB6-E3D40B15F09E}"/>
                  </a:ext>
                </a:extLst>
              </p:cNvPr>
              <p:cNvSpPr txBox="1"/>
              <p:nvPr/>
            </p:nvSpPr>
            <p:spPr bwMode="auto">
              <a:xfrm>
                <a:off x="7472885" y="3451162"/>
                <a:ext cx="4133465" cy="2143023"/>
              </a:xfrm>
              <a:prstGeom prst="rect">
                <a:avLst/>
              </a:prstGeom>
              <a:noFill/>
            </p:spPr>
            <p:txBody>
              <a:bodyPr>
                <a:noAutofit/>
              </a:bodyPr>
              <a:lstStyle/>
              <a:p>
                <a:pPr/>
                <a14:m>
                  <m:oMathPara xmlns:m="http://schemas.openxmlformats.org/officeDocument/2006/math">
                    <m:oMathParaPr>
                      <m:jc m:val="left"/>
                    </m:oMathParaPr>
                    <m:oMath>
                      <m:r>
                        <a:rPr lang="en-US" sz="2200" b="0" i="1" smtClean="0">
                          <a:solidFill>
                            <a:srgbClr val="000000"/>
                          </a:solidFill>
                          <a:latin typeface="Cambria Math" panose="02040503050406030204" pitchFamily="18" charset="0"/>
                        </a:rPr>
                        <m:t>       </m:t>
                      </m:r>
                      <m:nary>
                        <m:naryPr>
                          <m:chr m:val="∑"/>
                          <m:subHide m:val="on"/>
                          <m:supHide m:val="on"/>
                          <m:ctrlPr>
                            <a:rPr lang="en-US" sz="2200" i="1" smtClean="0">
                              <a:solidFill>
                                <a:srgbClr val="000000"/>
                              </a:solidFill>
                              <a:latin typeface="Cambria Math" panose="02040503050406030204" pitchFamily="18" charset="0"/>
                            </a:rPr>
                          </m:ctrlPr>
                        </m:naryPr>
                        <m:sub/>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𝐹</m:t>
                              </m:r>
                            </m:e>
                            <m:sub>
                              <m:r>
                                <a:rPr lang="en-US" sz="2200" i="1">
                                  <a:solidFill>
                                    <a:srgbClr val="000000"/>
                                  </a:solidFill>
                                  <a:latin typeface="Cambria Math" panose="02040503050406030204" pitchFamily="18" charset="0"/>
                                </a:rPr>
                                <m:t>𝑦</m:t>
                              </m:r>
                            </m:sub>
                          </m:sSub>
                        </m:e>
                      </m:nary>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b="0" i="1" smtClean="0">
                              <a:solidFill>
                                <a:srgbClr val="000000"/>
                              </a:solidFill>
                              <a:latin typeface="Cambria Math" panose="02040503050406030204" pitchFamily="18" charset="0"/>
                            </a:rPr>
                            <m:t>2</m:t>
                          </m:r>
                        </m:sub>
                      </m:sSub>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𝑦</m:t>
                          </m:r>
                        </m:sub>
                      </m:sSub>
                    </m:oMath>
                  </m:oMathPara>
                </a14:m>
                <a:endParaRPr lang="en-US" sz="2200" b="0" i="1" dirty="0">
                  <a:solidFill>
                    <a:srgbClr val="000000"/>
                  </a:solidFill>
                  <a:latin typeface="Cambria Math" panose="02040503050406030204" pitchFamily="18" charset="0"/>
                </a:endParaRPr>
              </a:p>
              <a:p>
                <a:endParaRPr lang="en-US" sz="2200" b="0" i="0" dirty="0">
                  <a:solidFill>
                    <a:srgbClr val="000000"/>
                  </a:solidFill>
                  <a:latin typeface="Cambria Math" panose="02040503050406030204" pitchFamily="18" charset="0"/>
                </a:endParaRPr>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acc>
                        <m:accPr>
                          <m:chr m:val="⃗"/>
                          <m:ctrlPr>
                            <a:rPr lang="en-US" sz="2200" b="0" i="0" smtClean="0">
                              <a:solidFill>
                                <a:srgbClr val="000000"/>
                              </a:solidFill>
                              <a:latin typeface="Cambria Math" panose="02040503050406030204" pitchFamily="18" charset="0"/>
                            </a:rPr>
                          </m:ctrlPr>
                        </m:accPr>
                        <m:e>
                          <m:r>
                            <m:rPr>
                              <m:sty m:val="p"/>
                            </m:rPr>
                            <a:rPr lang="en-US" sz="2200" b="0" i="0" smtClean="0">
                              <a:solidFill>
                                <a:srgbClr val="000000"/>
                              </a:solidFill>
                              <a:latin typeface="Cambria Math" panose="02040503050406030204" pitchFamily="18" charset="0"/>
                            </a:rPr>
                            <m:t>T</m:t>
                          </m:r>
                        </m:e>
                      </m:acc>
                      <m:r>
                        <a:rPr lang="en-US" sz="2200" i="0" smtClean="0">
                          <a:solidFill>
                            <a:srgbClr val="000000"/>
                          </a:solidFill>
                          <a:latin typeface="Cambria Math" panose="02040503050406030204" pitchFamily="18" charset="0"/>
                        </a:rPr>
                        <m:t>−</m:t>
                      </m:r>
                      <m:sSub>
                        <m:sSubPr>
                          <m:ctrlPr>
                            <a:rPr lang="en-US" sz="2200" b="0" i="1" smtClean="0">
                              <a:solidFill>
                                <a:srgbClr val="000000"/>
                              </a:solidFill>
                              <a:latin typeface="Cambria Math" panose="02040503050406030204" pitchFamily="18" charset="0"/>
                            </a:rPr>
                          </m:ctrlPr>
                        </m:sSubPr>
                        <m:e>
                          <m:acc>
                            <m:accPr>
                              <m:chr m:val="⃗"/>
                              <m:ctrlPr>
                                <a:rPr lang="en-US" sz="2200" b="0" i="0" smtClean="0">
                                  <a:solidFill>
                                    <a:srgbClr val="000000"/>
                                  </a:solidFill>
                                  <a:latin typeface="Cambria Math" panose="02040503050406030204" pitchFamily="18" charset="0"/>
                                </a:rPr>
                              </m:ctrlPr>
                            </m:accPr>
                            <m:e>
                              <m:r>
                                <m:rPr>
                                  <m:sty m:val="p"/>
                                </m:rPr>
                                <a:rPr lang="en-US" sz="2200" b="0" i="0" smtClean="0">
                                  <a:solidFill>
                                    <a:srgbClr val="000000"/>
                                  </a:solidFill>
                                  <a:latin typeface="Cambria Math" panose="02040503050406030204" pitchFamily="18" charset="0"/>
                                </a:rPr>
                                <m:t>F</m:t>
                              </m:r>
                            </m:e>
                          </m:acc>
                        </m:e>
                        <m:sub>
                          <m:r>
                            <m:rPr>
                              <m:sty m:val="p"/>
                            </m:rPr>
                            <a:rPr lang="en-US" sz="2200" b="0" i="0" smtClean="0">
                              <a:solidFill>
                                <a:srgbClr val="000000"/>
                              </a:solidFill>
                              <a:latin typeface="Cambria Math" panose="02040503050406030204" pitchFamily="18" charset="0"/>
                            </a:rPr>
                            <m:t>g</m:t>
                          </m:r>
                          <m:r>
                            <a:rPr lang="en-US" sz="2200" b="0" i="0" smtClean="0">
                              <a:solidFill>
                                <a:srgbClr val="000000"/>
                              </a:solidFill>
                              <a:latin typeface="Cambria Math" panose="02040503050406030204" pitchFamily="18" charset="0"/>
                            </a:rPr>
                            <m:t>2</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2</m:t>
                          </m:r>
                        </m:sub>
                      </m:sSub>
                      <m:r>
                        <a:rPr lang="en-US" sz="220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𝑎</m:t>
                      </m:r>
                      <m:r>
                        <a:rPr lang="en-US" sz="2200" b="0" i="1" smtClean="0">
                          <a:solidFill>
                            <a:srgbClr val="000000"/>
                          </a:solidFill>
                          <a:latin typeface="Cambria Math" panose="02040503050406030204" pitchFamily="18" charset="0"/>
                        </a:rPr>
                        <m:t>)</m:t>
                      </m:r>
                    </m:oMath>
                  </m:oMathPara>
                </a14:m>
                <a:endParaRPr lang="en-US" sz="2200" i="1" dirty="0">
                  <a:solidFill>
                    <a:srgbClr val="000000"/>
                  </a:solidFill>
                  <a:latin typeface="Cambria Math" panose="02040503050406030204" pitchFamily="18" charset="0"/>
                </a:endParaRPr>
              </a:p>
              <a:p>
                <a:endParaRPr lang="en-US" sz="2200" dirty="0"/>
              </a:p>
              <a:p>
                <a:pPr/>
                <a14:m>
                  <m:oMathPara xmlns:m="http://schemas.openxmlformats.org/officeDocument/2006/math">
                    <m:oMathParaPr>
                      <m:jc m:val="left"/>
                    </m:oMathParaPr>
                    <m:oMath>
                      <m:r>
                        <a:rPr lang="en-US" sz="2200" b="0" i="0" smtClean="0">
                          <a:solidFill>
                            <a:srgbClr val="000000"/>
                          </a:solidFill>
                          <a:latin typeface="Cambria Math" panose="02040503050406030204" pitchFamily="18" charset="0"/>
                        </a:rPr>
                        <m:t>   </m:t>
                      </m:r>
                      <m:r>
                        <m:rPr>
                          <m:sty m:val="p"/>
                        </m:rPr>
                        <a:rPr lang="en-US" sz="2200">
                          <a:solidFill>
                            <a:srgbClr val="000000"/>
                          </a:solidFill>
                          <a:latin typeface="Cambria Math" panose="02040503050406030204" pitchFamily="18" charset="0"/>
                        </a:rPr>
                        <m:t>T</m:t>
                      </m:r>
                      <m:r>
                        <a:rPr lang="en-US" sz="2200">
                          <a:solidFill>
                            <a:srgbClr val="000000"/>
                          </a:solidFill>
                          <a:latin typeface="Cambria Math" panose="02040503050406030204" pitchFamily="18" charset="0"/>
                        </a:rPr>
                        <m:t>−</m:t>
                      </m:r>
                      <m:sSub>
                        <m:sSubPr>
                          <m:ctrlPr>
                            <a:rPr lang="en-US" sz="2200">
                              <a:solidFill>
                                <a:srgbClr val="000000"/>
                              </a:solidFill>
                              <a:latin typeface="Cambria Math" panose="02040503050406030204" pitchFamily="18" charset="0"/>
                            </a:rPr>
                          </m:ctrlPr>
                        </m:sSubPr>
                        <m:e>
                          <m:r>
                            <m:rPr>
                              <m:sty m:val="p"/>
                            </m:rPr>
                            <a:rPr lang="en-US" sz="2200">
                              <a:solidFill>
                                <a:srgbClr val="000000"/>
                              </a:solidFill>
                              <a:latin typeface="Cambria Math" panose="02040503050406030204" pitchFamily="18" charset="0"/>
                            </a:rPr>
                            <m:t>m</m:t>
                          </m:r>
                        </m:e>
                        <m:sub>
                          <m:r>
                            <a:rPr lang="en-US" sz="2200">
                              <a:solidFill>
                                <a:srgbClr val="000000"/>
                              </a:solidFill>
                              <a:latin typeface="Cambria Math" panose="02040503050406030204" pitchFamily="18" charset="0"/>
                            </a:rPr>
                            <m:t>2</m:t>
                          </m:r>
                        </m:sub>
                      </m:sSub>
                      <m:r>
                        <m:rPr>
                          <m:sty m:val="p"/>
                        </m:rPr>
                        <a:rPr lang="en-US" sz="2200">
                          <a:solidFill>
                            <a:srgbClr val="000000"/>
                          </a:solidFill>
                          <a:latin typeface="Cambria Math" panose="02040503050406030204" pitchFamily="18" charset="0"/>
                        </a:rPr>
                        <m:t>g</m:t>
                      </m:r>
                      <m:r>
                        <a:rPr lang="en-US" sz="220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2</m:t>
                          </m:r>
                        </m:sub>
                      </m:sSub>
                      <m:r>
                        <a:rPr lang="en-US" sz="2200" i="1">
                          <a:solidFill>
                            <a:srgbClr val="000000"/>
                          </a:solidFill>
                          <a:latin typeface="Cambria Math" panose="02040503050406030204" pitchFamily="18" charset="0"/>
                        </a:rPr>
                        <m:t>𝑎</m:t>
                      </m:r>
                    </m:oMath>
                  </m:oMathPara>
                </a14:m>
                <a:endParaRPr lang="en-US" sz="2200" b="0" i="1" dirty="0">
                  <a:solidFill>
                    <a:srgbClr val="000000"/>
                  </a:solidFill>
                  <a:latin typeface="Cambria Math" panose="02040503050406030204" pitchFamily="18" charset="0"/>
                </a:endParaRPr>
              </a:p>
            </p:txBody>
          </p:sp>
        </mc:Choice>
        <mc:Fallback xmlns="">
          <p:sp>
            <p:nvSpPr>
              <p:cNvPr id="41" name="Object 1">
                <a:extLst>
                  <a:ext uri="{FF2B5EF4-FFF2-40B4-BE49-F238E27FC236}">
                    <a16:creationId xmlns:a16="http://schemas.microsoft.com/office/drawing/2014/main" id="{449F2B61-1EAB-F5AF-5EB6-E3D40B15F09E}"/>
                  </a:ext>
                </a:extLst>
              </p:cNvPr>
              <p:cNvSpPr txBox="1">
                <a:spLocks noRot="1" noChangeAspect="1" noMove="1" noResize="1" noEditPoints="1" noAdjustHandles="1" noChangeArrowheads="1" noChangeShapeType="1" noTextEdit="1"/>
              </p:cNvSpPr>
              <p:nvPr/>
            </p:nvSpPr>
            <p:spPr bwMode="auto">
              <a:xfrm>
                <a:off x="7472885" y="3451162"/>
                <a:ext cx="4133465" cy="2143023"/>
              </a:xfrm>
              <a:prstGeom prst="rect">
                <a:avLst/>
              </a:prstGeom>
              <a:blipFill>
                <a:blip r:embed="rId7"/>
                <a:stretch>
                  <a:fillRect b="-107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4">
                <a:extLst>
                  <a:ext uri="{FF2B5EF4-FFF2-40B4-BE49-F238E27FC236}">
                    <a16:creationId xmlns:a16="http://schemas.microsoft.com/office/drawing/2014/main" id="{5CC72AA6-9237-7852-F70C-8285B496CF20}"/>
                  </a:ext>
                </a:extLst>
              </p:cNvPr>
              <p:cNvSpPr txBox="1"/>
              <p:nvPr/>
            </p:nvSpPr>
            <p:spPr bwMode="auto">
              <a:xfrm>
                <a:off x="10632006" y="125319"/>
                <a:ext cx="1452176" cy="595313"/>
              </a:xfrm>
              <a:prstGeom prst="rect">
                <a:avLst/>
              </a:prstGeom>
              <a:solidFill>
                <a:srgbClr val="FFFF00"/>
              </a:solidFill>
            </p:spPr>
            <p:txBody>
              <a:bodyPr>
                <a:normAutofit/>
              </a:bodyPr>
              <a:lstStyle/>
              <a:p>
                <a:pPr/>
                <a14:m>
                  <m:oMathPara xmlns:m="http://schemas.openxmlformats.org/officeDocument/2006/math">
                    <m:oMathParaPr>
                      <m:jc m:val="left"/>
                    </m:oMathParaPr>
                    <m:oMath>
                      <m:sSub>
                        <m:sSubPr>
                          <m:ctrlPr>
                            <a:rPr lang="en-US" sz="2200" i="1">
                              <a:solidFill>
                                <a:srgbClr val="000000"/>
                              </a:solidFill>
                              <a:latin typeface="Cambria Math" panose="02040503050406030204" pitchFamily="18" charset="0"/>
                            </a:rPr>
                          </m:ctrlPr>
                        </m:sSubPr>
                        <m:e>
                          <m:acc>
                            <m:accPr>
                              <m:chr m:val="⃗"/>
                              <m:ctrlPr>
                                <a:rPr lang="en-US" sz="2200" i="1">
                                  <a:solidFill>
                                    <a:srgbClr val="000000"/>
                                  </a:solidFill>
                                  <a:latin typeface="Cambria Math" panose="02040503050406030204" pitchFamily="18" charset="0"/>
                                </a:rPr>
                              </m:ctrlPr>
                            </m:accPr>
                            <m:e>
                              <m:r>
                                <a:rPr lang="en-US" sz="2200" i="1">
                                  <a:solidFill>
                                    <a:srgbClr val="000000"/>
                                  </a:solidFill>
                                  <a:latin typeface="Cambria Math" panose="02040503050406030204" pitchFamily="18" charset="0"/>
                                </a:rPr>
                                <m:t>𝑓</m:t>
                              </m:r>
                            </m:e>
                          </m:acc>
                        </m:e>
                        <m:sub>
                          <m:r>
                            <a:rPr lang="en-US" sz="2200" i="1">
                              <a:solidFill>
                                <a:srgbClr val="000000"/>
                              </a:solidFill>
                              <a:latin typeface="Cambria Math" panose="02040503050406030204" pitchFamily="18" charset="0"/>
                            </a:rPr>
                            <m:t>𝑘</m:t>
                          </m:r>
                        </m:sub>
                      </m:sSub>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𝜇</m:t>
                          </m:r>
                        </m:e>
                        <m:sub>
                          <m:r>
                            <a:rPr lang="en-US" sz="2200" i="1">
                              <a:solidFill>
                                <a:srgbClr val="000000"/>
                              </a:solidFill>
                              <a:latin typeface="Cambria Math" panose="02040503050406030204" pitchFamily="18" charset="0"/>
                            </a:rPr>
                            <m:t>𝑘</m:t>
                          </m:r>
                        </m:sub>
                      </m:sSub>
                      <m:acc>
                        <m:accPr>
                          <m:chr m:val="⃗"/>
                          <m:ctrlPr>
                            <a:rPr lang="en-US" sz="2200">
                              <a:solidFill>
                                <a:srgbClr val="000000"/>
                              </a:solidFill>
                              <a:latin typeface="Cambria Math" panose="02040503050406030204" pitchFamily="18" charset="0"/>
                            </a:rPr>
                          </m:ctrlPr>
                        </m:accPr>
                        <m:e>
                          <m:r>
                            <m:rPr>
                              <m:sty m:val="p"/>
                            </m:rPr>
                            <a:rPr lang="en-US" sz="2200">
                              <a:solidFill>
                                <a:srgbClr val="000000"/>
                              </a:solidFill>
                              <a:latin typeface="Cambria Math" panose="02040503050406030204" pitchFamily="18" charset="0"/>
                            </a:rPr>
                            <m:t>N</m:t>
                          </m:r>
                        </m:e>
                      </m:acc>
                    </m:oMath>
                  </m:oMathPara>
                </a14:m>
                <a:endParaRPr lang="en-US" sz="2200" dirty="0"/>
              </a:p>
            </p:txBody>
          </p:sp>
        </mc:Choice>
        <mc:Fallback xmlns="">
          <p:sp>
            <p:nvSpPr>
              <p:cNvPr id="42" name="Object 4">
                <a:extLst>
                  <a:ext uri="{FF2B5EF4-FFF2-40B4-BE49-F238E27FC236}">
                    <a16:creationId xmlns:a16="http://schemas.microsoft.com/office/drawing/2014/main" id="{5CC72AA6-9237-7852-F70C-8285B496CF20}"/>
                  </a:ext>
                </a:extLst>
              </p:cNvPr>
              <p:cNvSpPr txBox="1">
                <a:spLocks noRot="1" noChangeAspect="1" noMove="1" noResize="1" noEditPoints="1" noAdjustHandles="1" noChangeArrowheads="1" noChangeShapeType="1" noTextEdit="1"/>
              </p:cNvSpPr>
              <p:nvPr/>
            </p:nvSpPr>
            <p:spPr bwMode="auto">
              <a:xfrm>
                <a:off x="10632006" y="125319"/>
                <a:ext cx="1452176" cy="59531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32F5060-EB94-ED52-FC1F-4BF98FAA96D5}"/>
                  </a:ext>
                </a:extLst>
              </p:cNvPr>
              <p:cNvSpPr txBox="1"/>
              <p:nvPr/>
            </p:nvSpPr>
            <p:spPr>
              <a:xfrm>
                <a:off x="1699840" y="6221056"/>
                <a:ext cx="4153884" cy="430887"/>
              </a:xfrm>
              <a:prstGeom prst="rect">
                <a:avLst/>
              </a:prstGeom>
              <a:solidFill>
                <a:schemeClr val="bg1">
                  <a:lumMod val="85000"/>
                </a:schemeClr>
              </a:solidFill>
            </p:spPr>
            <p:txBody>
              <a:bodyPr wrap="square" rtlCol="0">
                <a:spAutoFit/>
              </a:bodyPr>
              <a:lstStyle/>
              <a:p>
                <a:pPr/>
                <a14:m>
                  <m:oMathPara xmlns:m="http://schemas.openxmlformats.org/officeDocument/2006/math">
                    <m:oMathParaPr>
                      <m:jc m:val="left"/>
                    </m:oMathParaPr>
                    <m:oMath>
                      <m:r>
                        <m:rPr>
                          <m:sty m:val="p"/>
                        </m:rPr>
                        <a:rPr lang="en-US" sz="2200" smtClean="0">
                          <a:solidFill>
                            <a:srgbClr val="000000"/>
                          </a:solidFill>
                          <a:latin typeface="Cambria Math" panose="02040503050406030204" pitchFamily="18" charset="0"/>
                        </a:rPr>
                        <m:t>T</m:t>
                      </m:r>
                      <m:r>
                        <a:rPr lang="en-US" sz="2200" smtClean="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1</m:t>
                          </m:r>
                        </m:sub>
                      </m:sSub>
                      <m:r>
                        <a:rPr lang="en-US" sz="2200" i="1">
                          <a:solidFill>
                            <a:srgbClr val="000000"/>
                          </a:solidFill>
                          <a:latin typeface="Cambria Math" panose="02040503050406030204" pitchFamily="18" charset="0"/>
                        </a:rPr>
                        <m:t>𝑎</m:t>
                      </m:r>
                      <m:r>
                        <a:rPr lang="en-US" sz="220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ea typeface="Cambria Math" panose="02040503050406030204" pitchFamily="18" charset="0"/>
                            </a:rPr>
                          </m:ctrlPr>
                        </m:sSubPr>
                        <m:e>
                          <m:r>
                            <a:rPr lang="en-US" sz="2200" i="1">
                              <a:solidFill>
                                <a:srgbClr val="000000"/>
                              </a:solidFill>
                              <a:latin typeface="Cambria Math" panose="02040503050406030204" pitchFamily="18" charset="0"/>
                              <a:ea typeface="Cambria Math" panose="02040503050406030204" pitchFamily="18" charset="0"/>
                            </a:rPr>
                            <m:t>𝜇</m:t>
                          </m:r>
                        </m:e>
                        <m:sub>
                          <m:r>
                            <a:rPr lang="en-US" sz="2200" i="1">
                              <a:solidFill>
                                <a:srgbClr val="000000"/>
                              </a:solidFill>
                              <a:latin typeface="Cambria Math" panose="02040503050406030204" pitchFamily="18" charset="0"/>
                            </a:rPr>
                            <m:t>𝑘</m:t>
                          </m:r>
                        </m:sub>
                      </m:sSub>
                      <m:d>
                        <m:dPr>
                          <m:ctrlPr>
                            <a:rPr lang="en-US" sz="2200" i="1">
                              <a:solidFill>
                                <a:srgbClr val="000000"/>
                              </a:solidFill>
                              <a:latin typeface="Cambria Math" panose="02040503050406030204" pitchFamily="18" charset="0"/>
                            </a:rPr>
                          </m:ctrlPr>
                        </m:dPr>
                        <m:e>
                          <m:sSub>
                            <m:sSubPr>
                              <m:ctrlPr>
                                <a:rPr lang="en-US" sz="2200">
                                  <a:solidFill>
                                    <a:srgbClr val="000000"/>
                                  </a:solidFill>
                                  <a:latin typeface="Cambria Math" panose="02040503050406030204" pitchFamily="18" charset="0"/>
                                </a:rPr>
                              </m:ctrlPr>
                            </m:sSubPr>
                            <m:e>
                              <m:r>
                                <m:rPr>
                                  <m:sty m:val="p"/>
                                </m:rPr>
                                <a:rPr lang="en-US" sz="2200">
                                  <a:solidFill>
                                    <a:srgbClr val="000000"/>
                                  </a:solidFill>
                                  <a:latin typeface="Cambria Math" panose="02040503050406030204" pitchFamily="18" charset="0"/>
                                </a:rPr>
                                <m:t>m</m:t>
                              </m:r>
                            </m:e>
                            <m:sub>
                              <m:r>
                                <a:rPr lang="en-US" sz="2200">
                                  <a:solidFill>
                                    <a:srgbClr val="000000"/>
                                  </a:solidFill>
                                  <a:latin typeface="Cambria Math" panose="02040503050406030204" pitchFamily="18" charset="0"/>
                                </a:rPr>
                                <m:t>1</m:t>
                              </m:r>
                            </m:sub>
                          </m:sSub>
                          <m:r>
                            <m:rPr>
                              <m:sty m:val="p"/>
                            </m:rPr>
                            <a:rPr lang="en-US" sz="2200">
                              <a:solidFill>
                                <a:srgbClr val="000000"/>
                              </a:solidFill>
                              <a:latin typeface="Cambria Math" panose="02040503050406030204" pitchFamily="18" charset="0"/>
                            </a:rPr>
                            <m:t>g</m:t>
                          </m:r>
                        </m:e>
                      </m:d>
                      <m:r>
                        <a:rPr lang="en-US" sz="2200" i="1">
                          <a:solidFill>
                            <a:srgbClr val="000000"/>
                          </a:solidFill>
                          <a:latin typeface="Cambria Math" panose="02040503050406030204" pitchFamily="18" charset="0"/>
                        </a:rPr>
                        <m:t>……(2)</m:t>
                      </m:r>
                    </m:oMath>
                  </m:oMathPara>
                </a14:m>
                <a:endParaRPr lang="en-US" sz="2200" dirty="0">
                  <a:solidFill>
                    <a:srgbClr val="000000"/>
                  </a:solidFill>
                  <a:latin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732F5060-EB94-ED52-FC1F-4BF98FAA96D5}"/>
                  </a:ext>
                </a:extLst>
              </p:cNvPr>
              <p:cNvSpPr txBox="1">
                <a:spLocks noRot="1" noChangeAspect="1" noMove="1" noResize="1" noEditPoints="1" noAdjustHandles="1" noChangeArrowheads="1" noChangeShapeType="1" noTextEdit="1"/>
              </p:cNvSpPr>
              <p:nvPr/>
            </p:nvSpPr>
            <p:spPr>
              <a:xfrm>
                <a:off x="1699840" y="6221056"/>
                <a:ext cx="4153884" cy="430887"/>
              </a:xfrm>
              <a:prstGeom prst="rect">
                <a:avLst/>
              </a:prstGeom>
              <a:blipFill>
                <a:blip r:embed="rId9"/>
                <a:stretch>
                  <a:fillRect l="-147"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E7B383-E914-4E1B-4450-F5FE9636BAF8}"/>
                  </a:ext>
                </a:extLst>
              </p:cNvPr>
              <p:cNvSpPr txBox="1"/>
              <p:nvPr/>
            </p:nvSpPr>
            <p:spPr>
              <a:xfrm>
                <a:off x="8497039" y="6046776"/>
                <a:ext cx="3340117" cy="430887"/>
              </a:xfrm>
              <a:prstGeom prst="rect">
                <a:avLst/>
              </a:prstGeom>
              <a:solidFill>
                <a:schemeClr val="bg1">
                  <a:lumMod val="85000"/>
                </a:schemeClr>
              </a:solidFill>
            </p:spPr>
            <p:txBody>
              <a:bodyPr wrap="square" rtlCol="0">
                <a:spAutoFit/>
              </a:bodyPr>
              <a:lstStyle/>
              <a:p>
                <a:pPr/>
                <a14:m>
                  <m:oMathPara xmlns:m="http://schemas.openxmlformats.org/officeDocument/2006/math">
                    <m:oMathParaPr>
                      <m:jc m:val="left"/>
                    </m:oMathParaPr>
                    <m:oMath>
                      <m:r>
                        <m:rPr>
                          <m:sty m:val="p"/>
                        </m:rPr>
                        <a:rPr lang="en-US" sz="2200" b="0" i="0" smtClean="0">
                          <a:solidFill>
                            <a:srgbClr val="000000"/>
                          </a:solidFill>
                          <a:latin typeface="Cambria Math" panose="02040503050406030204" pitchFamily="18" charset="0"/>
                        </a:rPr>
                        <m:t>T</m:t>
                      </m:r>
                      <m:r>
                        <a:rPr lang="en-US" sz="2200" b="0" i="0" smtClean="0">
                          <a:solidFill>
                            <a:srgbClr val="000000"/>
                          </a:solidFill>
                          <a:latin typeface="Cambria Math" panose="02040503050406030204" pitchFamily="18" charset="0"/>
                        </a:rPr>
                        <m:t>=</m:t>
                      </m:r>
                      <m:sSub>
                        <m:sSubPr>
                          <m:ctrlPr>
                            <a:rPr lang="en-US" sz="2200">
                              <a:solidFill>
                                <a:srgbClr val="000000"/>
                              </a:solidFill>
                              <a:latin typeface="Cambria Math" panose="02040503050406030204" pitchFamily="18" charset="0"/>
                            </a:rPr>
                          </m:ctrlPr>
                        </m:sSubPr>
                        <m:e>
                          <m:r>
                            <m:rPr>
                              <m:sty m:val="p"/>
                            </m:rPr>
                            <a:rPr lang="en-US" sz="2200">
                              <a:solidFill>
                                <a:srgbClr val="000000"/>
                              </a:solidFill>
                              <a:latin typeface="Cambria Math" panose="02040503050406030204" pitchFamily="18" charset="0"/>
                            </a:rPr>
                            <m:t>m</m:t>
                          </m:r>
                        </m:e>
                        <m:sub>
                          <m:r>
                            <a:rPr lang="en-US" sz="2200">
                              <a:solidFill>
                                <a:srgbClr val="000000"/>
                              </a:solidFill>
                              <a:latin typeface="Cambria Math" panose="02040503050406030204" pitchFamily="18" charset="0"/>
                            </a:rPr>
                            <m:t>2</m:t>
                          </m:r>
                        </m:sub>
                      </m:sSub>
                      <m:r>
                        <m:rPr>
                          <m:sty m:val="p"/>
                        </m:rPr>
                        <a:rPr lang="en-US" sz="2200">
                          <a:solidFill>
                            <a:srgbClr val="000000"/>
                          </a:solidFill>
                          <a:latin typeface="Cambria Math" panose="02040503050406030204" pitchFamily="18" charset="0"/>
                        </a:rPr>
                        <m:t>g</m:t>
                      </m:r>
                      <m:r>
                        <a:rPr lang="en-US" sz="2200" b="0" i="0" smtClean="0">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𝑚</m:t>
                          </m:r>
                        </m:e>
                        <m:sub>
                          <m:r>
                            <a:rPr lang="en-US" sz="2200" i="1">
                              <a:solidFill>
                                <a:srgbClr val="000000"/>
                              </a:solidFill>
                              <a:latin typeface="Cambria Math" panose="02040503050406030204" pitchFamily="18" charset="0"/>
                            </a:rPr>
                            <m:t>2</m:t>
                          </m:r>
                        </m:sub>
                      </m:sSub>
                      <m:r>
                        <a:rPr lang="en-US" sz="2200" b="0" i="1" smtClean="0">
                          <a:solidFill>
                            <a:srgbClr val="000000"/>
                          </a:solidFill>
                          <a:latin typeface="Cambria Math" panose="02040503050406030204" pitchFamily="18" charset="0"/>
                        </a:rPr>
                        <m:t>𝑎</m:t>
                      </m:r>
                      <m:r>
                        <a:rPr lang="en-US" sz="2200" b="0" i="0" smtClean="0">
                          <a:solidFill>
                            <a:srgbClr val="000000"/>
                          </a:solidFill>
                          <a:latin typeface="Cambria Math" panose="02040503050406030204" pitchFamily="18" charset="0"/>
                        </a:rPr>
                        <m:t>……(3)</m:t>
                      </m:r>
                    </m:oMath>
                  </m:oMathPara>
                </a14:m>
                <a:endParaRPr lang="en-US" sz="2200" dirty="0"/>
              </a:p>
            </p:txBody>
          </p:sp>
        </mc:Choice>
        <mc:Fallback xmlns="">
          <p:sp>
            <p:nvSpPr>
              <p:cNvPr id="30" name="TextBox 29">
                <a:extLst>
                  <a:ext uri="{FF2B5EF4-FFF2-40B4-BE49-F238E27FC236}">
                    <a16:creationId xmlns:a16="http://schemas.microsoft.com/office/drawing/2014/main" id="{F0E7B383-E914-4E1B-4450-F5FE9636BAF8}"/>
                  </a:ext>
                </a:extLst>
              </p:cNvPr>
              <p:cNvSpPr txBox="1">
                <a:spLocks noRot="1" noChangeAspect="1" noMove="1" noResize="1" noEditPoints="1" noAdjustHandles="1" noChangeArrowheads="1" noChangeShapeType="1" noTextEdit="1"/>
              </p:cNvSpPr>
              <p:nvPr/>
            </p:nvSpPr>
            <p:spPr>
              <a:xfrm>
                <a:off x="8497039" y="6046776"/>
                <a:ext cx="3340117" cy="430887"/>
              </a:xfrm>
              <a:prstGeom prst="rect">
                <a:avLst/>
              </a:prstGeom>
              <a:blipFill>
                <a:blip r:embed="rId10"/>
                <a:stretch>
                  <a:fillRect l="-182" b="-15493"/>
                </a:stretch>
              </a:blipFill>
            </p:spPr>
            <p:txBody>
              <a:bodyPr/>
              <a:lstStyle/>
              <a:p>
                <a:r>
                  <a:rPr lang="en-US">
                    <a:noFill/>
                  </a:rPr>
                  <a:t> </a:t>
                </a:r>
              </a:p>
            </p:txBody>
          </p:sp>
        </mc:Fallback>
      </mc:AlternateContent>
    </p:spTree>
    <p:extLst>
      <p:ext uri="{BB962C8B-B14F-4D97-AF65-F5344CB8AC3E}">
        <p14:creationId xmlns:p14="http://schemas.microsoft.com/office/powerpoint/2010/main" val="199744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2"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943992-EBBB-D945-372F-19869EE63F40}"/>
                  </a:ext>
                </a:extLst>
              </p:cNvPr>
              <p:cNvSpPr txBox="1"/>
              <p:nvPr/>
            </p:nvSpPr>
            <p:spPr>
              <a:xfrm>
                <a:off x="1521434" y="1023650"/>
                <a:ext cx="4266421" cy="461665"/>
              </a:xfrm>
              <a:prstGeom prst="rect">
                <a:avLst/>
              </a:prstGeom>
              <a:noFill/>
            </p:spPr>
            <p:txBody>
              <a:bodyPr wrap="square">
                <a:spAutoFit/>
              </a:bodyPr>
              <a:lstStyle/>
              <a:p>
                <a:r>
                  <a:rPr lang="en-US" sz="2400">
                    <a:solidFill>
                      <a:srgbClr val="000000"/>
                    </a:solidFill>
                  </a:rPr>
                  <a:t> </a:t>
                </a:r>
                <a14:m>
                  <m:oMath xmlns:m="http://schemas.openxmlformats.org/officeDocument/2006/math">
                    <m:r>
                      <m:rPr>
                        <m:sty m:val="p"/>
                      </m:rPr>
                      <a:rPr lang="en-US" sz="2400">
                        <a:solidFill>
                          <a:srgbClr val="000000"/>
                        </a:solidFill>
                        <a:latin typeface="Cambria Math" panose="02040503050406030204" pitchFamily="18" charset="0"/>
                      </a:rPr>
                      <m:t>T</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ea typeface="Cambria Math" panose="02040503050406030204" pitchFamily="18" charset="0"/>
                          </a:rPr>
                        </m:ctrlPr>
                      </m:sSubPr>
                      <m:e>
                        <m:r>
                          <a:rPr lang="en-US" sz="2400" i="1">
                            <a:solidFill>
                              <a:srgbClr val="000000"/>
                            </a:solidFill>
                            <a:latin typeface="Cambria Math" panose="02040503050406030204" pitchFamily="18" charset="0"/>
                            <a:ea typeface="Cambria Math" panose="02040503050406030204" pitchFamily="18" charset="0"/>
                          </a:rPr>
                          <m:t>𝜇</m:t>
                        </m:r>
                      </m:e>
                      <m:sub>
                        <m:r>
                          <a:rPr lang="en-US" sz="2400" i="1">
                            <a:solidFill>
                              <a:srgbClr val="000000"/>
                            </a:solidFill>
                            <a:latin typeface="Cambria Math" panose="02040503050406030204" pitchFamily="18" charset="0"/>
                          </a:rPr>
                          <m:t>𝑘</m:t>
                        </m:r>
                      </m:sub>
                    </m:sSub>
                    <m:d>
                      <m:dPr>
                        <m:ctrlPr>
                          <a:rPr lang="en-US" sz="2400" i="1">
                            <a:solidFill>
                              <a:srgbClr val="000000"/>
                            </a:solidFill>
                            <a:latin typeface="Cambria Math" panose="02040503050406030204" pitchFamily="18" charset="0"/>
                          </a:rPr>
                        </m:ctrlPr>
                      </m:dPr>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1</m:t>
                            </m:r>
                          </m:sub>
                        </m:sSub>
                        <m:r>
                          <m:rPr>
                            <m:sty m:val="p"/>
                          </m:rPr>
                          <a:rPr lang="en-US" sz="2400">
                            <a:solidFill>
                              <a:srgbClr val="000000"/>
                            </a:solidFill>
                            <a:latin typeface="Cambria Math" panose="02040503050406030204" pitchFamily="18" charset="0"/>
                          </a:rPr>
                          <m:t>g</m:t>
                        </m:r>
                      </m:e>
                    </m:d>
                    <m:r>
                      <a:rPr lang="en-US" sz="2400" b="0" i="1" smtClean="0">
                        <a:solidFill>
                          <a:srgbClr val="000000"/>
                        </a:solidFill>
                        <a:latin typeface="Cambria Math" panose="02040503050406030204" pitchFamily="18" charset="0"/>
                      </a:rPr>
                      <m:t>……(2)</m:t>
                    </m:r>
                  </m:oMath>
                </a14:m>
                <a:r>
                  <a:rPr lang="en-US" sz="2400"/>
                  <a:t> </a:t>
                </a:r>
              </a:p>
            </p:txBody>
          </p:sp>
        </mc:Choice>
        <mc:Fallback xmlns="">
          <p:sp>
            <p:nvSpPr>
              <p:cNvPr id="3" name="TextBox 2">
                <a:extLst>
                  <a:ext uri="{FF2B5EF4-FFF2-40B4-BE49-F238E27FC236}">
                    <a16:creationId xmlns:a16="http://schemas.microsoft.com/office/drawing/2014/main" id="{BF943992-EBBB-D945-372F-19869EE63F40}"/>
                  </a:ext>
                </a:extLst>
              </p:cNvPr>
              <p:cNvSpPr txBox="1">
                <a:spLocks noRot="1" noChangeAspect="1" noMove="1" noResize="1" noEditPoints="1" noAdjustHandles="1" noChangeArrowheads="1" noChangeShapeType="1" noTextEdit="1"/>
              </p:cNvSpPr>
              <p:nvPr/>
            </p:nvSpPr>
            <p:spPr>
              <a:xfrm>
                <a:off x="1521434" y="1023650"/>
                <a:ext cx="4266421" cy="461665"/>
              </a:xfrm>
              <a:prstGeom prst="rect">
                <a:avLst/>
              </a:prstGeom>
              <a:blipFill>
                <a:blip r:embed="rId2"/>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3B6BE1-8EFB-E700-ADF9-BF771D1E023E}"/>
                  </a:ext>
                </a:extLst>
              </p:cNvPr>
              <p:cNvSpPr txBox="1"/>
              <p:nvPr/>
            </p:nvSpPr>
            <p:spPr>
              <a:xfrm>
                <a:off x="1530765" y="1630131"/>
                <a:ext cx="3352022" cy="461665"/>
              </a:xfrm>
              <a:prstGeom prst="rect">
                <a:avLst/>
              </a:prstGeom>
              <a:noFill/>
            </p:spPr>
            <p:txBody>
              <a:bodyPr wrap="square">
                <a:spAutoFit/>
              </a:bodyPr>
              <a:lstStyle/>
              <a:p>
                <a:pPr/>
                <a14:m>
                  <m:oMathPara xmlns:m="http://schemas.openxmlformats.org/officeDocument/2006/math">
                    <m:oMathParaPr>
                      <m:jc m:val="left"/>
                    </m:oMathParaPr>
                    <m:oMath>
                      <m:r>
                        <a:rPr lang="en-US" sz="2400" b="0" i="0" smtClean="0">
                          <a:solidFill>
                            <a:srgbClr val="000000"/>
                          </a:solidFill>
                          <a:latin typeface="Cambria Math" panose="02040503050406030204" pitchFamily="18" charset="0"/>
                        </a:rPr>
                        <m:t> </m:t>
                      </m:r>
                      <m:r>
                        <m:rPr>
                          <m:sty m:val="p"/>
                        </m:rPr>
                        <a:rPr lang="en-US" sz="2400" b="0" i="0" smtClean="0">
                          <a:solidFill>
                            <a:srgbClr val="000000"/>
                          </a:solidFill>
                          <a:latin typeface="Cambria Math" panose="02040503050406030204" pitchFamily="18" charset="0"/>
                        </a:rPr>
                        <m:t>T</m:t>
                      </m:r>
                      <m:r>
                        <a:rPr lang="en-US" sz="2400" b="0" i="0" smtClean="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……(3)</m:t>
                      </m:r>
                    </m:oMath>
                  </m:oMathPara>
                </a14:m>
                <a:endParaRPr lang="en-US" sz="2400"/>
              </a:p>
            </p:txBody>
          </p:sp>
        </mc:Choice>
        <mc:Fallback xmlns="">
          <p:sp>
            <p:nvSpPr>
              <p:cNvPr id="5" name="TextBox 4">
                <a:extLst>
                  <a:ext uri="{FF2B5EF4-FFF2-40B4-BE49-F238E27FC236}">
                    <a16:creationId xmlns:a16="http://schemas.microsoft.com/office/drawing/2014/main" id="{A23B6BE1-8EFB-E700-ADF9-BF771D1E023E}"/>
                  </a:ext>
                </a:extLst>
              </p:cNvPr>
              <p:cNvSpPr txBox="1">
                <a:spLocks noRot="1" noChangeAspect="1" noMove="1" noResize="1" noEditPoints="1" noAdjustHandles="1" noChangeArrowheads="1" noChangeShapeType="1" noTextEdit="1"/>
              </p:cNvSpPr>
              <p:nvPr/>
            </p:nvSpPr>
            <p:spPr>
              <a:xfrm>
                <a:off x="1530765" y="1630131"/>
                <a:ext cx="3352022" cy="461665"/>
              </a:xfrm>
              <a:prstGeom prst="rect">
                <a:avLst/>
              </a:prstGeom>
              <a:blipFill>
                <a:blip r:embed="rId3"/>
                <a:stretch>
                  <a:fillRect r="-1455"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035AFD3-70D9-3044-EE8C-E8A5C9AA5C70}"/>
                  </a:ext>
                </a:extLst>
              </p:cNvPr>
              <p:cNvSpPr txBox="1"/>
              <p:nvPr/>
            </p:nvSpPr>
            <p:spPr>
              <a:xfrm>
                <a:off x="1281947" y="2230406"/>
                <a:ext cx="3352022" cy="461665"/>
              </a:xfrm>
              <a:prstGeom prst="rect">
                <a:avLst/>
              </a:prstGeom>
              <a:noFill/>
            </p:spPr>
            <p:txBody>
              <a:bodyPr wrap="square">
                <a:spAutoFit/>
              </a:bodyPr>
              <a:lstStyle/>
              <a:p>
                <a:pPr/>
                <a14:m>
                  <m:oMathPara xmlns:m="http://schemas.openxmlformats.org/officeDocument/2006/math">
                    <m:oMathParaPr>
                      <m:jc m:val="left"/>
                    </m:oMathParaPr>
                    <m:oMath>
                      <m:r>
                        <m:rPr>
                          <m:sty m:val="p"/>
                        </m:rPr>
                        <a:rPr lang="en-US" sz="2400" smtClean="0">
                          <a:solidFill>
                            <a:srgbClr val="0070C0"/>
                          </a:solidFill>
                          <a:latin typeface="Cambria Math" panose="02040503050406030204" pitchFamily="18" charset="0"/>
                        </a:rPr>
                        <m:t>F</m:t>
                      </m:r>
                      <m:r>
                        <m:rPr>
                          <m:sty m:val="p"/>
                        </m:rPr>
                        <a:rPr lang="en-US" sz="2400" b="0" i="0" smtClean="0">
                          <a:solidFill>
                            <a:srgbClr val="0070C0"/>
                          </a:solidFill>
                          <a:latin typeface="Cambria Math" panose="02040503050406030204" pitchFamily="18" charset="0"/>
                        </a:rPr>
                        <m:t>rom</m:t>
                      </m:r>
                      <m:r>
                        <a:rPr lang="en-US" sz="2400" b="0" i="0" smtClean="0">
                          <a:solidFill>
                            <a:srgbClr val="0070C0"/>
                          </a:solidFill>
                          <a:latin typeface="Cambria Math" panose="02040503050406030204" pitchFamily="18" charset="0"/>
                        </a:rPr>
                        <m:t> </m:t>
                      </m:r>
                      <m:r>
                        <m:rPr>
                          <m:sty m:val="p"/>
                        </m:rPr>
                        <a:rPr lang="en-US" sz="2400" b="0" i="0" smtClean="0">
                          <a:solidFill>
                            <a:srgbClr val="0070C0"/>
                          </a:solidFill>
                          <a:latin typeface="Cambria Math" panose="02040503050406030204" pitchFamily="18" charset="0"/>
                        </a:rPr>
                        <m:t>equation</m:t>
                      </m:r>
                      <m:r>
                        <a:rPr lang="en-US" sz="2400" b="0" i="0" smtClean="0">
                          <a:solidFill>
                            <a:srgbClr val="0070C0"/>
                          </a:solidFill>
                          <a:latin typeface="Cambria Math" panose="02040503050406030204" pitchFamily="18" charset="0"/>
                        </a:rPr>
                        <m:t> </m:t>
                      </m:r>
                      <m:d>
                        <m:dPr>
                          <m:ctrlPr>
                            <a:rPr lang="en-US" sz="2400" b="0" i="0" smtClean="0">
                              <a:solidFill>
                                <a:srgbClr val="0070C0"/>
                              </a:solidFill>
                              <a:latin typeface="Cambria Math" panose="02040503050406030204" pitchFamily="18" charset="0"/>
                            </a:rPr>
                          </m:ctrlPr>
                        </m:dPr>
                        <m:e>
                          <m:r>
                            <a:rPr lang="en-US" sz="2400" b="0" i="0" smtClean="0">
                              <a:solidFill>
                                <a:srgbClr val="0070C0"/>
                              </a:solidFill>
                              <a:latin typeface="Cambria Math" panose="02040503050406030204" pitchFamily="18" charset="0"/>
                            </a:rPr>
                            <m:t>2</m:t>
                          </m:r>
                        </m:e>
                      </m:d>
                      <m:r>
                        <m:rPr>
                          <m:sty m:val="p"/>
                        </m:rPr>
                        <a:rPr lang="en-US" sz="2400" b="0" i="0" smtClean="0">
                          <a:solidFill>
                            <a:srgbClr val="0070C0"/>
                          </a:solidFill>
                          <a:latin typeface="Cambria Math" panose="02040503050406030204" pitchFamily="18" charset="0"/>
                        </a:rPr>
                        <m:t>and</m:t>
                      </m:r>
                      <m:r>
                        <a:rPr lang="en-US" sz="2400" b="0" i="0" smtClean="0">
                          <a:solidFill>
                            <a:srgbClr val="0070C0"/>
                          </a:solidFill>
                          <a:latin typeface="Cambria Math" panose="02040503050406030204" pitchFamily="18" charset="0"/>
                        </a:rPr>
                        <m:t> (3)</m:t>
                      </m:r>
                    </m:oMath>
                  </m:oMathPara>
                </a14:m>
                <a:endParaRPr lang="en-US" sz="2400">
                  <a:solidFill>
                    <a:srgbClr val="0070C0"/>
                  </a:solidFill>
                </a:endParaRPr>
              </a:p>
            </p:txBody>
          </p:sp>
        </mc:Choice>
        <mc:Fallback xmlns="">
          <p:sp>
            <p:nvSpPr>
              <p:cNvPr id="7" name="TextBox 6">
                <a:extLst>
                  <a:ext uri="{FF2B5EF4-FFF2-40B4-BE49-F238E27FC236}">
                    <a16:creationId xmlns:a16="http://schemas.microsoft.com/office/drawing/2014/main" id="{3035AFD3-70D9-3044-EE8C-E8A5C9AA5C70}"/>
                  </a:ext>
                </a:extLst>
              </p:cNvPr>
              <p:cNvSpPr txBox="1">
                <a:spLocks noRot="1" noChangeAspect="1" noMove="1" noResize="1" noEditPoints="1" noAdjustHandles="1" noChangeArrowheads="1" noChangeShapeType="1" noTextEdit="1"/>
              </p:cNvSpPr>
              <p:nvPr/>
            </p:nvSpPr>
            <p:spPr>
              <a:xfrm>
                <a:off x="1281947" y="2230406"/>
                <a:ext cx="3352022" cy="461665"/>
              </a:xfrm>
              <a:prstGeom prst="rect">
                <a:avLst/>
              </a:prstGeom>
              <a:blipFill>
                <a:blip r:embed="rId4"/>
                <a:stretch>
                  <a:fillRect l="-364" r="-836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8447924-C3FD-1A94-1177-4699E1DEAC59}"/>
                  </a:ext>
                </a:extLst>
              </p:cNvPr>
              <p:cNvSpPr txBox="1"/>
              <p:nvPr/>
            </p:nvSpPr>
            <p:spPr>
              <a:xfrm>
                <a:off x="600810" y="2920873"/>
                <a:ext cx="4266421" cy="461665"/>
              </a:xfrm>
              <a:prstGeom prst="rect">
                <a:avLst/>
              </a:prstGeom>
              <a:noFill/>
            </p:spPr>
            <p:txBody>
              <a:bodyPr wrap="square">
                <a:spAutoFit/>
              </a:bodyPr>
              <a:lstStyle/>
              <a:p>
                <a:r>
                  <a:rPr lang="en-US" sz="2400">
                    <a:solidFill>
                      <a:srgbClr val="000000"/>
                    </a:solidFill>
                  </a:rPr>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ea typeface="Cambria Math" panose="02040503050406030204" pitchFamily="18" charset="0"/>
                          </a:rPr>
                        </m:ctrlPr>
                      </m:sSubPr>
                      <m:e>
                        <m:r>
                          <a:rPr lang="en-US" sz="2400" i="1">
                            <a:solidFill>
                              <a:srgbClr val="000000"/>
                            </a:solidFill>
                            <a:latin typeface="Cambria Math" panose="02040503050406030204" pitchFamily="18" charset="0"/>
                            <a:ea typeface="Cambria Math" panose="02040503050406030204" pitchFamily="18" charset="0"/>
                          </a:rPr>
                          <m:t>𝜇</m:t>
                        </m:r>
                      </m:e>
                      <m:sub>
                        <m:r>
                          <a:rPr lang="en-US" sz="2400" i="1">
                            <a:solidFill>
                              <a:srgbClr val="000000"/>
                            </a:solidFill>
                            <a:latin typeface="Cambria Math" panose="02040503050406030204" pitchFamily="18" charset="0"/>
                          </a:rPr>
                          <m:t>𝑘</m:t>
                        </m:r>
                      </m:sub>
                    </m:sSub>
                    <m:d>
                      <m:dPr>
                        <m:ctrlPr>
                          <a:rPr lang="en-US" sz="2400" i="1">
                            <a:solidFill>
                              <a:srgbClr val="000000"/>
                            </a:solidFill>
                            <a:latin typeface="Cambria Math" panose="02040503050406030204" pitchFamily="18" charset="0"/>
                          </a:rPr>
                        </m:ctrlPr>
                      </m:dPr>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1</m:t>
                            </m:r>
                          </m:sub>
                        </m:sSub>
                        <m:r>
                          <m:rPr>
                            <m:sty m:val="p"/>
                          </m:rPr>
                          <a:rPr lang="en-US" sz="2400">
                            <a:solidFill>
                              <a:srgbClr val="000000"/>
                            </a:solidFill>
                            <a:latin typeface="Cambria Math" panose="02040503050406030204" pitchFamily="18" charset="0"/>
                          </a:rPr>
                          <m:t>g</m:t>
                        </m:r>
                      </m:e>
                    </m:d>
                    <m:r>
                      <a:rPr lang="en-US" sz="2400" b="0" i="1" smtClean="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𝑎</m:t>
                    </m:r>
                  </m:oMath>
                </a14:m>
                <a:endParaRPr lang="en-US" sz="2400"/>
              </a:p>
            </p:txBody>
          </p:sp>
        </mc:Choice>
        <mc:Fallback xmlns="">
          <p:sp>
            <p:nvSpPr>
              <p:cNvPr id="8" name="TextBox 7">
                <a:extLst>
                  <a:ext uri="{FF2B5EF4-FFF2-40B4-BE49-F238E27FC236}">
                    <a16:creationId xmlns:a16="http://schemas.microsoft.com/office/drawing/2014/main" id="{38447924-C3FD-1A94-1177-4699E1DEAC59}"/>
                  </a:ext>
                </a:extLst>
              </p:cNvPr>
              <p:cNvSpPr txBox="1">
                <a:spLocks noRot="1" noChangeAspect="1" noMove="1" noResize="1" noEditPoints="1" noAdjustHandles="1" noChangeArrowheads="1" noChangeShapeType="1" noTextEdit="1"/>
              </p:cNvSpPr>
              <p:nvPr/>
            </p:nvSpPr>
            <p:spPr>
              <a:xfrm>
                <a:off x="600810" y="2920873"/>
                <a:ext cx="4266421" cy="461665"/>
              </a:xfrm>
              <a:prstGeom prst="rect">
                <a:avLst/>
              </a:prstGeom>
              <a:blipFill>
                <a:blip r:embed="rId5"/>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F9E59A-962D-544E-1FF9-BAA73ABAB508}"/>
                  </a:ext>
                </a:extLst>
              </p:cNvPr>
              <p:cNvSpPr txBox="1"/>
              <p:nvPr/>
            </p:nvSpPr>
            <p:spPr>
              <a:xfrm>
                <a:off x="1163754" y="3558465"/>
                <a:ext cx="4263312" cy="461665"/>
              </a:xfrm>
              <a:prstGeom prst="rect">
                <a:avLst/>
              </a:prstGeom>
              <a:noFill/>
            </p:spPr>
            <p:txBody>
              <a:bodyPr wrap="square">
                <a:spAutoFit/>
              </a:bodyPr>
              <a:lstStyle/>
              <a:p>
                <a:r>
                  <a:rPr lang="en-US" sz="2400">
                    <a:solidFill>
                      <a:srgbClr val="000000"/>
                    </a:solidFill>
                  </a:rPr>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𝑎</m:t>
                    </m:r>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𝑎</m:t>
                    </m:r>
                    <m:r>
                      <a:rPr lang="en-US" sz="2400" b="0" i="1" smtClean="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ea typeface="Cambria Math" panose="02040503050406030204" pitchFamily="18" charset="0"/>
                          </a:rPr>
                        </m:ctrlPr>
                      </m:sSubPr>
                      <m:e>
                        <m:r>
                          <a:rPr lang="en-US" sz="2400" i="1">
                            <a:solidFill>
                              <a:srgbClr val="000000"/>
                            </a:solidFill>
                            <a:latin typeface="Cambria Math" panose="02040503050406030204" pitchFamily="18" charset="0"/>
                            <a:ea typeface="Cambria Math" panose="02040503050406030204" pitchFamily="18" charset="0"/>
                          </a:rPr>
                          <m:t>𝜇</m:t>
                        </m:r>
                      </m:e>
                      <m:sub>
                        <m:r>
                          <a:rPr lang="en-US" sz="2400" i="1">
                            <a:solidFill>
                              <a:srgbClr val="000000"/>
                            </a:solidFill>
                            <a:latin typeface="Cambria Math" panose="02040503050406030204" pitchFamily="18" charset="0"/>
                          </a:rPr>
                          <m:t>𝑘</m:t>
                        </m:r>
                      </m:sub>
                    </m:sSub>
                    <m:d>
                      <m:dPr>
                        <m:ctrlPr>
                          <a:rPr lang="en-US" sz="2400" i="1">
                            <a:solidFill>
                              <a:srgbClr val="000000"/>
                            </a:solidFill>
                            <a:latin typeface="Cambria Math" panose="02040503050406030204" pitchFamily="18" charset="0"/>
                          </a:rPr>
                        </m:ctrlPr>
                      </m:dPr>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1</m:t>
                            </m:r>
                          </m:sub>
                        </m:sSub>
                        <m:r>
                          <m:rPr>
                            <m:sty m:val="p"/>
                          </m:rPr>
                          <a:rPr lang="en-US" sz="2400">
                            <a:solidFill>
                              <a:srgbClr val="000000"/>
                            </a:solidFill>
                            <a:latin typeface="Cambria Math" panose="02040503050406030204" pitchFamily="18" charset="0"/>
                          </a:rPr>
                          <m:t>g</m:t>
                        </m:r>
                      </m:e>
                    </m:d>
                  </m:oMath>
                </a14:m>
                <a:endParaRPr lang="en-US" sz="2400"/>
              </a:p>
            </p:txBody>
          </p:sp>
        </mc:Choice>
        <mc:Fallback xmlns="">
          <p:sp>
            <p:nvSpPr>
              <p:cNvPr id="9" name="TextBox 8">
                <a:extLst>
                  <a:ext uri="{FF2B5EF4-FFF2-40B4-BE49-F238E27FC236}">
                    <a16:creationId xmlns:a16="http://schemas.microsoft.com/office/drawing/2014/main" id="{B0F9E59A-962D-544E-1FF9-BAA73ABAB508}"/>
                  </a:ext>
                </a:extLst>
              </p:cNvPr>
              <p:cNvSpPr txBox="1">
                <a:spLocks noRot="1" noChangeAspect="1" noMove="1" noResize="1" noEditPoints="1" noAdjustHandles="1" noChangeArrowheads="1" noChangeShapeType="1" noTextEdit="1"/>
              </p:cNvSpPr>
              <p:nvPr/>
            </p:nvSpPr>
            <p:spPr>
              <a:xfrm>
                <a:off x="1163754" y="3558465"/>
                <a:ext cx="4263312" cy="461665"/>
              </a:xfrm>
              <a:prstGeom prst="rect">
                <a:avLst/>
              </a:prstGeom>
              <a:blipFill>
                <a:blip r:embed="rId6"/>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00A0C4-C748-B018-79AD-6D244B9129E0}"/>
                  </a:ext>
                </a:extLst>
              </p:cNvPr>
              <p:cNvSpPr txBox="1"/>
              <p:nvPr/>
            </p:nvSpPr>
            <p:spPr>
              <a:xfrm>
                <a:off x="1036235" y="4233379"/>
                <a:ext cx="4263312" cy="461665"/>
              </a:xfrm>
              <a:prstGeom prst="rect">
                <a:avLst/>
              </a:prstGeom>
              <a:noFill/>
            </p:spPr>
            <p:txBody>
              <a:bodyPr wrap="square">
                <a:spAutoFit/>
              </a:bodyPr>
              <a:lstStyle/>
              <a:p>
                <a:r>
                  <a:rPr lang="en-US" sz="2400">
                    <a:solidFill>
                      <a:srgbClr val="000000"/>
                    </a:solidFill>
                  </a:rPr>
                  <a:t> </a:t>
                </a:r>
                <a14:m>
                  <m:oMath xmlns:m="http://schemas.openxmlformats.org/officeDocument/2006/math">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𝑎</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ea typeface="Cambria Math" panose="02040503050406030204" pitchFamily="18" charset="0"/>
                          </a:rPr>
                        </m:ctrlPr>
                      </m:sSubPr>
                      <m:e>
                        <m:r>
                          <a:rPr lang="en-US" sz="2400" i="1">
                            <a:solidFill>
                              <a:srgbClr val="000000"/>
                            </a:solidFill>
                            <a:latin typeface="Cambria Math" panose="02040503050406030204" pitchFamily="18" charset="0"/>
                            <a:ea typeface="Cambria Math" panose="02040503050406030204" pitchFamily="18" charset="0"/>
                          </a:rPr>
                          <m:t>𝜇</m:t>
                        </m:r>
                      </m:e>
                      <m:sub>
                        <m:r>
                          <a:rPr lang="en-US" sz="2400" i="1">
                            <a:solidFill>
                              <a:srgbClr val="000000"/>
                            </a:solidFill>
                            <a:latin typeface="Cambria Math" panose="02040503050406030204" pitchFamily="18" charset="0"/>
                          </a:rPr>
                          <m:t>𝑘</m:t>
                        </m:r>
                      </m:sub>
                    </m:sSub>
                    <m:d>
                      <m:dPr>
                        <m:ctrlPr>
                          <a:rPr lang="en-US" sz="2400" i="1">
                            <a:solidFill>
                              <a:srgbClr val="000000"/>
                            </a:solidFill>
                            <a:latin typeface="Cambria Math" panose="02040503050406030204" pitchFamily="18" charset="0"/>
                          </a:rPr>
                        </m:ctrlPr>
                      </m:dPr>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1</m:t>
                            </m:r>
                          </m:sub>
                        </m:sSub>
                        <m:r>
                          <m:rPr>
                            <m:sty m:val="p"/>
                          </m:rPr>
                          <a:rPr lang="en-US" sz="2400">
                            <a:solidFill>
                              <a:srgbClr val="000000"/>
                            </a:solidFill>
                            <a:latin typeface="Cambria Math" panose="02040503050406030204" pitchFamily="18" charset="0"/>
                          </a:rPr>
                          <m:t>g</m:t>
                        </m:r>
                      </m:e>
                    </m:d>
                  </m:oMath>
                </a14:m>
                <a:endParaRPr lang="en-US" sz="2400"/>
              </a:p>
            </p:txBody>
          </p:sp>
        </mc:Choice>
        <mc:Fallback xmlns="">
          <p:sp>
            <p:nvSpPr>
              <p:cNvPr id="10" name="TextBox 9">
                <a:extLst>
                  <a:ext uri="{FF2B5EF4-FFF2-40B4-BE49-F238E27FC236}">
                    <a16:creationId xmlns:a16="http://schemas.microsoft.com/office/drawing/2014/main" id="{8200A0C4-C748-B018-79AD-6D244B9129E0}"/>
                  </a:ext>
                </a:extLst>
              </p:cNvPr>
              <p:cNvSpPr txBox="1">
                <a:spLocks noRot="1" noChangeAspect="1" noMove="1" noResize="1" noEditPoints="1" noAdjustHandles="1" noChangeArrowheads="1" noChangeShapeType="1" noTextEdit="1"/>
              </p:cNvSpPr>
              <p:nvPr/>
            </p:nvSpPr>
            <p:spPr>
              <a:xfrm>
                <a:off x="1036235" y="4233379"/>
                <a:ext cx="4263312" cy="461665"/>
              </a:xfrm>
              <a:prstGeom prst="rect">
                <a:avLst/>
              </a:prstGeom>
              <a:blipFill>
                <a:blip r:embed="rId7"/>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212845C-DCA0-314F-BC06-8BA3F6AD6B7D}"/>
                  </a:ext>
                </a:extLst>
              </p:cNvPr>
              <p:cNvSpPr txBox="1"/>
              <p:nvPr/>
            </p:nvSpPr>
            <p:spPr>
              <a:xfrm>
                <a:off x="2473152" y="4991847"/>
                <a:ext cx="4891573" cy="874598"/>
              </a:xfrm>
              <a:prstGeom prst="rect">
                <a:avLst/>
              </a:prstGeom>
              <a:solidFill>
                <a:schemeClr val="bg1">
                  <a:lumMod val="75000"/>
                </a:schemeClr>
              </a:solidFill>
            </p:spPr>
            <p:txBody>
              <a:bodyPr wrap="square">
                <a:spAutoFit/>
              </a:bodyPr>
              <a:lstStyle/>
              <a:p>
                <a:pPr/>
                <a14:m>
                  <m:oMathPara xmlns:m="http://schemas.openxmlformats.org/officeDocument/2006/math">
                    <m:oMathParaPr>
                      <m:jc m:val="left"/>
                    </m:oMathParaPr>
                    <m:oMath>
                      <m:r>
                        <a:rPr lang="en-US" sz="2400" b="0" i="1" smtClean="0">
                          <a:solidFill>
                            <a:srgbClr val="000000"/>
                          </a:solidFill>
                          <a:latin typeface="Cambria Math" panose="02040503050406030204" pitchFamily="18" charset="0"/>
                        </a:rPr>
                        <m:t>𝑎</m:t>
                      </m:r>
                      <m:r>
                        <a:rPr lang="en-US" sz="2400" b="0" i="0"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2</m:t>
                              </m:r>
                            </m:sub>
                          </m:sSub>
                          <m:r>
                            <m:rPr>
                              <m:sty m:val="p"/>
                            </m:rPr>
                            <a:rPr lang="en-US" sz="2400">
                              <a:solidFill>
                                <a:srgbClr val="000000"/>
                              </a:solidFill>
                              <a:latin typeface="Cambria Math" panose="02040503050406030204" pitchFamily="18" charset="0"/>
                            </a:rPr>
                            <m:t>g</m:t>
                          </m:r>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ea typeface="Cambria Math" panose="02040503050406030204" pitchFamily="18" charset="0"/>
                                </a:rPr>
                              </m:ctrlPr>
                            </m:sSubPr>
                            <m:e>
                              <m:r>
                                <a:rPr lang="en-US" sz="2400" i="1">
                                  <a:solidFill>
                                    <a:srgbClr val="000000"/>
                                  </a:solidFill>
                                  <a:latin typeface="Cambria Math" panose="02040503050406030204" pitchFamily="18" charset="0"/>
                                  <a:ea typeface="Cambria Math" panose="02040503050406030204" pitchFamily="18" charset="0"/>
                                </a:rPr>
                                <m:t>𝜇</m:t>
                              </m:r>
                            </m:e>
                            <m:sub>
                              <m:r>
                                <a:rPr lang="en-US" sz="2400" i="1">
                                  <a:solidFill>
                                    <a:srgbClr val="000000"/>
                                  </a:solidFill>
                                  <a:latin typeface="Cambria Math" panose="02040503050406030204" pitchFamily="18" charset="0"/>
                                </a:rPr>
                                <m:t>𝑘</m:t>
                              </m:r>
                            </m:sub>
                          </m:sSub>
                          <m:d>
                            <m:dPr>
                              <m:ctrlPr>
                                <a:rPr lang="en-US" sz="2400" i="1">
                                  <a:solidFill>
                                    <a:srgbClr val="000000"/>
                                  </a:solidFill>
                                  <a:latin typeface="Cambria Math" panose="02040503050406030204" pitchFamily="18" charset="0"/>
                                </a:rPr>
                              </m:ctrlPr>
                            </m:dPr>
                            <m:e>
                              <m:sSub>
                                <m:sSubPr>
                                  <m:ctrlPr>
                                    <a:rPr lang="en-US" sz="2400">
                                      <a:solidFill>
                                        <a:srgbClr val="000000"/>
                                      </a:solidFill>
                                      <a:latin typeface="Cambria Math" panose="02040503050406030204" pitchFamily="18" charset="0"/>
                                    </a:rPr>
                                  </m:ctrlPr>
                                </m:sSubPr>
                                <m:e>
                                  <m:r>
                                    <m:rPr>
                                      <m:sty m:val="p"/>
                                    </m:rPr>
                                    <a:rPr lang="en-US" sz="2400">
                                      <a:solidFill>
                                        <a:srgbClr val="000000"/>
                                      </a:solidFill>
                                      <a:latin typeface="Cambria Math" panose="02040503050406030204" pitchFamily="18" charset="0"/>
                                    </a:rPr>
                                    <m:t>m</m:t>
                                  </m:r>
                                </m:e>
                                <m:sub>
                                  <m:r>
                                    <a:rPr lang="en-US" sz="2400">
                                      <a:solidFill>
                                        <a:srgbClr val="000000"/>
                                      </a:solidFill>
                                      <a:latin typeface="Cambria Math" panose="02040503050406030204" pitchFamily="18" charset="0"/>
                                    </a:rPr>
                                    <m:t>1</m:t>
                                  </m:r>
                                </m:sub>
                              </m:sSub>
                              <m:r>
                                <m:rPr>
                                  <m:sty m:val="p"/>
                                </m:rPr>
                                <a:rPr lang="en-US" sz="2400">
                                  <a:solidFill>
                                    <a:srgbClr val="000000"/>
                                  </a:solidFill>
                                  <a:latin typeface="Cambria Math" panose="02040503050406030204" pitchFamily="18" charset="0"/>
                                </a:rPr>
                                <m:t>g</m:t>
                              </m:r>
                            </m:e>
                          </m:d>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1</m:t>
                              </m:r>
                            </m:sub>
                          </m:sSub>
                          <m:r>
                            <a:rPr lang="en-US" sz="240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𝑚</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den>
                      </m:f>
                      <m:r>
                        <a:rPr lang="en-US" sz="2400" b="0" i="0" smtClean="0">
                          <a:solidFill>
                            <a:srgbClr val="000000"/>
                          </a:solidFill>
                          <a:latin typeface="Cambria Math" panose="02040503050406030204" pitchFamily="18" charset="0"/>
                        </a:rPr>
                        <m:t>=…</m:t>
                      </m:r>
                      <m:r>
                        <m:rPr>
                          <m:sty m:val="p"/>
                        </m:rPr>
                        <a:rPr lang="en-US" sz="2400" b="0" i="0" smtClean="0">
                          <a:solidFill>
                            <a:srgbClr val="000000"/>
                          </a:solidFill>
                          <a:latin typeface="Cambria Math" panose="02040503050406030204" pitchFamily="18" charset="0"/>
                        </a:rPr>
                        <m:t>m</m:t>
                      </m:r>
                      <m:r>
                        <a:rPr lang="en-US" sz="2400" b="0" i="0" smtClean="0">
                          <a:solidFill>
                            <a:srgbClr val="000000"/>
                          </a:solidFill>
                          <a:latin typeface="Cambria Math" panose="02040503050406030204" pitchFamily="18" charset="0"/>
                        </a:rPr>
                        <m:t>/</m:t>
                      </m:r>
                      <m:sSup>
                        <m:sSupPr>
                          <m:ctrlPr>
                            <a:rPr lang="en-US" sz="2400" b="0" i="1" smtClean="0">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𝑠</m:t>
                          </m:r>
                        </m:e>
                        <m:sup>
                          <m:r>
                            <a:rPr lang="en-US" sz="2400" b="0" i="1" smtClean="0">
                              <a:solidFill>
                                <a:srgbClr val="000000"/>
                              </a:solidFill>
                              <a:latin typeface="Cambria Math" panose="02040503050406030204" pitchFamily="18" charset="0"/>
                            </a:rPr>
                            <m:t>2</m:t>
                          </m:r>
                        </m:sup>
                      </m:sSup>
                    </m:oMath>
                  </m:oMathPara>
                </a14:m>
                <a:endParaRPr lang="en-US" sz="2400"/>
              </a:p>
            </p:txBody>
          </p:sp>
        </mc:Choice>
        <mc:Fallback xmlns="">
          <p:sp>
            <p:nvSpPr>
              <p:cNvPr id="11" name="TextBox 10">
                <a:extLst>
                  <a:ext uri="{FF2B5EF4-FFF2-40B4-BE49-F238E27FC236}">
                    <a16:creationId xmlns:a16="http://schemas.microsoft.com/office/drawing/2014/main" id="{A212845C-DCA0-314F-BC06-8BA3F6AD6B7D}"/>
                  </a:ext>
                </a:extLst>
              </p:cNvPr>
              <p:cNvSpPr txBox="1">
                <a:spLocks noRot="1" noChangeAspect="1" noMove="1" noResize="1" noEditPoints="1" noAdjustHandles="1" noChangeArrowheads="1" noChangeShapeType="1" noTextEdit="1"/>
              </p:cNvSpPr>
              <p:nvPr/>
            </p:nvSpPr>
            <p:spPr>
              <a:xfrm>
                <a:off x="2473152" y="4991847"/>
                <a:ext cx="4891573" cy="87459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F3B21DED-72A6-481B-ED6F-902EAA11DD27}"/>
                  </a:ext>
                </a:extLst>
              </p14:cNvPr>
              <p14:cNvContentPartPr/>
              <p14:nvPr/>
            </p14:nvContentPartPr>
            <p14:xfrm>
              <a:off x="1737360" y="1134000"/>
              <a:ext cx="10421640" cy="5775480"/>
            </p14:xfrm>
          </p:contentPart>
        </mc:Choice>
        <mc:Fallback xmlns="">
          <p:pic>
            <p:nvPicPr>
              <p:cNvPr id="2" name="Ink 1">
                <a:extLst>
                  <a:ext uri="{FF2B5EF4-FFF2-40B4-BE49-F238E27FC236}">
                    <a16:creationId xmlns:a16="http://schemas.microsoft.com/office/drawing/2014/main" id="{F3B21DED-72A6-481B-ED6F-902EAA11DD27}"/>
                  </a:ext>
                </a:extLst>
              </p:cNvPr>
              <p:cNvPicPr/>
              <p:nvPr/>
            </p:nvPicPr>
            <p:blipFill>
              <a:blip r:embed="rId10"/>
              <a:stretch>
                <a:fillRect/>
              </a:stretch>
            </p:blipFill>
            <p:spPr>
              <a:xfrm>
                <a:off x="1728000" y="1124640"/>
                <a:ext cx="10440360" cy="5794200"/>
              </a:xfrm>
              <a:prstGeom prst="rect">
                <a:avLst/>
              </a:prstGeom>
            </p:spPr>
          </p:pic>
        </mc:Fallback>
      </mc:AlternateContent>
      <p:sp>
        <p:nvSpPr>
          <p:cNvPr id="12" name="Title 3">
            <a:extLst>
              <a:ext uri="{FF2B5EF4-FFF2-40B4-BE49-F238E27FC236}">
                <a16:creationId xmlns:a16="http://schemas.microsoft.com/office/drawing/2014/main" id="{6B503784-AECC-DAEA-4705-98A4221D989A}"/>
              </a:ext>
            </a:extLst>
          </p:cNvPr>
          <p:cNvSpPr txBox="1">
            <a:spLocks/>
          </p:cNvSpPr>
          <p:nvPr/>
        </p:nvSpPr>
        <p:spPr>
          <a:xfrm>
            <a:off x="0" y="5349"/>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spTree>
    <p:extLst>
      <p:ext uri="{BB962C8B-B14F-4D97-AF65-F5344CB8AC3E}">
        <p14:creationId xmlns:p14="http://schemas.microsoft.com/office/powerpoint/2010/main" val="275723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3CE29-D6B4-B3D6-2FBD-7DDBB5E15D3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E211D87-C585-4E43-F491-B0A5D74CE49C}"/>
                  </a:ext>
                </a:extLst>
              </p:cNvPr>
              <p:cNvSpPr/>
              <p:nvPr/>
            </p:nvSpPr>
            <p:spPr>
              <a:xfrm>
                <a:off x="750277" y="938750"/>
                <a:ext cx="10503877" cy="3779689"/>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iii. A friend of yours is trying to pull a cabinet into her office. The cabinet has a mass of 75.0 kg, and she can’t get it to budge on her own. You try to help and begin pushing horizontally in the same direction. Your friend is pulling with a force of 200 N at an angle </a:t>
                </a:r>
                <a:r>
                  <a:rPr lang="en-US" sz="2400" i="1" dirty="0">
                    <a:latin typeface="Times New Roman" panose="02020603050405020304" pitchFamily="18" charset="0"/>
                    <a:cs typeface="Times New Roman" panose="02020603050405020304" pitchFamily="18" charset="0"/>
                  </a:rPr>
                  <a:t>θ </a:t>
                </a:r>
                <a:r>
                  <a:rPr lang="en-US" sz="2400" dirty="0">
                    <a:latin typeface="Times New Roman" panose="02020603050405020304" pitchFamily="18" charset="0"/>
                    <a:cs typeface="Times New Roman" panose="02020603050405020304" pitchFamily="18" charset="0"/>
                  </a:rPr>
                  <a:t>= 25.0° above the horizontal. If the coefficient of static friction between the cabinet and the floor is </a:t>
                </a:r>
                <a:r>
                  <a:rPr lang="en-US" sz="2400" i="1" dirty="0" err="1">
                    <a:latin typeface="Times New Roman" panose="02020603050405020304" pitchFamily="18" charset="0"/>
                    <a:cs typeface="Times New Roman" panose="02020603050405020304" pitchFamily="18" charset="0"/>
                  </a:rPr>
                  <a:t>μ</a:t>
                </a:r>
                <a:r>
                  <a:rPr lang="en-US" sz="2400" baseline="-25000" dirty="0" err="1">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​=0.40, </a:t>
                </a:r>
                <a:r>
                  <a:rPr lang="en-US" sz="2400" b="1" dirty="0">
                    <a:solidFill>
                      <a:srgbClr val="0000FF"/>
                    </a:solidFill>
                    <a:latin typeface="Times New Roman" panose="02020603050405020304" pitchFamily="18" charset="0"/>
                    <a:cs typeface="Times New Roman" panose="02020603050405020304" pitchFamily="18" charset="0"/>
                  </a:rPr>
                  <a:t>what force must you exert </a:t>
                </a:r>
                <a:r>
                  <a:rPr lang="en-US"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𝐹</m:t>
                            </m:r>
                          </m:e>
                        </m:acc>
                      </m:e>
                      <m:sub>
                        <m:r>
                          <a:rPr lang="en-US" sz="2400" i="1">
                            <a:latin typeface="Cambria Math" panose="02040503050406030204" pitchFamily="18" charset="0"/>
                          </a:rPr>
                          <m:t>𝑝𝑢𝑠ℎ</m:t>
                        </m:r>
                      </m:sub>
                    </m:sSub>
                  </m:oMath>
                </a14:m>
                <a:r>
                  <a:rPr lang="en-US" sz="2400" dirty="0">
                    <a:latin typeface="Times New Roman" panose="02020603050405020304" pitchFamily="18" charset="0"/>
                    <a:cs typeface="Times New Roman" panose="02020603050405020304" pitchFamily="18" charset="0"/>
                  </a:rPr>
                  <a:t>) to just get it moving?</a:t>
                </a:r>
              </a:p>
              <a:p>
                <a:pPr>
                  <a:spcAft>
                    <a:spcPts val="600"/>
                  </a:spcAft>
                </a:pPr>
                <a:endParaRPr lang="en-US" sz="2400" b="1" dirty="0">
                  <a:latin typeface="Times New Roman" panose="02020603050405020304" pitchFamily="18" charset="0"/>
                  <a:cs typeface="Times New Roman" panose="02020603050405020304" pitchFamily="18" charset="0"/>
                </a:endParaRPr>
              </a:p>
              <a:p>
                <a:pPr>
                  <a:spcAft>
                    <a:spcPts val="600"/>
                  </a:spcAft>
                </a:pPr>
                <a:r>
                  <a:rPr lang="en-US" sz="2400" b="1" dirty="0">
                    <a:solidFill>
                      <a:srgbClr val="0070C0"/>
                    </a:solidFill>
                    <a:latin typeface="Times New Roman" panose="02020603050405020304" pitchFamily="18" charset="0"/>
                    <a:cs typeface="Times New Roman" panose="02020603050405020304" pitchFamily="18" charset="0"/>
                  </a:rPr>
                  <a:t>Answer: </a:t>
                </a:r>
                <a:r>
                  <a:rPr lang="pt-BR" sz="2400" b="1" dirty="0">
                    <a:solidFill>
                      <a:srgbClr val="0070C0"/>
                    </a:solidFill>
                    <a:latin typeface="Times New Roman" panose="02020603050405020304" pitchFamily="18" charset="0"/>
                    <a:cs typeface="Times New Roman" panose="02020603050405020304" pitchFamily="18" charset="0"/>
                  </a:rPr>
                  <a:t> 79.0 N</a:t>
                </a:r>
                <a:endParaRPr lang="en-US" sz="2400" b="1" dirty="0">
                  <a:solidFill>
                    <a:srgbClr val="0070C0"/>
                  </a:solidFill>
                  <a:latin typeface="Times New Roman" panose="02020603050405020304" pitchFamily="18" charset="0"/>
                  <a:cs typeface="Times New Roman" panose="02020603050405020304" pitchFamily="18" charset="0"/>
                </a:endParaRPr>
              </a:p>
              <a:p>
                <a:pPr>
                  <a:spcAft>
                    <a:spcPts val="1200"/>
                  </a:spcAft>
                </a:pPr>
                <a:endParaRPr lang="en-US" sz="2400" dirty="0">
                  <a:latin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9E211D87-C585-4E43-F491-B0A5D74CE49C}"/>
                  </a:ext>
                </a:extLst>
              </p:cNvPr>
              <p:cNvSpPr>
                <a:spLocks noRot="1" noChangeAspect="1" noMove="1" noResize="1" noEditPoints="1" noAdjustHandles="1" noChangeArrowheads="1" noChangeShapeType="1" noTextEdit="1"/>
              </p:cNvSpPr>
              <p:nvPr/>
            </p:nvSpPr>
            <p:spPr>
              <a:xfrm>
                <a:off x="750277" y="938750"/>
                <a:ext cx="10503877" cy="3779689"/>
              </a:xfrm>
              <a:prstGeom prst="rect">
                <a:avLst/>
              </a:prstGeom>
              <a:blipFill>
                <a:blip r:embed="rId2"/>
                <a:stretch>
                  <a:fillRect l="-871" t="-1290" r="-40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48BD23E-F77B-9A19-038D-11D869A3FA80}"/>
              </a:ext>
            </a:extLst>
          </p:cNvPr>
          <p:cNvPicPr>
            <a:picLocks noChangeAspect="1"/>
          </p:cNvPicPr>
          <p:nvPr/>
        </p:nvPicPr>
        <p:blipFill>
          <a:blip r:embed="rId3"/>
          <a:stretch>
            <a:fillRect/>
          </a:stretch>
        </p:blipFill>
        <p:spPr>
          <a:xfrm>
            <a:off x="7975250" y="3282460"/>
            <a:ext cx="3156576" cy="2428996"/>
          </a:xfrm>
          <a:prstGeom prst="rect">
            <a:avLst/>
          </a:prstGeom>
        </p:spPr>
      </p:pic>
      <p:pic>
        <p:nvPicPr>
          <p:cNvPr id="9" name="Picture 8" descr="A diagram of a physics equation&#10;&#10;Description automatically generated">
            <a:extLst>
              <a:ext uri="{FF2B5EF4-FFF2-40B4-BE49-F238E27FC236}">
                <a16:creationId xmlns:a16="http://schemas.microsoft.com/office/drawing/2014/main" id="{463EAD50-2135-62FA-4C20-21DC427F83D0}"/>
              </a:ext>
            </a:extLst>
          </p:cNvPr>
          <p:cNvPicPr>
            <a:picLocks noChangeAspect="1"/>
          </p:cNvPicPr>
          <p:nvPr/>
        </p:nvPicPr>
        <p:blipFill>
          <a:blip r:embed="rId4"/>
          <a:stretch>
            <a:fillRect/>
          </a:stretch>
        </p:blipFill>
        <p:spPr>
          <a:xfrm>
            <a:off x="4416717" y="3508889"/>
            <a:ext cx="2339185" cy="2352649"/>
          </a:xfrm>
          <a:prstGeom prst="rect">
            <a:avLst/>
          </a:prstGeom>
        </p:spPr>
      </p:pic>
      <p:sp>
        <p:nvSpPr>
          <p:cNvPr id="4" name="Title 3">
            <a:extLst>
              <a:ext uri="{FF2B5EF4-FFF2-40B4-BE49-F238E27FC236}">
                <a16:creationId xmlns:a16="http://schemas.microsoft.com/office/drawing/2014/main" id="{8CD71AD9-19B9-93C7-C9F1-E71B72446AA8}"/>
              </a:ext>
            </a:extLst>
          </p:cNvPr>
          <p:cNvSpPr txBox="1">
            <a:spLocks/>
          </p:cNvSpPr>
          <p:nvPr/>
        </p:nvSpPr>
        <p:spPr>
          <a:xfrm>
            <a:off x="0" y="5349"/>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spTree>
    <p:extLst>
      <p:ext uri="{BB962C8B-B14F-4D97-AF65-F5344CB8AC3E}">
        <p14:creationId xmlns:p14="http://schemas.microsoft.com/office/powerpoint/2010/main" val="165596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EE245-68E4-3544-D881-EC3E4FEEBAF2}"/>
            </a:ext>
          </a:extLst>
        </p:cNvPr>
        <p:cNvGrpSpPr/>
        <p:nvPr/>
      </p:nvGrpSpPr>
      <p:grpSpPr>
        <a:xfrm>
          <a:off x="0" y="0"/>
          <a:ext cx="0" cy="0"/>
          <a:chOff x="0" y="0"/>
          <a:chExt cx="0" cy="0"/>
        </a:xfrm>
      </p:grpSpPr>
      <p:pic>
        <p:nvPicPr>
          <p:cNvPr id="3" name="Picture 2" descr="A diagram of a physics equation&#10;&#10;Description automatically generated">
            <a:extLst>
              <a:ext uri="{FF2B5EF4-FFF2-40B4-BE49-F238E27FC236}">
                <a16:creationId xmlns:a16="http://schemas.microsoft.com/office/drawing/2014/main" id="{52140B47-735F-0F9C-BB67-77EAAAC9A28A}"/>
              </a:ext>
            </a:extLst>
          </p:cNvPr>
          <p:cNvPicPr>
            <a:picLocks noChangeAspect="1"/>
          </p:cNvPicPr>
          <p:nvPr/>
        </p:nvPicPr>
        <p:blipFill>
          <a:blip r:embed="rId2"/>
          <a:stretch>
            <a:fillRect/>
          </a:stretch>
        </p:blipFill>
        <p:spPr>
          <a:xfrm>
            <a:off x="3407506" y="719109"/>
            <a:ext cx="2656205" cy="2671494"/>
          </a:xfrm>
          <a:prstGeom prst="rect">
            <a:avLst/>
          </a:prstGeom>
        </p:spPr>
      </p:pic>
      <p:grpSp>
        <p:nvGrpSpPr>
          <p:cNvPr id="23" name="Group 22">
            <a:extLst>
              <a:ext uri="{FF2B5EF4-FFF2-40B4-BE49-F238E27FC236}">
                <a16:creationId xmlns:a16="http://schemas.microsoft.com/office/drawing/2014/main" id="{48CB8175-3740-88AE-AB5C-87B7A2BB0F09}"/>
              </a:ext>
            </a:extLst>
          </p:cNvPr>
          <p:cNvGrpSpPr/>
          <p:nvPr/>
        </p:nvGrpSpPr>
        <p:grpSpPr>
          <a:xfrm>
            <a:off x="6795474" y="1210998"/>
            <a:ext cx="2278187" cy="1383714"/>
            <a:chOff x="4396152" y="1296964"/>
            <a:chExt cx="1875077" cy="1052668"/>
          </a:xfrm>
        </p:grpSpPr>
        <p:grpSp>
          <p:nvGrpSpPr>
            <p:cNvPr id="22" name="Group 21">
              <a:extLst>
                <a:ext uri="{FF2B5EF4-FFF2-40B4-BE49-F238E27FC236}">
                  <a16:creationId xmlns:a16="http://schemas.microsoft.com/office/drawing/2014/main" id="{748968A2-C28F-2A59-9195-30AAD702E890}"/>
                </a:ext>
              </a:extLst>
            </p:cNvPr>
            <p:cNvGrpSpPr/>
            <p:nvPr/>
          </p:nvGrpSpPr>
          <p:grpSpPr>
            <a:xfrm>
              <a:off x="4396152" y="1296964"/>
              <a:ext cx="1875077" cy="864155"/>
              <a:chOff x="4396152" y="1296964"/>
              <a:chExt cx="1875077" cy="864155"/>
            </a:xfrm>
          </p:grpSpPr>
          <p:cxnSp>
            <p:nvCxnSpPr>
              <p:cNvPr id="7" name="Straight Arrow Connector 6">
                <a:extLst>
                  <a:ext uri="{FF2B5EF4-FFF2-40B4-BE49-F238E27FC236}">
                    <a16:creationId xmlns:a16="http://schemas.microsoft.com/office/drawing/2014/main" id="{A37A5F66-F8A3-149D-5D07-CF53DE5290C9}"/>
                  </a:ext>
                </a:extLst>
              </p:cNvPr>
              <p:cNvCxnSpPr>
                <a:cxnSpLocks/>
              </p:cNvCxnSpPr>
              <p:nvPr/>
            </p:nvCxnSpPr>
            <p:spPr>
              <a:xfrm flipV="1">
                <a:off x="4396152" y="1516184"/>
                <a:ext cx="1027723" cy="535356"/>
              </a:xfrm>
              <a:prstGeom prst="straightConnector1">
                <a:avLst/>
              </a:prstGeom>
              <a:ln w="38100">
                <a:solidFill>
                  <a:srgbClr val="0070C0"/>
                </a:solidFill>
                <a:tailEnd type="triangle"/>
              </a:ln>
            </p:spPr>
            <p:style>
              <a:lnRef idx="2">
                <a:schemeClr val="accent5"/>
              </a:lnRef>
              <a:fillRef idx="0">
                <a:schemeClr val="accent5"/>
              </a:fillRef>
              <a:effectRef idx="1">
                <a:schemeClr val="accent5"/>
              </a:effectRef>
              <a:fontRef idx="minor">
                <a:schemeClr val="tx1"/>
              </a:fontRef>
            </p:style>
          </p:cxnSp>
          <p:cxnSp>
            <p:nvCxnSpPr>
              <p:cNvPr id="8" name="Straight Arrow Connector 7">
                <a:extLst>
                  <a:ext uri="{FF2B5EF4-FFF2-40B4-BE49-F238E27FC236}">
                    <a16:creationId xmlns:a16="http://schemas.microsoft.com/office/drawing/2014/main" id="{B8E324A1-C972-FFC7-C57C-6F393164229F}"/>
                  </a:ext>
                </a:extLst>
              </p:cNvPr>
              <p:cNvCxnSpPr>
                <a:cxnSpLocks/>
              </p:cNvCxnSpPr>
              <p:nvPr/>
            </p:nvCxnSpPr>
            <p:spPr>
              <a:xfrm>
                <a:off x="4411782" y="2051540"/>
                <a:ext cx="1027723" cy="0"/>
              </a:xfrm>
              <a:prstGeom prst="straightConnector1">
                <a:avLst/>
              </a:prstGeom>
              <a:ln w="19050">
                <a:solidFill>
                  <a:schemeClr val="accent2"/>
                </a:solidFill>
                <a:prstDash val="dash"/>
                <a:tailEnd type="triangle"/>
              </a:ln>
            </p:spPr>
            <p:style>
              <a:lnRef idx="2">
                <a:schemeClr val="accent5"/>
              </a:lnRef>
              <a:fillRef idx="0">
                <a:schemeClr val="accent5"/>
              </a:fillRef>
              <a:effectRef idx="1">
                <a:schemeClr val="accent5"/>
              </a:effectRef>
              <a:fontRef idx="minor">
                <a:schemeClr val="tx1"/>
              </a:fontRef>
            </p:style>
          </p:cxnSp>
          <p:cxnSp>
            <p:nvCxnSpPr>
              <p:cNvPr id="11" name="Straight Arrow Connector 10">
                <a:extLst>
                  <a:ext uri="{FF2B5EF4-FFF2-40B4-BE49-F238E27FC236}">
                    <a16:creationId xmlns:a16="http://schemas.microsoft.com/office/drawing/2014/main" id="{DA6259F9-6311-F111-B536-7BEFBBBE028F}"/>
                  </a:ext>
                </a:extLst>
              </p:cNvPr>
              <p:cNvCxnSpPr>
                <a:cxnSpLocks/>
              </p:cNvCxnSpPr>
              <p:nvPr/>
            </p:nvCxnSpPr>
            <p:spPr>
              <a:xfrm flipV="1">
                <a:off x="5416057" y="1516184"/>
                <a:ext cx="0" cy="535356"/>
              </a:xfrm>
              <a:prstGeom prst="straightConnector1">
                <a:avLst/>
              </a:prstGeom>
              <a:ln w="19050">
                <a:solidFill>
                  <a:schemeClr val="accent2"/>
                </a:solidFill>
                <a:prstDash val="dash"/>
                <a:tailEnd type="triangle"/>
              </a:ln>
            </p:spPr>
            <p:style>
              <a:lnRef idx="2">
                <a:schemeClr val="accent5"/>
              </a:lnRef>
              <a:fillRef idx="0">
                <a:schemeClr val="accent5"/>
              </a:fillRef>
              <a:effectRef idx="1">
                <a:schemeClr val="accent5"/>
              </a:effectRef>
              <a:fontRef idx="minor">
                <a:schemeClr val="tx1"/>
              </a:fontRef>
            </p:style>
          </p:cxnSp>
          <p:sp>
            <p:nvSpPr>
              <p:cNvPr id="15" name="Arc 14">
                <a:extLst>
                  <a:ext uri="{FF2B5EF4-FFF2-40B4-BE49-F238E27FC236}">
                    <a16:creationId xmlns:a16="http://schemas.microsoft.com/office/drawing/2014/main" id="{A74E7498-124D-B182-73A3-AA9A66017C94}"/>
                  </a:ext>
                </a:extLst>
              </p:cNvPr>
              <p:cNvSpPr/>
              <p:nvPr/>
            </p:nvSpPr>
            <p:spPr>
              <a:xfrm>
                <a:off x="4540740" y="1942288"/>
                <a:ext cx="171938" cy="218831"/>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FDAEAE-FC20-A1D7-4D44-AAA2CFDBD352}"/>
                      </a:ext>
                    </a:extLst>
                  </p:cNvPr>
                  <p:cNvSpPr txBox="1"/>
                  <p:nvPr/>
                </p:nvSpPr>
                <p:spPr>
                  <a:xfrm>
                    <a:off x="4726768" y="1855763"/>
                    <a:ext cx="137858" cy="215444"/>
                  </a:xfrm>
                  <a:prstGeom prst="rect">
                    <a:avLst/>
                  </a:prstGeom>
                  <a:noFill/>
                </p:spPr>
                <p:txBody>
                  <a:bodyPr wrap="none" lIns="0" tIns="0" rIns="0" bIns="0" rtlCol="0">
                    <a:spAutoFit/>
                  </a:bodyPr>
                  <a:lstStyle/>
                  <a:p>
                    <a:pPr/>
                    <a14:m>
                      <m:oMathPara xmlns:m="http://schemas.openxmlformats.org/officeDocument/2006/math">
                        <m:oMath>
                          <m:r>
                            <m:rPr>
                              <m:sty m:val="p"/>
                            </m:rPr>
                            <a:rPr lang="en-US" sz="1400" i="0" smtClean="0">
                              <a:latin typeface="Cambria Math" panose="02040503050406030204" pitchFamily="18" charset="0"/>
                              <a:ea typeface="Cambria Math" panose="02040503050406030204" pitchFamily="18" charset="0"/>
                            </a:rPr>
                            <m:t>θ</m:t>
                          </m:r>
                        </m:oMath>
                      </m:oMathPara>
                    </a14:m>
                    <a:endParaRPr lang="en-US" sz="1400" dirty="0"/>
                  </a:p>
                </p:txBody>
              </p:sp>
            </mc:Choice>
            <mc:Fallback xmlns="">
              <p:sp>
                <p:nvSpPr>
                  <p:cNvPr id="16" name="TextBox 15">
                    <a:extLst>
                      <a:ext uri="{FF2B5EF4-FFF2-40B4-BE49-F238E27FC236}">
                        <a16:creationId xmlns:a16="http://schemas.microsoft.com/office/drawing/2014/main" id="{04FDAEAE-FC20-A1D7-4D44-AAA2CFDBD352}"/>
                      </a:ext>
                    </a:extLst>
                  </p:cNvPr>
                  <p:cNvSpPr txBox="1">
                    <a:spLocks noRot="1" noChangeAspect="1" noMove="1" noResize="1" noEditPoints="1" noAdjustHandles="1" noChangeArrowheads="1" noChangeShapeType="1" noTextEdit="1"/>
                  </p:cNvSpPr>
                  <p:nvPr/>
                </p:nvSpPr>
                <p:spPr>
                  <a:xfrm>
                    <a:off x="4726768" y="1855763"/>
                    <a:ext cx="137858" cy="215444"/>
                  </a:xfrm>
                  <a:prstGeom prst="rect">
                    <a:avLst/>
                  </a:prstGeom>
                  <a:blipFill>
                    <a:blip r:embed="rId3"/>
                    <a:stretch>
                      <a:fillRect l="-18519" r="-185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4243A8A-BA12-6647-7A71-91F112AA1DD5}"/>
                      </a:ext>
                    </a:extLst>
                  </p:cNvPr>
                  <p:cNvSpPr txBox="1"/>
                  <p:nvPr/>
                </p:nvSpPr>
                <p:spPr>
                  <a:xfrm>
                    <a:off x="4863546" y="1296964"/>
                    <a:ext cx="460895" cy="265201"/>
                  </a:xfrm>
                  <a:prstGeom prst="rect">
                    <a:avLst/>
                  </a:prstGeom>
                  <a:noFill/>
                </p:spPr>
                <p:txBody>
                  <a:bodyPr wrap="none" lIns="0" tIns="0" rIns="0" bIns="0" rtlCol="0">
                    <a:spAutoFit/>
                  </a:bodyPr>
                  <a:lstStyle/>
                  <a:p>
                    <a:pPr/>
                    <a14:m>
                      <m:oMathPara xmlns:m="http://schemas.openxmlformats.org/officeDocument/2006/math">
                        <m:o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𝐹</m:t>
                              </m:r>
                            </m:e>
                            <m:sub>
                              <m:r>
                                <a:rPr lang="en-US" sz="1600" b="0" i="1" smtClean="0">
                                  <a:latin typeface="Cambria Math" panose="02040503050406030204" pitchFamily="18" charset="0"/>
                                  <a:ea typeface="Cambria Math" panose="02040503050406030204" pitchFamily="18" charset="0"/>
                                </a:rPr>
                                <m:t>𝑝𝑢𝑙𝑙</m:t>
                              </m:r>
                            </m:sub>
                          </m:sSub>
                        </m:oMath>
                      </m:oMathPara>
                    </a14:m>
                    <a:endParaRPr lang="en-US" sz="1600" dirty="0"/>
                  </a:p>
                </p:txBody>
              </p:sp>
            </mc:Choice>
            <mc:Fallback xmlns="">
              <p:sp>
                <p:nvSpPr>
                  <p:cNvPr id="17" name="TextBox 16">
                    <a:extLst>
                      <a:ext uri="{FF2B5EF4-FFF2-40B4-BE49-F238E27FC236}">
                        <a16:creationId xmlns:a16="http://schemas.microsoft.com/office/drawing/2014/main" id="{A4243A8A-BA12-6647-7A71-91F112AA1DD5}"/>
                      </a:ext>
                    </a:extLst>
                  </p:cNvPr>
                  <p:cNvSpPr txBox="1">
                    <a:spLocks noRot="1" noChangeAspect="1" noMove="1" noResize="1" noEditPoints="1" noAdjustHandles="1" noChangeArrowheads="1" noChangeShapeType="1" noTextEdit="1"/>
                  </p:cNvSpPr>
                  <p:nvPr/>
                </p:nvSpPr>
                <p:spPr>
                  <a:xfrm>
                    <a:off x="4863546" y="1296964"/>
                    <a:ext cx="460895" cy="26520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06EB99D-9512-2110-9ACB-82D6F69D5F3F}"/>
                      </a:ext>
                    </a:extLst>
                  </p:cNvPr>
                  <p:cNvSpPr txBox="1"/>
                  <p:nvPr/>
                </p:nvSpPr>
                <p:spPr>
                  <a:xfrm>
                    <a:off x="5484860" y="1676013"/>
                    <a:ext cx="786369" cy="232051"/>
                  </a:xfrm>
                  <a:prstGeom prst="rect">
                    <a:avLst/>
                  </a:prstGeom>
                  <a:noFill/>
                </p:spPr>
                <p:txBody>
                  <a:bodyPr wrap="none" lIns="0" tIns="0" rIns="0" bIns="0" rtlCol="0">
                    <a:spAutoFit/>
                  </a:bodyPr>
                  <a:lstStyle/>
                  <a:p>
                    <a:pPr/>
                    <a14:m>
                      <m:oMathPara xmlns:m="http://schemas.openxmlformats.org/officeDocument/2006/math">
                        <m:oMath>
                          <m:sSub>
                            <m:sSubPr>
                              <m:ctrlPr>
                                <a:rPr lang="en-US" sz="1400" b="0" i="1"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400" b="0" i="1" smtClean="0">
                                  <a:solidFill>
                                    <a:schemeClr val="accent2">
                                      <a:lumMod val="75000"/>
                                    </a:schemeClr>
                                  </a:solidFill>
                                  <a:latin typeface="Cambria Math" panose="02040503050406030204" pitchFamily="18" charset="0"/>
                                  <a:ea typeface="Cambria Math" panose="02040503050406030204" pitchFamily="18" charset="0"/>
                                </a:rPr>
                                <m:t>𝐹</m:t>
                              </m:r>
                            </m:e>
                            <m:sub>
                              <m:r>
                                <a:rPr lang="en-US" sz="1400" b="0" i="1" smtClean="0">
                                  <a:solidFill>
                                    <a:schemeClr val="accent2">
                                      <a:lumMod val="75000"/>
                                    </a:schemeClr>
                                  </a:solidFill>
                                  <a:latin typeface="Cambria Math" panose="02040503050406030204" pitchFamily="18" charset="0"/>
                                  <a:ea typeface="Cambria Math" panose="02040503050406030204" pitchFamily="18" charset="0"/>
                                </a:rPr>
                                <m:t>𝑝𝑢𝑙𝑙</m:t>
                              </m:r>
                            </m:sub>
                          </m:sSub>
                          <m:func>
                            <m:funcPr>
                              <m:ctrlPr>
                                <a:rPr lang="en-US" sz="1400" b="0" i="0" smtClean="0">
                                  <a:solidFill>
                                    <a:schemeClr val="accent2">
                                      <a:lumMod val="75000"/>
                                    </a:schemeClr>
                                  </a:solidFill>
                                  <a:latin typeface="Cambria Math" panose="02040503050406030204" pitchFamily="18" charset="0"/>
                                  <a:ea typeface="Cambria Math" panose="02040503050406030204" pitchFamily="18" charset="0"/>
                                </a:rPr>
                              </m:ctrlPr>
                            </m:funcPr>
                            <m:fName>
                              <m:r>
                                <m:rPr>
                                  <m:sty m:val="p"/>
                                </m:rPr>
                                <a:rPr lang="en-US" sz="1400" b="0" i="0" smtClean="0">
                                  <a:solidFill>
                                    <a:schemeClr val="accent2">
                                      <a:lumMod val="75000"/>
                                    </a:schemeClr>
                                  </a:solidFill>
                                  <a:latin typeface="Cambria Math" panose="02040503050406030204" pitchFamily="18" charset="0"/>
                                  <a:ea typeface="Cambria Math" panose="02040503050406030204" pitchFamily="18" charset="0"/>
                                </a:rPr>
                                <m:t>sin</m:t>
                              </m:r>
                            </m:fName>
                            <m:e>
                              <m:r>
                                <m:rPr>
                                  <m:sty m:val="p"/>
                                </m:rPr>
                                <a:rPr lang="en-US" sz="1400">
                                  <a:solidFill>
                                    <a:schemeClr val="accent2">
                                      <a:lumMod val="75000"/>
                                    </a:schemeClr>
                                  </a:solidFill>
                                  <a:latin typeface="Cambria Math" panose="02040503050406030204" pitchFamily="18" charset="0"/>
                                  <a:ea typeface="Cambria Math" panose="02040503050406030204" pitchFamily="18" charset="0"/>
                                </a:rPr>
                                <m:t>θ</m:t>
                              </m:r>
                            </m:e>
                          </m:func>
                        </m:oMath>
                      </m:oMathPara>
                    </a14:m>
                    <a:endParaRPr lang="en-US" sz="1400" dirty="0">
                      <a:solidFill>
                        <a:schemeClr val="accent2">
                          <a:lumMod val="75000"/>
                        </a:schemeClr>
                      </a:solidFill>
                    </a:endParaRPr>
                  </a:p>
                </p:txBody>
              </p:sp>
            </mc:Choice>
            <mc:Fallback xmlns="">
              <p:sp>
                <p:nvSpPr>
                  <p:cNvPr id="18" name="TextBox 17">
                    <a:extLst>
                      <a:ext uri="{FF2B5EF4-FFF2-40B4-BE49-F238E27FC236}">
                        <a16:creationId xmlns:a16="http://schemas.microsoft.com/office/drawing/2014/main" id="{406EB99D-9512-2110-9ACB-82D6F69D5F3F}"/>
                      </a:ext>
                    </a:extLst>
                  </p:cNvPr>
                  <p:cNvSpPr txBox="1">
                    <a:spLocks noRot="1" noChangeAspect="1" noMove="1" noResize="1" noEditPoints="1" noAdjustHandles="1" noChangeArrowheads="1" noChangeShapeType="1" noTextEdit="1"/>
                  </p:cNvSpPr>
                  <p:nvPr/>
                </p:nvSpPr>
                <p:spPr>
                  <a:xfrm>
                    <a:off x="5484860" y="1676013"/>
                    <a:ext cx="786369" cy="232051"/>
                  </a:xfrm>
                  <a:prstGeom prst="rect">
                    <a:avLst/>
                  </a:prstGeom>
                  <a:blipFill>
                    <a:blip r:embed="rId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0CE377A-60B5-6049-108D-85895FC3A277}"/>
                    </a:ext>
                  </a:extLst>
                </p:cNvPr>
                <p:cNvSpPr txBox="1"/>
                <p:nvPr/>
              </p:nvSpPr>
              <p:spPr>
                <a:xfrm>
                  <a:off x="4574369" y="2117581"/>
                  <a:ext cx="808811" cy="232051"/>
                </a:xfrm>
                <a:prstGeom prst="rect">
                  <a:avLst/>
                </a:prstGeom>
                <a:noFill/>
              </p:spPr>
              <p:txBody>
                <a:bodyPr wrap="none" lIns="0" tIns="0" rIns="0" bIns="0" rtlCol="0">
                  <a:spAutoFit/>
                </a:bodyPr>
                <a:lstStyle/>
                <a:p>
                  <a:pPr/>
                  <a14:m>
                    <m:oMathPara xmlns:m="http://schemas.openxmlformats.org/officeDocument/2006/math">
                      <m:oMath>
                        <m:sSub>
                          <m:sSubPr>
                            <m:ctrlPr>
                              <a:rPr lang="en-US" sz="1400" b="0" i="1" smtClean="0">
                                <a:solidFill>
                                  <a:schemeClr val="accent2">
                                    <a:lumMod val="75000"/>
                                  </a:schemeClr>
                                </a:solidFill>
                                <a:latin typeface="Cambria Math" panose="02040503050406030204" pitchFamily="18" charset="0"/>
                                <a:ea typeface="Cambria Math" panose="02040503050406030204" pitchFamily="18" charset="0"/>
                              </a:rPr>
                            </m:ctrlPr>
                          </m:sSubPr>
                          <m:e>
                            <m:r>
                              <a:rPr lang="en-US" sz="1400" b="0" i="1" smtClean="0">
                                <a:solidFill>
                                  <a:schemeClr val="accent2">
                                    <a:lumMod val="75000"/>
                                  </a:schemeClr>
                                </a:solidFill>
                                <a:latin typeface="Cambria Math" panose="02040503050406030204" pitchFamily="18" charset="0"/>
                                <a:ea typeface="Cambria Math" panose="02040503050406030204" pitchFamily="18" charset="0"/>
                              </a:rPr>
                              <m:t>𝐹</m:t>
                            </m:r>
                          </m:e>
                          <m:sub>
                            <m:r>
                              <a:rPr lang="en-US" sz="1400" b="0" i="1" smtClean="0">
                                <a:solidFill>
                                  <a:schemeClr val="accent2">
                                    <a:lumMod val="75000"/>
                                  </a:schemeClr>
                                </a:solidFill>
                                <a:latin typeface="Cambria Math" panose="02040503050406030204" pitchFamily="18" charset="0"/>
                                <a:ea typeface="Cambria Math" panose="02040503050406030204" pitchFamily="18" charset="0"/>
                              </a:rPr>
                              <m:t>𝑝𝑢𝑙𝑙</m:t>
                            </m:r>
                          </m:sub>
                        </m:sSub>
                        <m:func>
                          <m:funcPr>
                            <m:ctrlPr>
                              <a:rPr lang="en-US" sz="1400" b="0" i="0" smtClean="0">
                                <a:solidFill>
                                  <a:schemeClr val="accent2">
                                    <a:lumMod val="75000"/>
                                  </a:schemeClr>
                                </a:solidFill>
                                <a:latin typeface="Cambria Math" panose="02040503050406030204" pitchFamily="18" charset="0"/>
                                <a:ea typeface="Cambria Math" panose="02040503050406030204" pitchFamily="18" charset="0"/>
                              </a:rPr>
                            </m:ctrlPr>
                          </m:funcPr>
                          <m:fName>
                            <m:r>
                              <m:rPr>
                                <m:sty m:val="p"/>
                              </m:rPr>
                              <a:rPr lang="en-US" sz="1400" b="0" i="0" smtClean="0">
                                <a:solidFill>
                                  <a:schemeClr val="accent2">
                                    <a:lumMod val="75000"/>
                                  </a:schemeClr>
                                </a:solidFill>
                                <a:latin typeface="Cambria Math" panose="02040503050406030204" pitchFamily="18" charset="0"/>
                                <a:ea typeface="Cambria Math" panose="02040503050406030204" pitchFamily="18" charset="0"/>
                              </a:rPr>
                              <m:t>cos</m:t>
                            </m:r>
                          </m:fName>
                          <m:e>
                            <m:r>
                              <m:rPr>
                                <m:sty m:val="p"/>
                              </m:rPr>
                              <a:rPr lang="en-US" sz="1400">
                                <a:solidFill>
                                  <a:schemeClr val="accent2">
                                    <a:lumMod val="75000"/>
                                  </a:schemeClr>
                                </a:solidFill>
                                <a:latin typeface="Cambria Math" panose="02040503050406030204" pitchFamily="18" charset="0"/>
                                <a:ea typeface="Cambria Math" panose="02040503050406030204" pitchFamily="18" charset="0"/>
                              </a:rPr>
                              <m:t>θ</m:t>
                            </m:r>
                          </m:e>
                        </m:func>
                      </m:oMath>
                    </m:oMathPara>
                  </a14:m>
                  <a:endParaRPr lang="en-US" sz="1400" dirty="0">
                    <a:solidFill>
                      <a:schemeClr val="accent2">
                        <a:lumMod val="75000"/>
                      </a:schemeClr>
                    </a:solidFill>
                  </a:endParaRPr>
                </a:p>
              </p:txBody>
            </p:sp>
          </mc:Choice>
          <mc:Fallback xmlns="">
            <p:sp>
              <p:nvSpPr>
                <p:cNvPr id="21" name="TextBox 20">
                  <a:extLst>
                    <a:ext uri="{FF2B5EF4-FFF2-40B4-BE49-F238E27FC236}">
                      <a16:creationId xmlns:a16="http://schemas.microsoft.com/office/drawing/2014/main" id="{40CE377A-60B5-6049-108D-85895FC3A277}"/>
                    </a:ext>
                  </a:extLst>
                </p:cNvPr>
                <p:cNvSpPr txBox="1">
                  <a:spLocks noRot="1" noChangeAspect="1" noMove="1" noResize="1" noEditPoints="1" noAdjustHandles="1" noChangeArrowheads="1" noChangeShapeType="1" noTextEdit="1"/>
                </p:cNvSpPr>
                <p:nvPr/>
              </p:nvSpPr>
              <p:spPr>
                <a:xfrm>
                  <a:off x="4574369" y="2117581"/>
                  <a:ext cx="808811" cy="232051"/>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40">
                <a:extLst>
                  <a:ext uri="{FF2B5EF4-FFF2-40B4-BE49-F238E27FC236}">
                    <a16:creationId xmlns:a16="http://schemas.microsoft.com/office/drawing/2014/main" id="{E3443E55-7BD9-B771-93E7-DEC9791D00E7}"/>
                  </a:ext>
                </a:extLst>
              </p:cNvPr>
              <p:cNvSpPr txBox="1"/>
              <p:nvPr/>
            </p:nvSpPr>
            <p:spPr>
              <a:xfrm>
                <a:off x="756634" y="3642044"/>
                <a:ext cx="4450834" cy="900118"/>
              </a:xfrm>
              <a:prstGeom prst="rect">
                <a:avLst/>
              </a:prstGeom>
              <a:noFill/>
            </p:spPr>
            <p:txBody>
              <a:bodyPr wrap="none" lIns="0" tIns="0" rIns="0" bIns="0" rtlCol="0">
                <a:spAutoFit/>
              </a:bodyPr>
              <a:lstStyle/>
              <a:p>
                <a:pPr marL="0" marR="0">
                  <a:lnSpc>
                    <a:spcPct val="107000"/>
                  </a:lnSpc>
                  <a:spcAft>
                    <a:spcPts val="800"/>
                  </a:spcAft>
                  <a:buNone/>
                </a:pPr>
                <a14:m>
                  <m:oMathPara xmlns:m="http://schemas.openxmlformats.org/officeDocument/2006/math">
                    <m:oMath>
                      <m:nary>
                        <m:naryPr>
                          <m:chr m:val="∑"/>
                          <m:subHide m:val="on"/>
                          <m:supHide m:val="on"/>
                          <m:ctrlPr>
                            <a:rPr lang="en-US" sz="2000" i="1" kern="1200" smtClean="0">
                              <a:solidFill>
                                <a:srgbClr val="000000"/>
                              </a:solidFill>
                              <a:effectLst/>
                              <a:latin typeface="Cambria Math" panose="02040503050406030204" pitchFamily="18" charset="0"/>
                              <a:cs typeface="Times New Roman" panose="02020603050405020304" pitchFamily="18" charset="0"/>
                            </a:rPr>
                          </m:ctrlPr>
                        </m:naryPr>
                        <m:sub/>
                        <m:sup/>
                        <m:e>
                          <m:sSub>
                            <m:sSubPr>
                              <m:ctrlPr>
                                <a:rPr lang="en-US" sz="2000" i="1" kern="1200">
                                  <a:solidFill>
                                    <a:srgbClr val="000000"/>
                                  </a:solidFill>
                                  <a:effectLst/>
                                  <a:latin typeface="Cambria Math" panose="02040503050406030204" pitchFamily="18" charset="0"/>
                                  <a:cs typeface="Times New Roman" panose="02020603050405020304" pitchFamily="18" charset="0"/>
                                </a:rPr>
                              </m:ctrlPr>
                            </m:sSubPr>
                            <m:e>
                              <m:r>
                                <a:rPr lang="en-US" sz="2000" i="1" kern="1200">
                                  <a:solidFill>
                                    <a:srgbClr val="000000"/>
                                  </a:solidFill>
                                  <a:effectLst/>
                                  <a:latin typeface="Cambria Math" panose="02040503050406030204" pitchFamily="18" charset="0"/>
                                  <a:cs typeface="Times New Roman" panose="02020603050405020304" pitchFamily="18" charset="0"/>
                                </a:rPr>
                                <m:t>𝐹</m:t>
                              </m:r>
                            </m:e>
                            <m:sub>
                              <m:r>
                                <a:rPr lang="en-US" sz="2000" i="1" kern="1200">
                                  <a:solidFill>
                                    <a:srgbClr val="000000"/>
                                  </a:solidFill>
                                  <a:effectLst/>
                                  <a:latin typeface="Cambria Math" panose="02040503050406030204" pitchFamily="18" charset="0"/>
                                  <a:cs typeface="Times New Roman" panose="02020603050405020304" pitchFamily="18" charset="0"/>
                                </a:rPr>
                                <m:t>𝑥</m:t>
                              </m:r>
                            </m:sub>
                          </m:sSub>
                        </m:e>
                      </m:nary>
                      <m:r>
                        <a:rPr lang="en-US" sz="2000" i="1" kern="1200">
                          <a:solidFill>
                            <a:srgbClr val="000000"/>
                          </a:solidFill>
                          <a:effectLst/>
                          <a:latin typeface="Cambria Math" panose="02040503050406030204" pitchFamily="18" charset="0"/>
                          <a:cs typeface="Times New Roman" panose="02020603050405020304" pitchFamily="18" charset="0"/>
                        </a:rPr>
                        <m:t>=</m:t>
                      </m:r>
                      <m:sSub>
                        <m:sSubPr>
                          <m:ctrlPr>
                            <a:rPr lang="en-US" sz="2000" i="1" kern="1200">
                              <a:solidFill>
                                <a:srgbClr val="000000"/>
                              </a:solidFill>
                              <a:effectLst/>
                              <a:latin typeface="Cambria Math" panose="02040503050406030204" pitchFamily="18" charset="0"/>
                              <a:cs typeface="Times New Roman" panose="02020603050405020304" pitchFamily="18" charset="0"/>
                            </a:rPr>
                          </m:ctrlPr>
                        </m:sSubPr>
                        <m:e>
                          <m:r>
                            <a:rPr lang="en-US" sz="2000" i="1" kern="1200">
                              <a:solidFill>
                                <a:srgbClr val="000000"/>
                              </a:solidFill>
                              <a:effectLst/>
                              <a:latin typeface="Cambria Math" panose="02040503050406030204" pitchFamily="18" charset="0"/>
                              <a:cs typeface="Times New Roman" panose="02020603050405020304" pitchFamily="18" charset="0"/>
                            </a:rPr>
                            <m:t>𝐹</m:t>
                          </m:r>
                        </m:e>
                        <m:sub>
                          <m:r>
                            <a:rPr lang="en-US" sz="2000" i="1" kern="1200">
                              <a:solidFill>
                                <a:srgbClr val="000000"/>
                              </a:solidFill>
                              <a:effectLst/>
                              <a:latin typeface="Cambria Math" panose="02040503050406030204" pitchFamily="18" charset="0"/>
                              <a:cs typeface="Times New Roman" panose="02020603050405020304" pitchFamily="18" charset="0"/>
                            </a:rPr>
                            <m:t>𝑝𝑢𝑠ℎ</m:t>
                          </m:r>
                        </m:sub>
                      </m:sSub>
                      <m:r>
                        <a:rPr lang="en-US" sz="2000" i="1" kern="1200">
                          <a:solidFill>
                            <a:srgbClr val="000000"/>
                          </a:solidFill>
                          <a:effectLst/>
                          <a:latin typeface="Cambria Math" panose="02040503050406030204" pitchFamily="18" charset="0"/>
                          <a:cs typeface="Times New Roman" panose="02020603050405020304" pitchFamily="18" charset="0"/>
                        </a:rPr>
                        <m:t>+</m:t>
                      </m:r>
                      <m:sSub>
                        <m:sSubPr>
                          <m:ctrlPr>
                            <a:rPr lang="en-US" sz="2000" i="1" kern="1200">
                              <a:solidFill>
                                <a:srgbClr val="000000"/>
                              </a:solidFill>
                              <a:effectLst/>
                              <a:latin typeface="Cambria Math" panose="02040503050406030204" pitchFamily="18" charset="0"/>
                              <a:cs typeface="Times New Roman" panose="02020603050405020304" pitchFamily="18" charset="0"/>
                            </a:rPr>
                          </m:ctrlPr>
                        </m:sSubPr>
                        <m:e>
                          <m:r>
                            <a:rPr lang="en-US" sz="2000" i="1" kern="1200">
                              <a:solidFill>
                                <a:srgbClr val="000000"/>
                              </a:solidFill>
                              <a:effectLst/>
                              <a:latin typeface="Cambria Math" panose="02040503050406030204" pitchFamily="18" charset="0"/>
                              <a:cs typeface="Times New Roman" panose="02020603050405020304" pitchFamily="18" charset="0"/>
                            </a:rPr>
                            <m:t>𝐹</m:t>
                          </m:r>
                        </m:e>
                        <m:sub>
                          <m:r>
                            <a:rPr lang="en-US" sz="2000" i="1" kern="1200">
                              <a:solidFill>
                                <a:srgbClr val="000000"/>
                              </a:solidFill>
                              <a:effectLst/>
                              <a:latin typeface="Cambria Math" panose="02040503050406030204" pitchFamily="18" charset="0"/>
                              <a:cs typeface="Times New Roman" panose="02020603050405020304" pitchFamily="18" charset="0"/>
                            </a:rPr>
                            <m:t>𝑝𝑢𝑙𝑙</m:t>
                          </m:r>
                        </m:sub>
                      </m:sSub>
                      <m:func>
                        <m:funcPr>
                          <m:ctrlPr>
                            <a:rPr lang="en-US" sz="2000" kern="1200">
                              <a:solidFill>
                                <a:srgbClr val="000000"/>
                              </a:solidFill>
                              <a:effectLst/>
                              <a:latin typeface="Cambria Math" panose="02040503050406030204" pitchFamily="18" charset="0"/>
                              <a:cs typeface="Times New Roman" panose="02020603050405020304" pitchFamily="18" charset="0"/>
                            </a:rPr>
                          </m:ctrlPr>
                        </m:funcPr>
                        <m:fName>
                          <m:r>
                            <m:rPr>
                              <m:sty m:val="p"/>
                            </m:rPr>
                            <a:rPr lang="en-US" sz="2000" kern="1200">
                              <a:solidFill>
                                <a:srgbClr val="000000"/>
                              </a:solidFill>
                              <a:effectLst/>
                              <a:latin typeface="Cambria Math" panose="02040503050406030204" pitchFamily="18" charset="0"/>
                              <a:cs typeface="Times New Roman" panose="02020603050405020304" pitchFamily="18" charset="0"/>
                            </a:rPr>
                            <m:t>cos</m:t>
                          </m:r>
                        </m:fName>
                        <m:e>
                          <m:r>
                            <a:rPr lang="en-US" sz="2000"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𝜃</m:t>
                          </m:r>
                        </m:e>
                      </m:func>
                      <m:r>
                        <a:rPr lang="en-US" sz="2000" i="1" kern="1200">
                          <a:solidFill>
                            <a:srgbClr val="000000"/>
                          </a:solidFill>
                          <a:effectLst/>
                          <a:latin typeface="Cambria Math" panose="02040503050406030204" pitchFamily="18" charset="0"/>
                          <a:cs typeface="Times New Roman" panose="02020603050405020304" pitchFamily="18" charset="0"/>
                        </a:rPr>
                        <m:t>−</m:t>
                      </m:r>
                      <m:sSub>
                        <m:sSubPr>
                          <m:ctrlPr>
                            <a:rPr lang="en-US" sz="2000" i="1" kern="1200">
                              <a:solidFill>
                                <a:srgbClr val="000000"/>
                              </a:solidFill>
                              <a:effectLst/>
                              <a:latin typeface="Cambria Math" panose="02040503050406030204" pitchFamily="18" charset="0"/>
                              <a:cs typeface="Times New Roman" panose="02020603050405020304" pitchFamily="18" charset="0"/>
                            </a:rPr>
                          </m:ctrlPr>
                        </m:sSubPr>
                        <m:e>
                          <m:r>
                            <a:rPr lang="en-US" sz="2000" i="1" kern="1200">
                              <a:solidFill>
                                <a:srgbClr val="000000"/>
                              </a:solidFill>
                              <a:effectLst/>
                              <a:latin typeface="Cambria Math" panose="02040503050406030204" pitchFamily="18" charset="0"/>
                              <a:cs typeface="Times New Roman" panose="02020603050405020304" pitchFamily="18" charset="0"/>
                            </a:rPr>
                            <m:t>𝑓</m:t>
                          </m:r>
                        </m:e>
                        <m:sub>
                          <m:r>
                            <a:rPr lang="en-US" sz="2000" i="1" kern="1200">
                              <a:solidFill>
                                <a:srgbClr val="000000"/>
                              </a:solidFill>
                              <a:effectLst/>
                              <a:latin typeface="Cambria Math" panose="02040503050406030204" pitchFamily="18" charset="0"/>
                              <a:cs typeface="Times New Roman" panose="02020603050405020304" pitchFamily="18" charset="0"/>
                            </a:rPr>
                            <m:t>𝑠</m:t>
                          </m:r>
                          <m:r>
                            <a:rPr lang="en-US" sz="2000" i="1" kern="1200">
                              <a:solidFill>
                                <a:srgbClr val="000000"/>
                              </a:solidFill>
                              <a:effectLst/>
                              <a:latin typeface="Cambria Math" panose="02040503050406030204" pitchFamily="18" charset="0"/>
                              <a:cs typeface="Times New Roman" panose="02020603050405020304" pitchFamily="18" charset="0"/>
                            </a:rPr>
                            <m:t>,</m:t>
                          </m:r>
                          <m:r>
                            <a:rPr lang="en-US" sz="2000" i="1" kern="1200">
                              <a:solidFill>
                                <a:srgbClr val="000000"/>
                              </a:solidFill>
                              <a:effectLst/>
                              <a:latin typeface="Cambria Math" panose="02040503050406030204" pitchFamily="18" charset="0"/>
                              <a:cs typeface="Times New Roman" panose="02020603050405020304" pitchFamily="18" charset="0"/>
                            </a:rPr>
                            <m:t>𝑚𝑎𝑥</m:t>
                          </m:r>
                        </m:sub>
                      </m:sSub>
                      <m:r>
                        <a:rPr lang="en-US" sz="2000" i="1" kern="1200">
                          <a:solidFill>
                            <a:srgbClr val="000000"/>
                          </a:solidFill>
                          <a:effectLst/>
                          <a:latin typeface="Cambria Math" panose="02040503050406030204" pitchFamily="18" charset="0"/>
                          <a:cs typeface="Times New Roman" panose="02020603050405020304" pitchFamily="18" charset="0"/>
                        </a:rPr>
                        <m:t>=0</m:t>
                      </m:r>
                    </m:oMath>
                  </m:oMathPara>
                </a14:m>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24" name="TextBox 40">
                <a:extLst>
                  <a:ext uri="{FF2B5EF4-FFF2-40B4-BE49-F238E27FC236}">
                    <a16:creationId xmlns:a16="http://schemas.microsoft.com/office/drawing/2014/main" id="{E3443E55-7BD9-B771-93E7-DEC9791D00E7}"/>
                  </a:ext>
                </a:extLst>
              </p:cNvPr>
              <p:cNvSpPr txBox="1">
                <a:spLocks noRot="1" noChangeAspect="1" noMove="1" noResize="1" noEditPoints="1" noAdjustHandles="1" noChangeArrowheads="1" noChangeShapeType="1" noTextEdit="1"/>
              </p:cNvSpPr>
              <p:nvPr/>
            </p:nvSpPr>
            <p:spPr>
              <a:xfrm>
                <a:off x="756634" y="3642044"/>
                <a:ext cx="4450834" cy="90011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39">
                <a:extLst>
                  <a:ext uri="{FF2B5EF4-FFF2-40B4-BE49-F238E27FC236}">
                    <a16:creationId xmlns:a16="http://schemas.microsoft.com/office/drawing/2014/main" id="{232A43CD-29DB-D709-7EC2-D778002DB546}"/>
                  </a:ext>
                </a:extLst>
              </p:cNvPr>
              <p:cNvSpPr txBox="1"/>
              <p:nvPr/>
            </p:nvSpPr>
            <p:spPr>
              <a:xfrm>
                <a:off x="7295811" y="3713474"/>
                <a:ext cx="3755644" cy="900118"/>
              </a:xfrm>
              <a:prstGeom prst="rect">
                <a:avLst/>
              </a:prstGeom>
              <a:noFill/>
            </p:spPr>
            <p:txBody>
              <a:bodyPr wrap="none" lIns="0" tIns="0" rIns="0" bIns="0" rtlCol="0">
                <a:spAutoFit/>
              </a:bodyPr>
              <a:lstStyle/>
              <a:p>
                <a:pPr marL="0" marR="0">
                  <a:lnSpc>
                    <a:spcPct val="107000"/>
                  </a:lnSpc>
                  <a:spcAft>
                    <a:spcPts val="800"/>
                  </a:spcAft>
                  <a:buNone/>
                </a:pPr>
                <a14:m>
                  <m:oMathPara xmlns:m="http://schemas.openxmlformats.org/officeDocument/2006/math">
                    <m:oMath>
                      <m:nary>
                        <m:naryPr>
                          <m:chr m:val="∑"/>
                          <m:subHide m:val="on"/>
                          <m:supHide m:val="on"/>
                          <m:ctrlPr>
                            <a:rPr lang="en-US" sz="2000" i="1" kern="1200">
                              <a:solidFill>
                                <a:srgbClr val="000000"/>
                              </a:solidFill>
                              <a:effectLst/>
                              <a:latin typeface="Cambria Math" panose="02040503050406030204" pitchFamily="18" charset="0"/>
                              <a:cs typeface="Times New Roman" panose="02020603050405020304" pitchFamily="18" charset="0"/>
                            </a:rPr>
                          </m:ctrlPr>
                        </m:naryPr>
                        <m:sub/>
                        <m:sup/>
                        <m:e>
                          <m:sSub>
                            <m:sSubPr>
                              <m:ctrlPr>
                                <a:rPr lang="en-US" sz="2000" i="1" kern="1200">
                                  <a:solidFill>
                                    <a:srgbClr val="000000"/>
                                  </a:solidFill>
                                  <a:effectLst/>
                                  <a:latin typeface="Cambria Math" panose="02040503050406030204" pitchFamily="18" charset="0"/>
                                  <a:cs typeface="Times New Roman" panose="02020603050405020304" pitchFamily="18" charset="0"/>
                                </a:rPr>
                              </m:ctrlPr>
                            </m:sSubPr>
                            <m:e>
                              <m:r>
                                <a:rPr lang="en-US" sz="2000" i="1" kern="1200">
                                  <a:solidFill>
                                    <a:srgbClr val="000000"/>
                                  </a:solidFill>
                                  <a:effectLst/>
                                  <a:latin typeface="Cambria Math" panose="02040503050406030204" pitchFamily="18" charset="0"/>
                                  <a:cs typeface="Times New Roman" panose="02020603050405020304" pitchFamily="18" charset="0"/>
                                </a:rPr>
                                <m:t>𝐹</m:t>
                              </m:r>
                            </m:e>
                            <m:sub>
                              <m:r>
                                <a:rPr lang="en-US" sz="2000" i="1" kern="1200">
                                  <a:solidFill>
                                    <a:srgbClr val="000000"/>
                                  </a:solidFill>
                                  <a:effectLst/>
                                  <a:latin typeface="Cambria Math" panose="02040503050406030204" pitchFamily="18" charset="0"/>
                                  <a:cs typeface="Times New Roman" panose="02020603050405020304" pitchFamily="18" charset="0"/>
                                </a:rPr>
                                <m:t>𝑦</m:t>
                              </m:r>
                            </m:sub>
                          </m:sSub>
                        </m:e>
                      </m:nary>
                      <m:r>
                        <a:rPr lang="en-US" sz="2000" i="1" kern="1200">
                          <a:solidFill>
                            <a:srgbClr val="000000"/>
                          </a:solidFill>
                          <a:effectLst/>
                          <a:latin typeface="Cambria Math" panose="02040503050406030204" pitchFamily="18" charset="0"/>
                          <a:cs typeface="Times New Roman" panose="02020603050405020304" pitchFamily="18" charset="0"/>
                        </a:rPr>
                        <m:t>=</m:t>
                      </m:r>
                      <m:r>
                        <a:rPr lang="en-US" sz="2000" i="1" kern="1200">
                          <a:solidFill>
                            <a:srgbClr val="000000"/>
                          </a:solidFill>
                          <a:effectLst/>
                          <a:latin typeface="Cambria Math" panose="02040503050406030204" pitchFamily="18" charset="0"/>
                          <a:cs typeface="Times New Roman" panose="02020603050405020304" pitchFamily="18" charset="0"/>
                        </a:rPr>
                        <m:t>𝑁</m:t>
                      </m:r>
                      <m:r>
                        <a:rPr lang="en-US" sz="2000" i="1" kern="1200">
                          <a:solidFill>
                            <a:srgbClr val="000000"/>
                          </a:solidFill>
                          <a:effectLst/>
                          <a:latin typeface="Cambria Math" panose="02040503050406030204" pitchFamily="18" charset="0"/>
                          <a:cs typeface="Times New Roman" panose="02020603050405020304" pitchFamily="18" charset="0"/>
                        </a:rPr>
                        <m:t>+</m:t>
                      </m:r>
                      <m:sSub>
                        <m:sSubPr>
                          <m:ctrlPr>
                            <a:rPr lang="en-US" sz="2000" i="1" kern="1200">
                              <a:solidFill>
                                <a:srgbClr val="000000"/>
                              </a:solidFill>
                              <a:effectLst/>
                              <a:latin typeface="Cambria Math" panose="02040503050406030204" pitchFamily="18" charset="0"/>
                              <a:cs typeface="Times New Roman" panose="02020603050405020304" pitchFamily="18" charset="0"/>
                            </a:rPr>
                          </m:ctrlPr>
                        </m:sSubPr>
                        <m:e>
                          <m:r>
                            <a:rPr lang="en-US" sz="2000" i="1" kern="1200">
                              <a:solidFill>
                                <a:srgbClr val="000000"/>
                              </a:solidFill>
                              <a:effectLst/>
                              <a:latin typeface="Cambria Math" panose="02040503050406030204" pitchFamily="18" charset="0"/>
                              <a:cs typeface="Times New Roman" panose="02020603050405020304" pitchFamily="18" charset="0"/>
                            </a:rPr>
                            <m:t>𝐹</m:t>
                          </m:r>
                        </m:e>
                        <m:sub>
                          <m:r>
                            <a:rPr lang="en-US" sz="2000" i="1" kern="1200">
                              <a:solidFill>
                                <a:srgbClr val="000000"/>
                              </a:solidFill>
                              <a:effectLst/>
                              <a:latin typeface="Cambria Math" panose="02040503050406030204" pitchFamily="18" charset="0"/>
                              <a:cs typeface="Times New Roman" panose="02020603050405020304" pitchFamily="18" charset="0"/>
                            </a:rPr>
                            <m:t>𝑝𝑢𝑙𝑙</m:t>
                          </m:r>
                        </m:sub>
                      </m:sSub>
                      <m:func>
                        <m:funcPr>
                          <m:ctrlPr>
                            <a:rPr lang="en-US" sz="2000" kern="1200">
                              <a:solidFill>
                                <a:srgbClr val="000000"/>
                              </a:solidFill>
                              <a:effectLst/>
                              <a:latin typeface="Cambria Math" panose="02040503050406030204" pitchFamily="18" charset="0"/>
                              <a:cs typeface="Times New Roman" panose="02020603050405020304" pitchFamily="18" charset="0"/>
                            </a:rPr>
                          </m:ctrlPr>
                        </m:funcPr>
                        <m:fName>
                          <m:r>
                            <m:rPr>
                              <m:sty m:val="p"/>
                            </m:rPr>
                            <a:rPr lang="en-US" sz="2000" kern="1200">
                              <a:solidFill>
                                <a:srgbClr val="000000"/>
                              </a:solidFill>
                              <a:effectLst/>
                              <a:latin typeface="Cambria Math" panose="02040503050406030204" pitchFamily="18" charset="0"/>
                              <a:cs typeface="Times New Roman" panose="02020603050405020304" pitchFamily="18" charset="0"/>
                            </a:rPr>
                            <m:t>sin</m:t>
                          </m:r>
                        </m:fName>
                        <m:e>
                          <m:r>
                            <a:rPr lang="en-US" sz="2000"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𝜃</m:t>
                          </m:r>
                        </m:e>
                      </m:func>
                      <m:r>
                        <a:rPr lang="en-US" sz="2000" i="1" kern="1200">
                          <a:solidFill>
                            <a:srgbClr val="000000"/>
                          </a:solidFill>
                          <a:effectLst/>
                          <a:latin typeface="Cambria Math" panose="02040503050406030204" pitchFamily="18" charset="0"/>
                          <a:cs typeface="Times New Roman" panose="02020603050405020304" pitchFamily="18" charset="0"/>
                        </a:rPr>
                        <m:t>−</m:t>
                      </m:r>
                      <m:r>
                        <a:rPr lang="en-US" sz="2000" i="1" kern="1200">
                          <a:solidFill>
                            <a:srgbClr val="000000"/>
                          </a:solidFill>
                          <a:effectLst/>
                          <a:latin typeface="Cambria Math" panose="02040503050406030204" pitchFamily="18" charset="0"/>
                          <a:cs typeface="Times New Roman" panose="02020603050405020304" pitchFamily="18" charset="0"/>
                        </a:rPr>
                        <m:t>𝑚𝑔</m:t>
                      </m:r>
                      <m:r>
                        <a:rPr lang="en-US" sz="2000" i="1" kern="1200">
                          <a:solidFill>
                            <a:srgbClr val="000000"/>
                          </a:solidFill>
                          <a:effectLst/>
                          <a:latin typeface="Cambria Math" panose="02040503050406030204" pitchFamily="18" charset="0"/>
                          <a:cs typeface="Times New Roman" panose="02020603050405020304" pitchFamily="18" charset="0"/>
                        </a:rPr>
                        <m:t>=0</m:t>
                      </m:r>
                    </m:oMath>
                  </m:oMathPara>
                </a14:m>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25" name="TextBox 39">
                <a:extLst>
                  <a:ext uri="{FF2B5EF4-FFF2-40B4-BE49-F238E27FC236}">
                    <a16:creationId xmlns:a16="http://schemas.microsoft.com/office/drawing/2014/main" id="{232A43CD-29DB-D709-7EC2-D778002DB546}"/>
                  </a:ext>
                </a:extLst>
              </p:cNvPr>
              <p:cNvSpPr txBox="1">
                <a:spLocks noRot="1" noChangeAspect="1" noMove="1" noResize="1" noEditPoints="1" noAdjustHandles="1" noChangeArrowheads="1" noChangeShapeType="1" noTextEdit="1"/>
              </p:cNvSpPr>
              <p:nvPr/>
            </p:nvSpPr>
            <p:spPr>
              <a:xfrm>
                <a:off x="7295811" y="3713474"/>
                <a:ext cx="3755644" cy="90011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39">
                <a:extLst>
                  <a:ext uri="{FF2B5EF4-FFF2-40B4-BE49-F238E27FC236}">
                    <a16:creationId xmlns:a16="http://schemas.microsoft.com/office/drawing/2014/main" id="{7B44F6A0-6DCD-B50D-2A0A-B18122977252}"/>
                  </a:ext>
                </a:extLst>
              </p:cNvPr>
              <p:cNvSpPr txBox="1"/>
              <p:nvPr/>
            </p:nvSpPr>
            <p:spPr>
              <a:xfrm>
                <a:off x="7675391" y="4594872"/>
                <a:ext cx="2348143" cy="457241"/>
              </a:xfrm>
              <a:prstGeom prst="rect">
                <a:avLst/>
              </a:prstGeom>
              <a:noFill/>
            </p:spPr>
            <p:txBody>
              <a:bodyPr wrap="none" lIns="0" tIns="0" rIns="0" bIns="0" rtlCol="0">
                <a:spAutoFit/>
              </a:bodyPr>
              <a:lstStyle/>
              <a:p>
                <a:pPr marL="0" marR="0">
                  <a:lnSpc>
                    <a:spcPct val="107000"/>
                  </a:lnSpc>
                  <a:spcAft>
                    <a:spcPts val="800"/>
                  </a:spcAft>
                  <a:buNone/>
                </a:pPr>
                <a14:m>
                  <m:oMathPara xmlns:m="http://schemas.openxmlformats.org/officeDocument/2006/math">
                    <m:oMath>
                      <m:r>
                        <a:rPr lang="en-US" sz="2000" i="1" kern="1200" smtClean="0">
                          <a:solidFill>
                            <a:srgbClr val="0070C0"/>
                          </a:solidFill>
                          <a:effectLst/>
                          <a:latin typeface="Cambria Math" panose="02040503050406030204" pitchFamily="18" charset="0"/>
                          <a:cs typeface="Times New Roman" panose="02020603050405020304" pitchFamily="18" charset="0"/>
                        </a:rPr>
                        <m:t>𝑁</m:t>
                      </m:r>
                      <m:r>
                        <a:rPr lang="en-US" sz="2000" b="0" i="1" kern="1200" smtClean="0">
                          <a:solidFill>
                            <a:srgbClr val="0070C0"/>
                          </a:solidFill>
                          <a:effectLst/>
                          <a:latin typeface="Cambria Math" panose="02040503050406030204" pitchFamily="18" charset="0"/>
                          <a:cs typeface="Times New Roman" panose="02020603050405020304" pitchFamily="18" charset="0"/>
                        </a:rPr>
                        <m:t>=</m:t>
                      </m:r>
                      <m:r>
                        <a:rPr lang="en-US" sz="2000" b="0" i="1" kern="1200" smtClean="0">
                          <a:solidFill>
                            <a:srgbClr val="0070C0"/>
                          </a:solidFill>
                          <a:effectLst/>
                          <a:latin typeface="Cambria Math" panose="02040503050406030204" pitchFamily="18" charset="0"/>
                          <a:cs typeface="Times New Roman" panose="02020603050405020304" pitchFamily="18" charset="0"/>
                        </a:rPr>
                        <m:t>𝑚𝑔</m:t>
                      </m:r>
                      <m:r>
                        <a:rPr lang="en-US" sz="2000" b="0" i="1" kern="1200" smtClean="0">
                          <a:solidFill>
                            <a:srgbClr val="0070C0"/>
                          </a:solidFill>
                          <a:effectLst/>
                          <a:latin typeface="Cambria Math" panose="02040503050406030204" pitchFamily="18" charset="0"/>
                          <a:cs typeface="Times New Roman" panose="02020603050405020304" pitchFamily="18" charset="0"/>
                        </a:rPr>
                        <m:t>−</m:t>
                      </m:r>
                      <m:sSub>
                        <m:sSubPr>
                          <m:ctrlPr>
                            <a:rPr lang="en-US" sz="2000" i="1" kern="1200">
                              <a:solidFill>
                                <a:srgbClr val="0070C0"/>
                              </a:solidFill>
                              <a:effectLst/>
                              <a:latin typeface="Cambria Math" panose="02040503050406030204" pitchFamily="18" charset="0"/>
                              <a:cs typeface="Times New Roman" panose="02020603050405020304" pitchFamily="18" charset="0"/>
                            </a:rPr>
                          </m:ctrlPr>
                        </m:sSubPr>
                        <m:e>
                          <m:r>
                            <a:rPr lang="en-US" sz="2000" i="1" kern="1200">
                              <a:solidFill>
                                <a:srgbClr val="0070C0"/>
                              </a:solidFill>
                              <a:effectLst/>
                              <a:latin typeface="Cambria Math" panose="02040503050406030204" pitchFamily="18" charset="0"/>
                              <a:cs typeface="Times New Roman" panose="02020603050405020304" pitchFamily="18" charset="0"/>
                            </a:rPr>
                            <m:t>𝐹</m:t>
                          </m:r>
                        </m:e>
                        <m:sub>
                          <m:r>
                            <a:rPr lang="en-US" sz="2000" i="1" kern="1200">
                              <a:solidFill>
                                <a:srgbClr val="0070C0"/>
                              </a:solidFill>
                              <a:effectLst/>
                              <a:latin typeface="Cambria Math" panose="02040503050406030204" pitchFamily="18" charset="0"/>
                              <a:cs typeface="Times New Roman" panose="02020603050405020304" pitchFamily="18" charset="0"/>
                            </a:rPr>
                            <m:t>𝑝𝑢𝑙𝑙</m:t>
                          </m:r>
                        </m:sub>
                      </m:sSub>
                      <m:func>
                        <m:funcPr>
                          <m:ctrlPr>
                            <a:rPr lang="en-US" sz="2000" kern="1200">
                              <a:solidFill>
                                <a:srgbClr val="0070C0"/>
                              </a:solidFill>
                              <a:effectLst/>
                              <a:latin typeface="Cambria Math" panose="02040503050406030204" pitchFamily="18" charset="0"/>
                              <a:cs typeface="Times New Roman" panose="02020603050405020304" pitchFamily="18" charset="0"/>
                            </a:rPr>
                          </m:ctrlPr>
                        </m:funcPr>
                        <m:fName>
                          <m:r>
                            <m:rPr>
                              <m:sty m:val="p"/>
                            </m:rPr>
                            <a:rPr lang="en-US" sz="2000" kern="1200">
                              <a:solidFill>
                                <a:srgbClr val="0070C0"/>
                              </a:solidFill>
                              <a:effectLst/>
                              <a:latin typeface="Cambria Math" panose="02040503050406030204" pitchFamily="18" charset="0"/>
                              <a:cs typeface="Times New Roman" panose="02020603050405020304" pitchFamily="18" charset="0"/>
                            </a:rPr>
                            <m:t>sin</m:t>
                          </m:r>
                        </m:fName>
                        <m:e>
                          <m:r>
                            <a:rPr lang="en-US" sz="2000" i="1" kern="1200">
                              <a:solidFill>
                                <a:srgbClr val="0070C0"/>
                              </a:solidFill>
                              <a:effectLst/>
                              <a:latin typeface="Cambria Math" panose="02040503050406030204" pitchFamily="18" charset="0"/>
                              <a:ea typeface="Cambria Math" panose="02040503050406030204" pitchFamily="18" charset="0"/>
                              <a:cs typeface="Times New Roman" panose="02020603050405020304" pitchFamily="18" charset="0"/>
                            </a:rPr>
                            <m:t>𝜃</m:t>
                          </m:r>
                        </m:e>
                      </m:func>
                    </m:oMath>
                  </m:oMathPara>
                </a14:m>
                <a:endParaRPr lang="en-US" sz="20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p:sp>
            <p:nvSpPr>
              <p:cNvPr id="26" name="TextBox 39">
                <a:extLst>
                  <a:ext uri="{FF2B5EF4-FFF2-40B4-BE49-F238E27FC236}">
                    <a16:creationId xmlns:a16="http://schemas.microsoft.com/office/drawing/2014/main" id="{7B44F6A0-6DCD-B50D-2A0A-B18122977252}"/>
                  </a:ext>
                </a:extLst>
              </p:cNvPr>
              <p:cNvSpPr txBox="1">
                <a:spLocks noRot="1" noChangeAspect="1" noMove="1" noResize="1" noEditPoints="1" noAdjustHandles="1" noChangeArrowheads="1" noChangeShapeType="1" noTextEdit="1"/>
              </p:cNvSpPr>
              <p:nvPr/>
            </p:nvSpPr>
            <p:spPr>
              <a:xfrm>
                <a:off x="7675391" y="4594872"/>
                <a:ext cx="2348143" cy="45724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74BA5180-9D4F-AB43-8D23-33D57A6BBD6E}"/>
                  </a:ext>
                </a:extLst>
              </p:cNvPr>
              <p:cNvSpPr txBox="1"/>
              <p:nvPr/>
            </p:nvSpPr>
            <p:spPr>
              <a:xfrm>
                <a:off x="7261310" y="5226444"/>
                <a:ext cx="4808770" cy="445891"/>
              </a:xfrm>
              <a:prstGeom prst="rect">
                <a:avLst/>
              </a:prstGeom>
              <a:noFill/>
            </p:spPr>
            <p:txBody>
              <a:bodyPr wrap="square">
                <a:spAutoFit/>
              </a:bodyPr>
              <a:lstStyle/>
              <a:p>
                <a:pPr/>
                <a14:m>
                  <m:oMathPara xmlns:m="http://schemas.openxmlformats.org/officeDocument/2006/math">
                    <m:oMathParaPr>
                      <m:jc m:val="left"/>
                    </m:oMathParaPr>
                    <m:oMath>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𝑠</m:t>
                          </m:r>
                          <m:r>
                            <a:rPr lang="en-US" sz="2000" i="0">
                              <a:latin typeface="Cambria Math" panose="02040503050406030204" pitchFamily="18" charset="0"/>
                            </a:rPr>
                            <m:t>,</m:t>
                          </m:r>
                          <m:r>
                            <a:rPr lang="en-US" sz="2000" i="1">
                              <a:latin typeface="Cambria Math" panose="02040503050406030204" pitchFamily="18" charset="0"/>
                            </a:rPr>
                            <m:t>𝑚𝑎𝑥</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𝑠</m:t>
                          </m:r>
                        </m:sub>
                      </m:sSub>
                      <m:r>
                        <a:rPr lang="en-US" sz="2000" i="1">
                          <a:latin typeface="Cambria Math" panose="02040503050406030204" pitchFamily="18" charset="0"/>
                        </a:rPr>
                        <m:t>𝑁</m:t>
                      </m:r>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𝑠</m:t>
                          </m:r>
                        </m:sub>
                      </m:sSub>
                      <m:d>
                        <m:dPr>
                          <m:ctrlPr>
                            <a:rPr lang="en-US" sz="2000" i="1">
                              <a:latin typeface="Cambria Math" panose="02040503050406030204" pitchFamily="18" charset="0"/>
                            </a:rPr>
                          </m:ctrlPr>
                        </m:dPr>
                        <m:e>
                          <m:r>
                            <a:rPr lang="en-US" sz="2000" i="1">
                              <a:latin typeface="Cambria Math" panose="02040503050406030204" pitchFamily="18" charset="0"/>
                            </a:rPr>
                            <m:t>𝑚𝑔</m:t>
                          </m:r>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𝑝𝑢𝑙𝑙</m:t>
                              </m:r>
                            </m:sub>
                          </m:sSub>
                          <m:func>
                            <m:funcPr>
                              <m:ctrlPr>
                                <a:rPr lang="en-US" sz="2000" i="0">
                                  <a:latin typeface="Cambria Math" panose="02040503050406030204" pitchFamily="18" charset="0"/>
                                </a:rPr>
                              </m:ctrlPr>
                            </m:funcPr>
                            <m:fName>
                              <m:r>
                                <m:rPr>
                                  <m:sty m:val="p"/>
                                </m:rPr>
                                <a:rPr lang="en-US" sz="2000" i="0">
                                  <a:latin typeface="Cambria Math" panose="02040503050406030204" pitchFamily="18" charset="0"/>
                                </a:rPr>
                                <m:t>sin</m:t>
                              </m:r>
                            </m:fName>
                            <m:e>
                              <m:r>
                                <a:rPr lang="en-US" sz="2000" i="1">
                                  <a:latin typeface="Cambria Math" panose="02040503050406030204" pitchFamily="18" charset="0"/>
                                </a:rPr>
                                <m:t>𝜃</m:t>
                              </m:r>
                            </m:e>
                          </m:func>
                        </m:e>
                      </m:d>
                      <m:r>
                        <a:rPr lang="en-US" sz="2000" b="0" i="1" smtClean="0">
                          <a:latin typeface="Cambria Math" panose="02040503050406030204" pitchFamily="18" charset="0"/>
                        </a:rPr>
                        <m:t>…(2)</m:t>
                      </m:r>
                    </m:oMath>
                  </m:oMathPara>
                </a14:m>
                <a:endParaRPr lang="en-US" sz="2000" dirty="0"/>
              </a:p>
            </p:txBody>
          </p:sp>
        </mc:Choice>
        <mc:Fallback>
          <p:sp>
            <p:nvSpPr>
              <p:cNvPr id="28" name="TextBox 27">
                <a:extLst>
                  <a:ext uri="{FF2B5EF4-FFF2-40B4-BE49-F238E27FC236}">
                    <a16:creationId xmlns:a16="http://schemas.microsoft.com/office/drawing/2014/main" id="{74BA5180-9D4F-AB43-8D23-33D57A6BBD6E}"/>
                  </a:ext>
                </a:extLst>
              </p:cNvPr>
              <p:cNvSpPr txBox="1">
                <a:spLocks noRot="1" noChangeAspect="1" noMove="1" noResize="1" noEditPoints="1" noAdjustHandles="1" noChangeArrowheads="1" noChangeShapeType="1" noTextEdit="1"/>
              </p:cNvSpPr>
              <p:nvPr/>
            </p:nvSpPr>
            <p:spPr>
              <a:xfrm>
                <a:off x="7261310" y="5226444"/>
                <a:ext cx="4808770" cy="445891"/>
              </a:xfrm>
              <a:prstGeom prst="rect">
                <a:avLst/>
              </a:prstGeom>
              <a:blipFill>
                <a:blip r:embed="rId10"/>
                <a:stretch>
                  <a:fillRect l="-507"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D1AADC-1500-5142-12EF-CB23CA277792}"/>
                  </a:ext>
                </a:extLst>
              </p:cNvPr>
              <p:cNvSpPr txBox="1"/>
              <p:nvPr/>
            </p:nvSpPr>
            <p:spPr>
              <a:xfrm>
                <a:off x="765317" y="4527702"/>
                <a:ext cx="4005466" cy="423770"/>
              </a:xfrm>
              <a:prstGeom prst="rect">
                <a:avLst/>
              </a:prstGeom>
              <a:noFill/>
            </p:spPr>
            <p:txBody>
              <a:bodyPr wrap="square">
                <a:spAutoFit/>
              </a:bodyPr>
              <a:lstStyle/>
              <a:p>
                <a:pPr/>
                <a14:m>
                  <m:oMathPara xmlns:m="http://schemas.openxmlformats.org/officeDocument/2006/math">
                    <m:oMathParaPr>
                      <m:jc m:val="left"/>
                    </m:oMathParaPr>
                    <m:o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𝑝𝑢𝑠ℎ</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𝑠</m:t>
                          </m:r>
                          <m:r>
                            <a:rPr lang="en-US" sz="2000" i="0">
                              <a:latin typeface="Cambria Math" panose="02040503050406030204" pitchFamily="18" charset="0"/>
                            </a:rPr>
                            <m:t>,</m:t>
                          </m:r>
                          <m:r>
                            <a:rPr lang="en-US" sz="2000" i="1">
                              <a:latin typeface="Cambria Math" panose="02040503050406030204" pitchFamily="18" charset="0"/>
                            </a:rPr>
                            <m:t>𝑚𝑎𝑥</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𝑝𝑢𝑙𝑙</m:t>
                          </m:r>
                        </m:sub>
                      </m:sSub>
                      <m:func>
                        <m:funcPr>
                          <m:ctrlPr>
                            <a:rPr lang="en-US" sz="2000" i="0">
                              <a:latin typeface="Cambria Math" panose="02040503050406030204" pitchFamily="18" charset="0"/>
                            </a:rPr>
                          </m:ctrlPr>
                        </m:funcPr>
                        <m:fName>
                          <m:r>
                            <m:rPr>
                              <m:sty m:val="p"/>
                            </m:rPr>
                            <a:rPr lang="en-US" sz="2000" i="0">
                              <a:latin typeface="Cambria Math" panose="02040503050406030204" pitchFamily="18" charset="0"/>
                            </a:rPr>
                            <m:t>cos</m:t>
                          </m:r>
                        </m:fName>
                        <m:e>
                          <m:r>
                            <a:rPr lang="en-US" sz="2000" i="1">
                              <a:latin typeface="Cambria Math" panose="02040503050406030204" pitchFamily="18" charset="0"/>
                            </a:rPr>
                            <m:t>𝜃</m:t>
                          </m:r>
                          <m:r>
                            <a:rPr lang="en-US" sz="2000" b="0" i="1" smtClean="0">
                              <a:latin typeface="Cambria Math" panose="02040503050406030204" pitchFamily="18" charset="0"/>
                            </a:rPr>
                            <m:t>…(1)</m:t>
                          </m:r>
                        </m:e>
                      </m:func>
                    </m:oMath>
                  </m:oMathPara>
                </a14:m>
                <a:endParaRPr lang="en-US" sz="2000" dirty="0"/>
              </a:p>
            </p:txBody>
          </p:sp>
        </mc:Choice>
        <mc:Fallback xmlns="">
          <p:sp>
            <p:nvSpPr>
              <p:cNvPr id="30" name="TextBox 29">
                <a:extLst>
                  <a:ext uri="{FF2B5EF4-FFF2-40B4-BE49-F238E27FC236}">
                    <a16:creationId xmlns:a16="http://schemas.microsoft.com/office/drawing/2014/main" id="{F0D1AADC-1500-5142-12EF-CB23CA277792}"/>
                  </a:ext>
                </a:extLst>
              </p:cNvPr>
              <p:cNvSpPr txBox="1">
                <a:spLocks noRot="1" noChangeAspect="1" noMove="1" noResize="1" noEditPoints="1" noAdjustHandles="1" noChangeArrowheads="1" noChangeShapeType="1" noTextEdit="1"/>
              </p:cNvSpPr>
              <p:nvPr/>
            </p:nvSpPr>
            <p:spPr>
              <a:xfrm>
                <a:off x="765317" y="4527702"/>
                <a:ext cx="4005466" cy="423770"/>
              </a:xfrm>
              <a:prstGeom prst="rect">
                <a:avLst/>
              </a:prstGeom>
              <a:blipFill>
                <a:blip r:embed="rId11"/>
                <a:stretch>
                  <a:fillRect b="-101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7AACAFD7-435B-0172-934E-750979D9F3F7}"/>
                  </a:ext>
                </a:extLst>
              </p:cNvPr>
              <p:cNvSpPr txBox="1"/>
              <p:nvPr/>
            </p:nvSpPr>
            <p:spPr>
              <a:xfrm>
                <a:off x="709653" y="5153931"/>
                <a:ext cx="2081256" cy="369332"/>
              </a:xfrm>
              <a:prstGeom prst="rect">
                <a:avLst/>
              </a:prstGeom>
              <a:noFill/>
            </p:spPr>
            <p:txBody>
              <a:bodyPr wrap="square">
                <a:spAutoFit/>
              </a:bodyPr>
              <a:lstStyle/>
              <a:p>
                <a:pPr/>
                <a14:m>
                  <m:oMathPara xmlns:m="http://schemas.openxmlformats.org/officeDocument/2006/math">
                    <m:oMathParaPr>
                      <m:jc m:val="left"/>
                    </m:oMathParaPr>
                    <m:oMath>
                      <m:r>
                        <a:rPr lang="en-US" b="0" i="1" smtClean="0">
                          <a:solidFill>
                            <a:srgbClr val="FF0000"/>
                          </a:solidFill>
                          <a:latin typeface="Cambria Math" panose="02040503050406030204" pitchFamily="18" charset="0"/>
                        </a:rPr>
                        <m:t>𝐹𝑟𝑜𝑚</m:t>
                      </m:r>
                      <m:r>
                        <a:rPr lang="en-US" b="0" i="1" smtClean="0">
                          <a:solidFill>
                            <a:srgbClr val="FF0000"/>
                          </a:solidFill>
                          <a:latin typeface="Cambria Math" panose="02040503050406030204" pitchFamily="18" charset="0"/>
                        </a:rPr>
                        <m:t> </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r>
                        <a:rPr lang="en-US" b="0" i="0" smtClean="0">
                          <a:solidFill>
                            <a:srgbClr val="FF0000"/>
                          </a:solidFill>
                          <a:latin typeface="Cambria Math" panose="02040503050406030204" pitchFamily="18" charset="0"/>
                        </a:rPr>
                        <m:t> </m:t>
                      </m:r>
                      <m:r>
                        <m:rPr>
                          <m:sty m:val="p"/>
                        </m:rPr>
                        <a:rPr lang="en-US" b="0" i="0" smtClean="0">
                          <a:solidFill>
                            <a:srgbClr val="FF0000"/>
                          </a:solidFill>
                          <a:latin typeface="Cambria Math" panose="02040503050406030204" pitchFamily="18" charset="0"/>
                        </a:rPr>
                        <m:t>and</m:t>
                      </m:r>
                      <m:r>
                        <a:rPr lang="en-US" b="0" i="0" smtClean="0">
                          <a:solidFill>
                            <a:srgbClr val="FF0000"/>
                          </a:solidFill>
                          <a:latin typeface="Cambria Math" panose="02040503050406030204" pitchFamily="18" charset="0"/>
                        </a:rPr>
                        <m:t> (2)</m:t>
                      </m:r>
                    </m:oMath>
                  </m:oMathPara>
                </a14:m>
                <a:endParaRPr lang="en-US" dirty="0">
                  <a:solidFill>
                    <a:srgbClr val="FF0000"/>
                  </a:solidFill>
                </a:endParaRPr>
              </a:p>
            </p:txBody>
          </p:sp>
        </mc:Choice>
        <mc:Fallback>
          <p:sp>
            <p:nvSpPr>
              <p:cNvPr id="32" name="TextBox 31">
                <a:extLst>
                  <a:ext uri="{FF2B5EF4-FFF2-40B4-BE49-F238E27FC236}">
                    <a16:creationId xmlns:a16="http://schemas.microsoft.com/office/drawing/2014/main" id="{7AACAFD7-435B-0172-934E-750979D9F3F7}"/>
                  </a:ext>
                </a:extLst>
              </p:cNvPr>
              <p:cNvSpPr txBox="1">
                <a:spLocks noRot="1" noChangeAspect="1" noMove="1" noResize="1" noEditPoints="1" noAdjustHandles="1" noChangeArrowheads="1" noChangeShapeType="1" noTextEdit="1"/>
              </p:cNvSpPr>
              <p:nvPr/>
            </p:nvSpPr>
            <p:spPr>
              <a:xfrm>
                <a:off x="709653" y="5153931"/>
                <a:ext cx="2081256" cy="369332"/>
              </a:xfrm>
              <a:prstGeom prst="rect">
                <a:avLst/>
              </a:prstGeom>
              <a:blipFill>
                <a:blip r:embed="rId12"/>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9A2BA91-E75C-1702-7EEA-D74E7602540F}"/>
                  </a:ext>
                </a:extLst>
              </p:cNvPr>
              <p:cNvSpPr txBox="1"/>
              <p:nvPr/>
            </p:nvSpPr>
            <p:spPr>
              <a:xfrm>
                <a:off x="742783" y="5608483"/>
                <a:ext cx="5013961" cy="445891"/>
              </a:xfrm>
              <a:prstGeom prst="rect">
                <a:avLst/>
              </a:prstGeom>
              <a:noFill/>
            </p:spPr>
            <p:txBody>
              <a:bodyPr wrap="square">
                <a:spAutoFit/>
              </a:bodyPr>
              <a:lstStyle/>
              <a:p>
                <a:pPr/>
                <a14:m>
                  <m:oMathPara xmlns:m="http://schemas.openxmlformats.org/officeDocument/2006/math">
                    <m:oMathParaPr>
                      <m:jc m:val="left"/>
                    </m:oMathParaPr>
                    <m:o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𝑝𝑢𝑠ℎ</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𝑠</m:t>
                          </m:r>
                        </m:sub>
                      </m:sSub>
                      <m:d>
                        <m:dPr>
                          <m:ctrlPr>
                            <a:rPr lang="en-US" sz="2000" i="1">
                              <a:latin typeface="Cambria Math" panose="02040503050406030204" pitchFamily="18" charset="0"/>
                            </a:rPr>
                          </m:ctrlPr>
                        </m:dPr>
                        <m:e>
                          <m:r>
                            <a:rPr lang="en-US" sz="2000" i="1">
                              <a:latin typeface="Cambria Math" panose="02040503050406030204" pitchFamily="18" charset="0"/>
                            </a:rPr>
                            <m:t>𝑚𝑔</m:t>
                          </m:r>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𝑝𝑢𝑙𝑙</m:t>
                              </m:r>
                            </m:sub>
                          </m:sSub>
                          <m:func>
                            <m:funcPr>
                              <m:ctrlPr>
                                <a:rPr lang="en-US" sz="2000" i="0">
                                  <a:latin typeface="Cambria Math" panose="02040503050406030204" pitchFamily="18" charset="0"/>
                                </a:rPr>
                              </m:ctrlPr>
                            </m:funcPr>
                            <m:fName>
                              <m:r>
                                <m:rPr>
                                  <m:sty m:val="p"/>
                                </m:rPr>
                                <a:rPr lang="en-US" sz="2000" i="0">
                                  <a:latin typeface="Cambria Math" panose="02040503050406030204" pitchFamily="18" charset="0"/>
                                </a:rPr>
                                <m:t>sin</m:t>
                              </m:r>
                            </m:fName>
                            <m:e>
                              <m:r>
                                <a:rPr lang="en-US" sz="2000" i="1">
                                  <a:latin typeface="Cambria Math" panose="02040503050406030204" pitchFamily="18" charset="0"/>
                                </a:rPr>
                                <m:t>𝜃</m:t>
                              </m:r>
                            </m:e>
                          </m:func>
                        </m:e>
                      </m:d>
                      <m:r>
                        <a:rPr lang="en-US" sz="2000" i="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𝑝𝑢𝑙𝑙</m:t>
                          </m:r>
                        </m:sub>
                      </m:sSub>
                      <m:func>
                        <m:funcPr>
                          <m:ctrlPr>
                            <a:rPr lang="en-US" sz="2000" i="0">
                              <a:latin typeface="Cambria Math" panose="02040503050406030204" pitchFamily="18" charset="0"/>
                            </a:rPr>
                          </m:ctrlPr>
                        </m:funcPr>
                        <m:fName>
                          <m:r>
                            <m:rPr>
                              <m:sty m:val="p"/>
                            </m:rPr>
                            <a:rPr lang="en-US" sz="2000" i="0">
                              <a:latin typeface="Cambria Math" panose="02040503050406030204" pitchFamily="18" charset="0"/>
                            </a:rPr>
                            <m:t>cos</m:t>
                          </m:r>
                        </m:fName>
                        <m:e>
                          <m:r>
                            <a:rPr lang="en-US" sz="2000" i="1">
                              <a:latin typeface="Cambria Math" panose="02040503050406030204" pitchFamily="18" charset="0"/>
                            </a:rPr>
                            <m:t>𝜃</m:t>
                          </m:r>
                        </m:e>
                      </m:func>
                    </m:oMath>
                  </m:oMathPara>
                </a14:m>
                <a:endParaRPr lang="en-US" sz="2000" i="1" dirty="0">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69A2BA91-E75C-1702-7EEA-D74E7602540F}"/>
                  </a:ext>
                </a:extLst>
              </p:cNvPr>
              <p:cNvSpPr txBox="1">
                <a:spLocks noRot="1" noChangeAspect="1" noMove="1" noResize="1" noEditPoints="1" noAdjustHandles="1" noChangeArrowheads="1" noChangeShapeType="1" noTextEdit="1"/>
              </p:cNvSpPr>
              <p:nvPr/>
            </p:nvSpPr>
            <p:spPr>
              <a:xfrm>
                <a:off x="742783" y="5608483"/>
                <a:ext cx="5013961" cy="445891"/>
              </a:xfrm>
              <a:prstGeom prst="rect">
                <a:avLst/>
              </a:prstGeom>
              <a:blipFill>
                <a:blip r:embed="rId13"/>
                <a:stretch>
                  <a:fillRect b="-82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4">
                <a:extLst>
                  <a:ext uri="{FF2B5EF4-FFF2-40B4-BE49-F238E27FC236}">
                    <a16:creationId xmlns:a16="http://schemas.microsoft.com/office/drawing/2014/main" id="{9464DE85-61E9-A76A-7009-BBC4E8131170}"/>
                  </a:ext>
                </a:extLst>
              </p:cNvPr>
              <p:cNvSpPr txBox="1"/>
              <p:nvPr/>
            </p:nvSpPr>
            <p:spPr bwMode="auto">
              <a:xfrm>
                <a:off x="10592251" y="872742"/>
                <a:ext cx="1452176" cy="595313"/>
              </a:xfrm>
              <a:prstGeom prst="rect">
                <a:avLst/>
              </a:prstGeom>
              <a:solidFill>
                <a:srgbClr val="FFFF00"/>
              </a:solidFill>
            </p:spPr>
            <p:txBody>
              <a:bodyPr>
                <a:normAutofit/>
              </a:bodyPr>
              <a:lstStyle/>
              <a:p>
                <a:pPr/>
                <a14:m>
                  <m:oMathPara xmlns:m="http://schemas.openxmlformats.org/officeDocument/2006/math">
                    <m:oMathParaPr>
                      <m:jc m:val="left"/>
                    </m:oMathParaPr>
                    <m:o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𝑓</m:t>
                              </m:r>
                            </m:e>
                          </m:acc>
                        </m:e>
                        <m:sub>
                          <m:r>
                            <a:rPr lang="en-US" sz="2000" b="0" i="1" smtClean="0">
                              <a:solidFill>
                                <a:srgbClr val="000000"/>
                              </a:solidFill>
                              <a:latin typeface="Cambria Math" panose="02040503050406030204" pitchFamily="18" charset="0"/>
                            </a:rPr>
                            <m:t>𝑠</m:t>
                          </m:r>
                        </m:sub>
                      </m:sSub>
                      <m:r>
                        <a:rPr lang="en-US" sz="2000" i="1">
                          <a:solidFill>
                            <a:srgbClr val="000000"/>
                          </a:solidFill>
                          <a:latin typeface="Cambria Math" panose="02040503050406030204" pitchFamily="18" charset="0"/>
                          <a:ea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𝜇</m:t>
                          </m:r>
                        </m:e>
                        <m:sub>
                          <m:r>
                            <a:rPr lang="en-US" sz="2000" b="0" i="1" smtClean="0">
                              <a:solidFill>
                                <a:srgbClr val="000000"/>
                              </a:solidFill>
                              <a:latin typeface="Cambria Math" panose="02040503050406030204" pitchFamily="18" charset="0"/>
                            </a:rPr>
                            <m:t>𝑠</m:t>
                          </m:r>
                        </m:sub>
                      </m:sSub>
                      <m:acc>
                        <m:accPr>
                          <m:chr m:val="⃗"/>
                          <m:ctrlPr>
                            <a:rPr lang="en-US" sz="2000">
                              <a:solidFill>
                                <a:srgbClr val="000000"/>
                              </a:solidFill>
                              <a:latin typeface="Cambria Math" panose="02040503050406030204" pitchFamily="18" charset="0"/>
                            </a:rPr>
                          </m:ctrlPr>
                        </m:accPr>
                        <m:e>
                          <m:r>
                            <m:rPr>
                              <m:sty m:val="p"/>
                            </m:rPr>
                            <a:rPr lang="en-US" sz="2000">
                              <a:solidFill>
                                <a:srgbClr val="000000"/>
                              </a:solidFill>
                              <a:latin typeface="Cambria Math" panose="02040503050406030204" pitchFamily="18" charset="0"/>
                            </a:rPr>
                            <m:t>N</m:t>
                          </m:r>
                        </m:e>
                      </m:acc>
                    </m:oMath>
                  </m:oMathPara>
                </a14:m>
                <a:endParaRPr lang="en-US" sz="2000" dirty="0"/>
              </a:p>
            </p:txBody>
          </p:sp>
        </mc:Choice>
        <mc:Fallback xmlns="">
          <p:sp>
            <p:nvSpPr>
              <p:cNvPr id="34" name="Object 4">
                <a:extLst>
                  <a:ext uri="{FF2B5EF4-FFF2-40B4-BE49-F238E27FC236}">
                    <a16:creationId xmlns:a16="http://schemas.microsoft.com/office/drawing/2014/main" id="{9464DE85-61E9-A76A-7009-BBC4E8131170}"/>
                  </a:ext>
                </a:extLst>
              </p:cNvPr>
              <p:cNvSpPr txBox="1">
                <a:spLocks noRot="1" noChangeAspect="1" noMove="1" noResize="1" noEditPoints="1" noAdjustHandles="1" noChangeArrowheads="1" noChangeShapeType="1" noTextEdit="1"/>
              </p:cNvSpPr>
              <p:nvPr/>
            </p:nvSpPr>
            <p:spPr bwMode="auto">
              <a:xfrm>
                <a:off x="10592251" y="872742"/>
                <a:ext cx="1452176" cy="595313"/>
              </a:xfrm>
              <a:prstGeom prst="rect">
                <a:avLst/>
              </a:prstGeom>
              <a:blipFill>
                <a:blip r:embed="rId14"/>
                <a:stretch>
                  <a:fillRect l="-2101" t="-132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05A4CEFA-15E1-4B20-8823-FD9AF6B62DD0}"/>
                  </a:ext>
                </a:extLst>
              </p:cNvPr>
              <p:cNvSpPr txBox="1"/>
              <p:nvPr/>
            </p:nvSpPr>
            <p:spPr>
              <a:xfrm>
                <a:off x="733508" y="6324067"/>
                <a:ext cx="2168718" cy="423770"/>
              </a:xfrm>
              <a:prstGeom prst="rect">
                <a:avLst/>
              </a:prstGeom>
              <a:noFill/>
              <a:ln>
                <a:solidFill>
                  <a:schemeClr val="tx1"/>
                </a:solidFill>
              </a:ln>
            </p:spPr>
            <p:txBody>
              <a:bodyPr wrap="square">
                <a:spAutoFit/>
              </a:bodyPr>
              <a:lstStyle/>
              <a:p>
                <a:pPr/>
                <a14:m>
                  <m:oMathPara xmlns:m="http://schemas.openxmlformats.org/officeDocument/2006/math">
                    <m:oMathParaPr>
                      <m:jc m:val="left"/>
                    </m:oMathParaPr>
                    <m:o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𝑝𝑢𝑠ℎ</m:t>
                          </m:r>
                        </m:sub>
                      </m:sSub>
                      <m:r>
                        <a:rPr lang="en-US" sz="2000" b="0" i="1" smtClean="0">
                          <a:latin typeface="Cambria Math" panose="02040503050406030204" pitchFamily="18" charset="0"/>
                        </a:rPr>
                        <m:t>=____</m:t>
                      </m:r>
                      <m:r>
                        <a:rPr lang="en-US" sz="2000" b="0" i="1" smtClean="0">
                          <a:latin typeface="Cambria Math" panose="02040503050406030204" pitchFamily="18" charset="0"/>
                        </a:rPr>
                        <m:t> </m:t>
                      </m:r>
                      <m:r>
                        <a:rPr lang="en-US" sz="2000" b="0" i="1" smtClean="0">
                          <a:latin typeface="Cambria Math" panose="02040503050406030204" pitchFamily="18" charset="0"/>
                        </a:rPr>
                        <m:t>𝑁</m:t>
                      </m:r>
                    </m:oMath>
                  </m:oMathPara>
                </a14:m>
                <a:endParaRPr lang="en-US" sz="2000" dirty="0"/>
              </a:p>
            </p:txBody>
          </p:sp>
        </mc:Choice>
        <mc:Fallback>
          <p:sp>
            <p:nvSpPr>
              <p:cNvPr id="36" name="TextBox 35">
                <a:extLst>
                  <a:ext uri="{FF2B5EF4-FFF2-40B4-BE49-F238E27FC236}">
                    <a16:creationId xmlns:a16="http://schemas.microsoft.com/office/drawing/2014/main" id="{05A4CEFA-15E1-4B20-8823-FD9AF6B62DD0}"/>
                  </a:ext>
                </a:extLst>
              </p:cNvPr>
              <p:cNvSpPr txBox="1">
                <a:spLocks noRot="1" noChangeAspect="1" noMove="1" noResize="1" noEditPoints="1" noAdjustHandles="1" noChangeArrowheads="1" noChangeShapeType="1" noTextEdit="1"/>
              </p:cNvSpPr>
              <p:nvPr/>
            </p:nvSpPr>
            <p:spPr>
              <a:xfrm>
                <a:off x="733508" y="6324067"/>
                <a:ext cx="2168718" cy="423770"/>
              </a:xfrm>
              <a:prstGeom prst="rect">
                <a:avLst/>
              </a:prstGeom>
              <a:blipFill>
                <a:blip r:embed="rId15"/>
                <a:stretch>
                  <a:fillRect b="-6944"/>
                </a:stretch>
              </a:blipFill>
              <a:ln>
                <a:solidFill>
                  <a:schemeClr val="tx1"/>
                </a:solidFill>
              </a:ln>
            </p:spPr>
            <p:txBody>
              <a:bodyPr/>
              <a:lstStyle/>
              <a:p>
                <a:r>
                  <a:rPr lang="en-US">
                    <a:noFill/>
                  </a:rPr>
                  <a:t> </a:t>
                </a:r>
              </a:p>
            </p:txBody>
          </p:sp>
        </mc:Fallback>
      </mc:AlternateContent>
      <p:sp>
        <p:nvSpPr>
          <p:cNvPr id="4" name="Title 3">
            <a:extLst>
              <a:ext uri="{FF2B5EF4-FFF2-40B4-BE49-F238E27FC236}">
                <a16:creationId xmlns:a16="http://schemas.microsoft.com/office/drawing/2014/main" id="{C5C509E2-B384-0AC0-89A4-87BF088A9424}"/>
              </a:ext>
            </a:extLst>
          </p:cNvPr>
          <p:cNvSpPr txBox="1">
            <a:spLocks/>
          </p:cNvSpPr>
          <p:nvPr/>
        </p:nvSpPr>
        <p:spPr>
          <a:xfrm>
            <a:off x="0" y="5349"/>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(Application of Newton’s Law) </a:t>
            </a:r>
          </a:p>
        </p:txBody>
      </p:sp>
    </p:spTree>
    <p:extLst>
      <p:ext uri="{BB962C8B-B14F-4D97-AF65-F5344CB8AC3E}">
        <p14:creationId xmlns:p14="http://schemas.microsoft.com/office/powerpoint/2010/main" val="362140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8" grpId="0"/>
      <p:bldP spid="30" grpId="0"/>
      <p:bldP spid="32" grpId="0"/>
      <p:bldP spid="33" grpId="0"/>
      <p:bldP spid="3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9577"/>
            <a:ext cx="8229600" cy="1097279"/>
          </a:xfrm>
        </p:spPr>
        <p:txBody>
          <a:bodyPr>
            <a:normAutofit/>
          </a:bodyPr>
          <a:lstStyle/>
          <a:p>
            <a:pPr algn="ctr"/>
            <a:r>
              <a:rPr lang="en-US" sz="4000">
                <a:solidFill>
                  <a:schemeClr val="bg1"/>
                </a:solidFill>
                <a:latin typeface="Times New Roman" panose="02020603050405020304" pitchFamily="18" charset="0"/>
                <a:cs typeface="Times New Roman" panose="02020603050405020304" pitchFamily="18" charset="0"/>
              </a:rPr>
              <a:t>Spring Force</a:t>
            </a:r>
          </a:p>
        </p:txBody>
      </p:sp>
      <p:sp>
        <p:nvSpPr>
          <p:cNvPr id="5" name="Content Placeholder 4"/>
          <p:cNvSpPr>
            <a:spLocks noGrp="1"/>
          </p:cNvSpPr>
          <p:nvPr>
            <p:ph sz="quarter" idx="13"/>
          </p:nvPr>
        </p:nvSpPr>
        <p:spPr>
          <a:xfrm>
            <a:off x="1166327" y="945111"/>
            <a:ext cx="9139723" cy="885187"/>
          </a:xfrm>
        </p:spPr>
        <p:txBody>
          <a:bodyPr/>
          <a:lstStyle/>
          <a:p>
            <a:pPr marL="429768">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Springs come in in many forms. When deflected, they push or pull with a spring force.</a:t>
            </a:r>
          </a:p>
        </p:txBody>
      </p:sp>
      <p:sp>
        <p:nvSpPr>
          <p:cNvPr id="12" name="Rectangle 11">
            <a:extLst>
              <a:ext uri="{FF2B5EF4-FFF2-40B4-BE49-F238E27FC236}">
                <a16:creationId xmlns:a16="http://schemas.microsoft.com/office/drawing/2014/main" id="{5109D419-8C45-44F7-B8CC-BA6671820EAD}"/>
              </a:ext>
            </a:extLst>
          </p:cNvPr>
          <p:cNvSpPr/>
          <p:nvPr/>
        </p:nvSpPr>
        <p:spPr>
          <a:xfrm>
            <a:off x="1981200" y="5950595"/>
            <a:ext cx="8229600" cy="461665"/>
          </a:xfrm>
          <a:prstGeom prst="rect">
            <a:avLst/>
          </a:prstGeom>
        </p:spPr>
        <p:txBody>
          <a:bodyPr wrap="square">
            <a:spAutoFit/>
          </a:bodyPr>
          <a:lstStyle/>
          <a:p>
            <a:pPr algn="ctr"/>
            <a:r>
              <a:rPr lang="en-US" sz="2400" b="1">
                <a:latin typeface="Times New Roman" panose="02020603050405020304" pitchFamily="18" charset="0"/>
                <a:cs typeface="Times New Roman" panose="02020603050405020304" pitchFamily="18" charset="0"/>
              </a:rPr>
              <a:t>Restoring force </a:t>
            </a:r>
            <a:r>
              <a:rPr lang="en-US" sz="2400">
                <a:latin typeface="Times New Roman" panose="02020603050405020304" pitchFamily="18" charset="0"/>
                <a:cs typeface="Times New Roman" panose="02020603050405020304" pitchFamily="18" charset="0"/>
                <a:sym typeface="Symbol" panose="05050102010706020507" pitchFamily="18" charset="2"/>
              </a:rPr>
              <a:t> </a:t>
            </a:r>
            <a:r>
              <a:rPr lang="en-US" sz="2400">
                <a:latin typeface="Times New Roman" panose="02020603050405020304" pitchFamily="18" charset="0"/>
                <a:cs typeface="Times New Roman" panose="02020603050405020304" pitchFamily="18" charset="0"/>
              </a:rPr>
              <a:t>always directed toward equilibrium position. </a:t>
            </a:r>
          </a:p>
        </p:txBody>
      </p:sp>
      <p:pic>
        <p:nvPicPr>
          <p:cNvPr id="13" name="Picture 12" descr="Three illustrations show a cube of mass m connected to a horizontal spring, the other end of which is connected to a vertical wall. In each illustration the block is at a different position and the corresponding force exerted by the spring also varies. In illustration a, the spring is stretched horizontally such that the cube is displaced to the right by a distance of x from its equilibrium position of x equal to 0. A leftward horizontal force represented as an arrow above the cube of vector F subscript s is shown. The text mentions when the block is displaced to the right of equilibrium, the force exerted by the spring acts to the left. In illustration b, the spring is at rest horizontally such that the cube is at its equilibrium position of x equal to 0. The force F subscript s is equal to zero. The text mentions when the block is at its equilibrium position, the force exerted by the spring is zero. In illustration c, the spring is compressed horizontally such that the cube is displaced to the left by a distance of x from its equilibrium position of x equal to 0. A rightward horizontal force represented as an arrow above the cube of vector F subscript s is shown. The text mentions when the block is displaced to the left of equilibrium, the force exerted by the spring acts to the right.">
            <a:extLst>
              <a:ext uri="{FF2B5EF4-FFF2-40B4-BE49-F238E27FC236}">
                <a16:creationId xmlns:a16="http://schemas.microsoft.com/office/drawing/2014/main" id="{436E9576-A6C8-421C-A8ED-997C99FEC5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350" y="1751643"/>
            <a:ext cx="6265656" cy="3936041"/>
          </a:xfrm>
          <a:prstGeom prst="rect">
            <a:avLst/>
          </a:prstGeom>
        </p:spPr>
      </p:pic>
      <p:grpSp>
        <p:nvGrpSpPr>
          <p:cNvPr id="4" name="Group 3">
            <a:extLst>
              <a:ext uri="{FF2B5EF4-FFF2-40B4-BE49-F238E27FC236}">
                <a16:creationId xmlns:a16="http://schemas.microsoft.com/office/drawing/2014/main" id="{3539C52E-E17C-4514-A7F1-7EE1D5AFBF09}"/>
              </a:ext>
            </a:extLst>
          </p:cNvPr>
          <p:cNvGrpSpPr/>
          <p:nvPr/>
        </p:nvGrpSpPr>
        <p:grpSpPr>
          <a:xfrm>
            <a:off x="7811155" y="2314332"/>
            <a:ext cx="2672179" cy="3148131"/>
            <a:chOff x="6072866" y="2470488"/>
            <a:chExt cx="2672179" cy="3148131"/>
          </a:xfrm>
        </p:grpSpPr>
        <p:grpSp>
          <p:nvGrpSpPr>
            <p:cNvPr id="7" name="Group 6">
              <a:extLst>
                <a:ext uri="{FF2B5EF4-FFF2-40B4-BE49-F238E27FC236}">
                  <a16:creationId xmlns:a16="http://schemas.microsoft.com/office/drawing/2014/main" id="{ADE027BA-F6DE-4E57-B4B1-1910AAA9ED83}"/>
                </a:ext>
              </a:extLst>
            </p:cNvPr>
            <p:cNvGrpSpPr/>
            <p:nvPr/>
          </p:nvGrpSpPr>
          <p:grpSpPr>
            <a:xfrm>
              <a:off x="6218957" y="2470488"/>
              <a:ext cx="2033377" cy="1246171"/>
              <a:chOff x="6240368" y="3069378"/>
              <a:chExt cx="2033377" cy="1246171"/>
            </a:xfrm>
          </p:grpSpPr>
          <p:grpSp>
            <p:nvGrpSpPr>
              <p:cNvPr id="8" name="Group 7">
                <a:extLst>
                  <a:ext uri="{FF2B5EF4-FFF2-40B4-BE49-F238E27FC236}">
                    <a16:creationId xmlns:a16="http://schemas.microsoft.com/office/drawing/2014/main" id="{F28C5AEE-C988-43F4-8409-A8AC78A29DFD}"/>
                  </a:ext>
                </a:extLst>
              </p:cNvPr>
              <p:cNvGrpSpPr/>
              <p:nvPr/>
            </p:nvGrpSpPr>
            <p:grpSpPr>
              <a:xfrm>
                <a:off x="6426004" y="3704530"/>
                <a:ext cx="1662104" cy="611019"/>
                <a:chOff x="7481896" y="5004260"/>
                <a:chExt cx="1662104" cy="611019"/>
              </a:xfrm>
            </p:grpSpPr>
            <p:sp>
              <p:nvSpPr>
                <p:cNvPr id="10" name="Rectangle: Rounded Corners 9">
                  <a:extLst>
                    <a:ext uri="{FF2B5EF4-FFF2-40B4-BE49-F238E27FC236}">
                      <a16:creationId xmlns:a16="http://schemas.microsoft.com/office/drawing/2014/main" id="{CF65881F-431D-45B0-BF51-6B7A01BF8B95}"/>
                    </a:ext>
                  </a:extLst>
                </p:cNvPr>
                <p:cNvSpPr/>
                <p:nvPr/>
              </p:nvSpPr>
              <p:spPr>
                <a:xfrm>
                  <a:off x="7481896" y="5004260"/>
                  <a:ext cx="1662104" cy="602398"/>
                </a:xfrm>
                <a:prstGeom prst="roundRect">
                  <a:avLst/>
                </a:prstGeom>
                <a:solidFill>
                  <a:srgbClr val="E2F4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80E079E3-DFD8-4E66-A423-9BF722704FCB}"/>
                    </a:ext>
                  </a:extLst>
                </p:cNvPr>
                <p:cNvGraphicFramePr>
                  <a:graphicFrameLocks noChangeAspect="1"/>
                </p:cNvGraphicFramePr>
                <p:nvPr/>
              </p:nvGraphicFramePr>
              <p:xfrm>
                <a:off x="7534761" y="5023141"/>
                <a:ext cx="1550987" cy="592138"/>
              </p:xfrm>
              <a:graphic>
                <a:graphicData uri="http://schemas.openxmlformats.org/presentationml/2006/ole">
                  <mc:AlternateContent xmlns:mc="http://schemas.openxmlformats.org/markup-compatibility/2006">
                    <mc:Choice xmlns:v="urn:schemas-microsoft-com:vml" Requires="v">
                      <p:oleObj name="Equation" r:id="rId4" imgW="495000" imgH="190440" progId="Equation.DSMT4">
                        <p:embed/>
                      </p:oleObj>
                    </mc:Choice>
                    <mc:Fallback>
                      <p:oleObj name="Equation" r:id="rId4" imgW="495000" imgH="190440" progId="Equation.DSMT4">
                        <p:embed/>
                        <p:pic>
                          <p:nvPicPr>
                            <p:cNvPr id="11" name="Object 10">
                              <a:extLst>
                                <a:ext uri="{FF2B5EF4-FFF2-40B4-BE49-F238E27FC236}">
                                  <a16:creationId xmlns:a16="http://schemas.microsoft.com/office/drawing/2014/main" id="{80E079E3-DFD8-4E66-A423-9BF722704FCB}"/>
                                </a:ext>
                              </a:extLst>
                            </p:cNvPr>
                            <p:cNvPicPr>
                              <a:picLocks noChangeAspect="1" noChangeArrowheads="1"/>
                            </p:cNvPicPr>
                            <p:nvPr/>
                          </p:nvPicPr>
                          <p:blipFill>
                            <a:blip r:embed="rId5"/>
                            <a:srcRect/>
                            <a:stretch>
                              <a:fillRect/>
                            </a:stretch>
                          </p:blipFill>
                          <p:spPr bwMode="auto">
                            <a:xfrm>
                              <a:off x="7534761" y="5023141"/>
                              <a:ext cx="1550987" cy="592138"/>
                            </a:xfrm>
                            <a:prstGeom prst="rect">
                              <a:avLst/>
                            </a:prstGeom>
                            <a:noFill/>
                          </p:spPr>
                        </p:pic>
                      </p:oleObj>
                    </mc:Fallback>
                  </mc:AlternateContent>
                </a:graphicData>
              </a:graphic>
            </p:graphicFrame>
          </p:grpSp>
          <p:sp>
            <p:nvSpPr>
              <p:cNvPr id="9" name="Rectangle 8">
                <a:extLst>
                  <a:ext uri="{FF2B5EF4-FFF2-40B4-BE49-F238E27FC236}">
                    <a16:creationId xmlns:a16="http://schemas.microsoft.com/office/drawing/2014/main" id="{C11C15E3-5EA7-424A-B897-4C0ED9C6F61B}"/>
                  </a:ext>
                </a:extLst>
              </p:cNvPr>
              <p:cNvSpPr/>
              <p:nvPr/>
            </p:nvSpPr>
            <p:spPr>
              <a:xfrm>
                <a:off x="6240368" y="3069378"/>
                <a:ext cx="2033377" cy="492443"/>
              </a:xfrm>
              <a:prstGeom prst="rect">
                <a:avLst/>
              </a:prstGeom>
            </p:spPr>
            <p:txBody>
              <a:bodyPr wrap="none">
                <a:spAutoFit/>
              </a:bodyPr>
              <a:lstStyle/>
              <a:p>
                <a:r>
                  <a:rPr lang="en-US" sz="2600" b="1">
                    <a:latin typeface="Times New Roman" panose="02020603050405020304" pitchFamily="18" charset="0"/>
                    <a:cs typeface="Times New Roman" panose="02020603050405020304" pitchFamily="18" charset="0"/>
                  </a:rPr>
                  <a:t>Hooke’s law:</a:t>
                </a:r>
                <a:endParaRPr lang="en-US" sz="2600"/>
              </a:p>
            </p:txBody>
          </p:sp>
        </p:grpSp>
        <p:sp>
          <p:nvSpPr>
            <p:cNvPr id="14" name="TextBox 13">
              <a:extLst>
                <a:ext uri="{FF2B5EF4-FFF2-40B4-BE49-F238E27FC236}">
                  <a16:creationId xmlns:a16="http://schemas.microsoft.com/office/drawing/2014/main" id="{6632D4F3-20DC-46C1-94A3-F00FE4E1B1F3}"/>
                </a:ext>
              </a:extLst>
            </p:cNvPr>
            <p:cNvSpPr txBox="1"/>
            <p:nvPr/>
          </p:nvSpPr>
          <p:spPr>
            <a:xfrm>
              <a:off x="6072866" y="3895070"/>
              <a:ext cx="2672179" cy="1723549"/>
            </a:xfrm>
            <a:prstGeom prst="rect">
              <a:avLst/>
            </a:prstGeom>
            <a:noFill/>
          </p:spPr>
          <p:txBody>
            <a:bodyPr wrap="square">
              <a:spAutoFit/>
            </a:bodyPr>
            <a:lstStyle/>
            <a:p>
              <a:pPr>
                <a:spcAft>
                  <a:spcPts val="600"/>
                </a:spcAft>
              </a:pPr>
              <a:r>
                <a:rPr lang="en-US" sz="2400" i="1">
                  <a:latin typeface="Times New Roman" panose="02020603050405020304" pitchFamily="18" charset="0"/>
                  <a:cs typeface="Times New Roman" panose="02020603050405020304" pitchFamily="18" charset="0"/>
                </a:rPr>
                <a:t>F</a:t>
              </a:r>
              <a:r>
                <a:rPr lang="en-US" sz="2400" baseline="-25000">
                  <a:latin typeface="Times New Roman" panose="02020603050405020304" pitchFamily="18" charset="0"/>
                  <a:cs typeface="Times New Roman" panose="02020603050405020304" pitchFamily="18" charset="0"/>
                </a:rPr>
                <a:t>s</a:t>
              </a:r>
              <a:r>
                <a:rPr lang="en-US" sz="2400">
                  <a:latin typeface="Times New Roman" panose="02020603050405020304" pitchFamily="18" charset="0"/>
                  <a:cs typeface="Times New Roman" panose="02020603050405020304" pitchFamily="18" charset="0"/>
                </a:rPr>
                <a:t> = spring force</a:t>
              </a:r>
            </a:p>
            <a:p>
              <a:pPr>
                <a:spcAft>
                  <a:spcPts val="600"/>
                </a:spcAft>
              </a:pPr>
              <a:r>
                <a:rPr lang="en-US" sz="2400" i="1">
                  <a:latin typeface="Times New Roman" panose="02020603050405020304" pitchFamily="18" charset="0"/>
                  <a:cs typeface="Times New Roman" panose="02020603050405020304" pitchFamily="18" charset="0"/>
                </a:rPr>
                <a:t>k</a:t>
              </a:r>
              <a:r>
                <a:rPr lang="en-US" sz="2400">
                  <a:latin typeface="Times New Roman" panose="02020603050405020304" pitchFamily="18" charset="0"/>
                  <a:cs typeface="Times New Roman" panose="02020603050405020304" pitchFamily="18" charset="0"/>
                </a:rPr>
                <a:t> = spring constant</a:t>
              </a:r>
            </a:p>
            <a:p>
              <a:pPr>
                <a:spcAft>
                  <a:spcPts val="600"/>
                </a:spcAft>
              </a:pPr>
              <a:r>
                <a:rPr lang="en-US" sz="2400" i="1">
                  <a:latin typeface="Times New Roman" panose="02020603050405020304" pitchFamily="18" charset="0"/>
                  <a:cs typeface="Times New Roman" panose="02020603050405020304" pitchFamily="18" charset="0"/>
                </a:rPr>
                <a:t>x</a:t>
              </a:r>
              <a:r>
                <a:rPr lang="en-US" sz="2400">
                  <a:latin typeface="Times New Roman" panose="02020603050405020304" pitchFamily="18" charset="0"/>
                  <a:cs typeface="Times New Roman" panose="02020603050405020304" pitchFamily="18" charset="0"/>
                </a:rPr>
                <a:t> = spring stretch or compression</a:t>
              </a:r>
            </a:p>
          </p:txBody>
        </p:sp>
      </p:grpSp>
      <p:sp>
        <p:nvSpPr>
          <p:cNvPr id="3" name="Title 3">
            <a:extLst>
              <a:ext uri="{FF2B5EF4-FFF2-40B4-BE49-F238E27FC236}">
                <a16:creationId xmlns:a16="http://schemas.microsoft.com/office/drawing/2014/main" id="{B52EF09E-5FE8-AC4B-2FDB-4CE343B3A2FA}"/>
              </a:ext>
            </a:extLst>
          </p:cNvPr>
          <p:cNvSpPr txBox="1">
            <a:spLocks/>
          </p:cNvSpPr>
          <p:nvPr/>
        </p:nvSpPr>
        <p:spPr>
          <a:xfrm>
            <a:off x="0" y="-8531"/>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Spring Force (recall…)  </a:t>
            </a:r>
          </a:p>
        </p:txBody>
      </p:sp>
      <p:grpSp>
        <p:nvGrpSpPr>
          <p:cNvPr id="31" name="Group 30">
            <a:extLst>
              <a:ext uri="{FF2B5EF4-FFF2-40B4-BE49-F238E27FC236}">
                <a16:creationId xmlns:a16="http://schemas.microsoft.com/office/drawing/2014/main" id="{55FED91F-8DB7-735F-59BE-2C7213E15C9B}"/>
              </a:ext>
            </a:extLst>
          </p:cNvPr>
          <p:cNvGrpSpPr/>
          <p:nvPr/>
        </p:nvGrpSpPr>
        <p:grpSpPr>
          <a:xfrm>
            <a:off x="10360418" y="3007523"/>
            <a:ext cx="391320" cy="342720"/>
            <a:chOff x="10360418" y="3007523"/>
            <a:chExt cx="391320" cy="34272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CE28B61-4A78-5D7F-E268-DE8DD2A391E4}"/>
                    </a:ext>
                  </a:extLst>
                </p14:cNvPr>
                <p14:cNvContentPartPr/>
                <p14:nvPr/>
              </p14:nvContentPartPr>
              <p14:xfrm>
                <a:off x="10360418" y="3007523"/>
                <a:ext cx="14040" cy="342720"/>
              </p14:xfrm>
            </p:contentPart>
          </mc:Choice>
          <mc:Fallback xmlns="">
            <p:pic>
              <p:nvPicPr>
                <p:cNvPr id="6" name="Ink 5">
                  <a:extLst>
                    <a:ext uri="{FF2B5EF4-FFF2-40B4-BE49-F238E27FC236}">
                      <a16:creationId xmlns:a16="http://schemas.microsoft.com/office/drawing/2014/main" id="{9CE28B61-4A78-5D7F-E268-DE8DD2A391E4}"/>
                    </a:ext>
                  </a:extLst>
                </p:cNvPr>
                <p:cNvPicPr/>
                <p:nvPr/>
              </p:nvPicPr>
              <p:blipFill>
                <a:blip r:embed="rId7"/>
                <a:stretch>
                  <a:fillRect/>
                </a:stretch>
              </p:blipFill>
              <p:spPr>
                <a:xfrm>
                  <a:off x="10351778" y="2998883"/>
                  <a:ext cx="316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2E364F16-5C2A-8FB6-5C17-1FE6F6965FC9}"/>
                    </a:ext>
                  </a:extLst>
                </p14:cNvPr>
                <p14:cNvContentPartPr/>
                <p14:nvPr/>
              </p14:nvContentPartPr>
              <p14:xfrm>
                <a:off x="10377338" y="3019403"/>
                <a:ext cx="174600" cy="14040"/>
              </p14:xfrm>
            </p:contentPart>
          </mc:Choice>
          <mc:Fallback xmlns="">
            <p:pic>
              <p:nvPicPr>
                <p:cNvPr id="15" name="Ink 14">
                  <a:extLst>
                    <a:ext uri="{FF2B5EF4-FFF2-40B4-BE49-F238E27FC236}">
                      <a16:creationId xmlns:a16="http://schemas.microsoft.com/office/drawing/2014/main" id="{2E364F16-5C2A-8FB6-5C17-1FE6F6965FC9}"/>
                    </a:ext>
                  </a:extLst>
                </p:cNvPr>
                <p:cNvPicPr/>
                <p:nvPr/>
              </p:nvPicPr>
              <p:blipFill>
                <a:blip r:embed="rId9"/>
                <a:stretch>
                  <a:fillRect/>
                </a:stretch>
              </p:blipFill>
              <p:spPr>
                <a:xfrm>
                  <a:off x="10368698" y="3010403"/>
                  <a:ext cx="1922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237FDC60-1EED-B2B9-3BA2-A5997C7B6EDA}"/>
                    </a:ext>
                  </a:extLst>
                </p14:cNvPr>
                <p14:cNvContentPartPr/>
                <p14:nvPr/>
              </p14:nvContentPartPr>
              <p14:xfrm>
                <a:off x="10378058" y="3173843"/>
                <a:ext cx="129240" cy="18000"/>
              </p14:xfrm>
            </p:contentPart>
          </mc:Choice>
          <mc:Fallback xmlns="">
            <p:pic>
              <p:nvPicPr>
                <p:cNvPr id="16" name="Ink 15">
                  <a:extLst>
                    <a:ext uri="{FF2B5EF4-FFF2-40B4-BE49-F238E27FC236}">
                      <a16:creationId xmlns:a16="http://schemas.microsoft.com/office/drawing/2014/main" id="{237FDC60-1EED-B2B9-3BA2-A5997C7B6EDA}"/>
                    </a:ext>
                  </a:extLst>
                </p:cNvPr>
                <p:cNvPicPr/>
                <p:nvPr/>
              </p:nvPicPr>
              <p:blipFill>
                <a:blip r:embed="rId11"/>
                <a:stretch>
                  <a:fillRect/>
                </a:stretch>
              </p:blipFill>
              <p:spPr>
                <a:xfrm>
                  <a:off x="10369058" y="3165203"/>
                  <a:ext cx="1468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D2464C6D-8039-833E-0E43-7940D1591632}"/>
                    </a:ext>
                  </a:extLst>
                </p14:cNvPr>
                <p14:cNvContentPartPr/>
                <p14:nvPr/>
              </p14:nvContentPartPr>
              <p14:xfrm>
                <a:off x="10624658" y="3223163"/>
                <a:ext cx="115200" cy="4680"/>
              </p14:xfrm>
            </p:contentPart>
          </mc:Choice>
          <mc:Fallback xmlns="">
            <p:pic>
              <p:nvPicPr>
                <p:cNvPr id="17" name="Ink 16">
                  <a:extLst>
                    <a:ext uri="{FF2B5EF4-FFF2-40B4-BE49-F238E27FC236}">
                      <a16:creationId xmlns:a16="http://schemas.microsoft.com/office/drawing/2014/main" id="{D2464C6D-8039-833E-0E43-7940D1591632}"/>
                    </a:ext>
                  </a:extLst>
                </p:cNvPr>
                <p:cNvPicPr/>
                <p:nvPr/>
              </p:nvPicPr>
              <p:blipFill>
                <a:blip r:embed="rId13"/>
                <a:stretch>
                  <a:fillRect/>
                </a:stretch>
              </p:blipFill>
              <p:spPr>
                <a:xfrm>
                  <a:off x="10615658" y="3214523"/>
                  <a:ext cx="1328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5DBCAF46-029C-4D91-DDD6-B52C27D6FB7E}"/>
                    </a:ext>
                  </a:extLst>
                </p14:cNvPr>
                <p14:cNvContentPartPr/>
                <p14:nvPr/>
              </p14:nvContentPartPr>
              <p14:xfrm>
                <a:off x="10639778" y="3280403"/>
                <a:ext cx="111960" cy="9720"/>
              </p14:xfrm>
            </p:contentPart>
          </mc:Choice>
          <mc:Fallback xmlns="">
            <p:pic>
              <p:nvPicPr>
                <p:cNvPr id="18" name="Ink 17">
                  <a:extLst>
                    <a:ext uri="{FF2B5EF4-FFF2-40B4-BE49-F238E27FC236}">
                      <a16:creationId xmlns:a16="http://schemas.microsoft.com/office/drawing/2014/main" id="{5DBCAF46-029C-4D91-DDD6-B52C27D6FB7E}"/>
                    </a:ext>
                  </a:extLst>
                </p:cNvPr>
                <p:cNvPicPr/>
                <p:nvPr/>
              </p:nvPicPr>
              <p:blipFill>
                <a:blip r:embed="rId15"/>
                <a:stretch>
                  <a:fillRect/>
                </a:stretch>
              </p:blipFill>
              <p:spPr>
                <a:xfrm>
                  <a:off x="10631138" y="3271763"/>
                  <a:ext cx="129600" cy="27360"/>
                </a:xfrm>
                <a:prstGeom prst="rect">
                  <a:avLst/>
                </a:prstGeom>
              </p:spPr>
            </p:pic>
          </mc:Fallback>
        </mc:AlternateContent>
      </p:grpSp>
      <p:grpSp>
        <p:nvGrpSpPr>
          <p:cNvPr id="30" name="Group 29">
            <a:extLst>
              <a:ext uri="{FF2B5EF4-FFF2-40B4-BE49-F238E27FC236}">
                <a16:creationId xmlns:a16="http://schemas.microsoft.com/office/drawing/2014/main" id="{A8B5C9F9-A1D4-C4CD-BBEA-FD98738579B1}"/>
              </a:ext>
            </a:extLst>
          </p:cNvPr>
          <p:cNvGrpSpPr/>
          <p:nvPr/>
        </p:nvGrpSpPr>
        <p:grpSpPr>
          <a:xfrm>
            <a:off x="10889258" y="2993123"/>
            <a:ext cx="1191600" cy="376560"/>
            <a:chOff x="10889258" y="2993123"/>
            <a:chExt cx="1191600" cy="376560"/>
          </a:xfrm>
        </p:grpSpPr>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66F79984-2A87-9241-B4F5-3F387B2A9726}"/>
                    </a:ext>
                  </a:extLst>
                </p14:cNvPr>
                <p14:cNvContentPartPr/>
                <p14:nvPr/>
              </p14:nvContentPartPr>
              <p14:xfrm>
                <a:off x="10889258" y="3128483"/>
                <a:ext cx="111960" cy="7920"/>
              </p14:xfrm>
            </p:contentPart>
          </mc:Choice>
          <mc:Fallback xmlns="">
            <p:pic>
              <p:nvPicPr>
                <p:cNvPr id="19" name="Ink 18">
                  <a:extLst>
                    <a:ext uri="{FF2B5EF4-FFF2-40B4-BE49-F238E27FC236}">
                      <a16:creationId xmlns:a16="http://schemas.microsoft.com/office/drawing/2014/main" id="{66F79984-2A87-9241-B4F5-3F387B2A9726}"/>
                    </a:ext>
                  </a:extLst>
                </p:cNvPr>
                <p:cNvPicPr/>
                <p:nvPr/>
              </p:nvPicPr>
              <p:blipFill>
                <a:blip r:embed="rId17"/>
                <a:stretch>
                  <a:fillRect/>
                </a:stretch>
              </p:blipFill>
              <p:spPr>
                <a:xfrm>
                  <a:off x="10880258" y="3119843"/>
                  <a:ext cx="1296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3060BD77-3B66-54FC-BE17-18F25E3CA092}"/>
                    </a:ext>
                  </a:extLst>
                </p14:cNvPr>
                <p14:cNvContentPartPr/>
                <p14:nvPr/>
              </p14:nvContentPartPr>
              <p14:xfrm>
                <a:off x="11097338" y="3000683"/>
                <a:ext cx="36360" cy="256680"/>
              </p14:xfrm>
            </p:contentPart>
          </mc:Choice>
          <mc:Fallback xmlns="">
            <p:pic>
              <p:nvPicPr>
                <p:cNvPr id="20" name="Ink 19">
                  <a:extLst>
                    <a:ext uri="{FF2B5EF4-FFF2-40B4-BE49-F238E27FC236}">
                      <a16:creationId xmlns:a16="http://schemas.microsoft.com/office/drawing/2014/main" id="{3060BD77-3B66-54FC-BE17-18F25E3CA092}"/>
                    </a:ext>
                  </a:extLst>
                </p:cNvPr>
                <p:cNvPicPr/>
                <p:nvPr/>
              </p:nvPicPr>
              <p:blipFill>
                <a:blip r:embed="rId19"/>
                <a:stretch>
                  <a:fillRect/>
                </a:stretch>
              </p:blipFill>
              <p:spPr>
                <a:xfrm>
                  <a:off x="11088698" y="2991683"/>
                  <a:ext cx="5400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78C3BDE6-DB43-4BA1-0E94-98FABD4A660C}"/>
                    </a:ext>
                  </a:extLst>
                </p14:cNvPr>
                <p14:cNvContentPartPr/>
                <p14:nvPr/>
              </p14:nvContentPartPr>
              <p14:xfrm>
                <a:off x="11126138" y="3044963"/>
                <a:ext cx="144360" cy="207000"/>
              </p14:xfrm>
            </p:contentPart>
          </mc:Choice>
          <mc:Fallback xmlns="">
            <p:pic>
              <p:nvPicPr>
                <p:cNvPr id="21" name="Ink 20">
                  <a:extLst>
                    <a:ext uri="{FF2B5EF4-FFF2-40B4-BE49-F238E27FC236}">
                      <a16:creationId xmlns:a16="http://schemas.microsoft.com/office/drawing/2014/main" id="{78C3BDE6-DB43-4BA1-0E94-98FABD4A660C}"/>
                    </a:ext>
                  </a:extLst>
                </p:cNvPr>
                <p:cNvPicPr/>
                <p:nvPr/>
              </p:nvPicPr>
              <p:blipFill>
                <a:blip r:embed="rId21"/>
                <a:stretch>
                  <a:fillRect/>
                </a:stretch>
              </p:blipFill>
              <p:spPr>
                <a:xfrm>
                  <a:off x="11117498" y="3035963"/>
                  <a:ext cx="1620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03224010-6A66-44DA-14DB-4B66F458C4FD}"/>
                    </a:ext>
                  </a:extLst>
                </p14:cNvPr>
                <p14:cNvContentPartPr/>
                <p14:nvPr/>
              </p14:nvContentPartPr>
              <p14:xfrm>
                <a:off x="11343938" y="3029123"/>
                <a:ext cx="83880" cy="286920"/>
              </p14:xfrm>
            </p:contentPart>
          </mc:Choice>
          <mc:Fallback xmlns="">
            <p:pic>
              <p:nvPicPr>
                <p:cNvPr id="22" name="Ink 21">
                  <a:extLst>
                    <a:ext uri="{FF2B5EF4-FFF2-40B4-BE49-F238E27FC236}">
                      <a16:creationId xmlns:a16="http://schemas.microsoft.com/office/drawing/2014/main" id="{03224010-6A66-44DA-14DB-4B66F458C4FD}"/>
                    </a:ext>
                  </a:extLst>
                </p:cNvPr>
                <p:cNvPicPr/>
                <p:nvPr/>
              </p:nvPicPr>
              <p:blipFill>
                <a:blip r:embed="rId23"/>
                <a:stretch>
                  <a:fillRect/>
                </a:stretch>
              </p:blipFill>
              <p:spPr>
                <a:xfrm>
                  <a:off x="11335298" y="3020123"/>
                  <a:ext cx="1015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30F78AC0-D851-70F5-9231-C4C894A5CCAE}"/>
                    </a:ext>
                  </a:extLst>
                </p14:cNvPr>
                <p14:cNvContentPartPr/>
                <p14:nvPr/>
              </p14:nvContentPartPr>
              <p14:xfrm>
                <a:off x="11508458" y="3056483"/>
                <a:ext cx="71280" cy="167040"/>
              </p14:xfrm>
            </p:contentPart>
          </mc:Choice>
          <mc:Fallback xmlns="">
            <p:pic>
              <p:nvPicPr>
                <p:cNvPr id="23" name="Ink 22">
                  <a:extLst>
                    <a:ext uri="{FF2B5EF4-FFF2-40B4-BE49-F238E27FC236}">
                      <a16:creationId xmlns:a16="http://schemas.microsoft.com/office/drawing/2014/main" id="{30F78AC0-D851-70F5-9231-C4C894A5CCAE}"/>
                    </a:ext>
                  </a:extLst>
                </p:cNvPr>
                <p:cNvPicPr/>
                <p:nvPr/>
              </p:nvPicPr>
              <p:blipFill>
                <a:blip r:embed="rId25"/>
                <a:stretch>
                  <a:fillRect/>
                </a:stretch>
              </p:blipFill>
              <p:spPr>
                <a:xfrm>
                  <a:off x="11499818" y="3047483"/>
                  <a:ext cx="889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65DEC148-B0EF-7D25-E7F8-DF39859A3CE8}"/>
                    </a:ext>
                  </a:extLst>
                </p14:cNvPr>
                <p14:cNvContentPartPr/>
                <p14:nvPr/>
              </p14:nvContentPartPr>
              <p14:xfrm>
                <a:off x="11525018" y="3041003"/>
                <a:ext cx="74880" cy="171360"/>
              </p14:xfrm>
            </p:contentPart>
          </mc:Choice>
          <mc:Fallback xmlns="">
            <p:pic>
              <p:nvPicPr>
                <p:cNvPr id="24" name="Ink 23">
                  <a:extLst>
                    <a:ext uri="{FF2B5EF4-FFF2-40B4-BE49-F238E27FC236}">
                      <a16:creationId xmlns:a16="http://schemas.microsoft.com/office/drawing/2014/main" id="{65DEC148-B0EF-7D25-E7F8-DF39859A3CE8}"/>
                    </a:ext>
                  </a:extLst>
                </p:cNvPr>
                <p:cNvPicPr/>
                <p:nvPr/>
              </p:nvPicPr>
              <p:blipFill>
                <a:blip r:embed="rId27"/>
                <a:stretch>
                  <a:fillRect/>
                </a:stretch>
              </p:blipFill>
              <p:spPr>
                <a:xfrm>
                  <a:off x="11516018" y="3032363"/>
                  <a:ext cx="925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35FD9C56-2B2E-E62D-BF7B-12E3CFD70315}"/>
                    </a:ext>
                  </a:extLst>
                </p14:cNvPr>
                <p14:cNvContentPartPr/>
                <p14:nvPr/>
              </p14:nvContentPartPr>
              <p14:xfrm>
                <a:off x="11644538" y="3152243"/>
                <a:ext cx="57240" cy="12960"/>
              </p14:xfrm>
            </p:contentPart>
          </mc:Choice>
          <mc:Fallback xmlns="">
            <p:pic>
              <p:nvPicPr>
                <p:cNvPr id="25" name="Ink 24">
                  <a:extLst>
                    <a:ext uri="{FF2B5EF4-FFF2-40B4-BE49-F238E27FC236}">
                      <a16:creationId xmlns:a16="http://schemas.microsoft.com/office/drawing/2014/main" id="{35FD9C56-2B2E-E62D-BF7B-12E3CFD70315}"/>
                    </a:ext>
                  </a:extLst>
                </p:cNvPr>
                <p:cNvPicPr/>
                <p:nvPr/>
              </p:nvPicPr>
              <p:blipFill>
                <a:blip r:embed="rId29"/>
                <a:stretch>
                  <a:fillRect/>
                </a:stretch>
              </p:blipFill>
              <p:spPr>
                <a:xfrm>
                  <a:off x="11635898" y="3143243"/>
                  <a:ext cx="748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3848695C-D763-DB93-8F56-B4922FE45033}"/>
                    </a:ext>
                  </a:extLst>
                </p14:cNvPr>
                <p14:cNvContentPartPr/>
                <p14:nvPr/>
              </p14:nvContentPartPr>
              <p14:xfrm>
                <a:off x="11747498" y="3046763"/>
                <a:ext cx="163440" cy="113040"/>
              </p14:xfrm>
            </p:contentPart>
          </mc:Choice>
          <mc:Fallback xmlns="">
            <p:pic>
              <p:nvPicPr>
                <p:cNvPr id="26" name="Ink 25">
                  <a:extLst>
                    <a:ext uri="{FF2B5EF4-FFF2-40B4-BE49-F238E27FC236}">
                      <a16:creationId xmlns:a16="http://schemas.microsoft.com/office/drawing/2014/main" id="{3848695C-D763-DB93-8F56-B4922FE45033}"/>
                    </a:ext>
                  </a:extLst>
                </p:cNvPr>
                <p:cNvPicPr/>
                <p:nvPr/>
              </p:nvPicPr>
              <p:blipFill>
                <a:blip r:embed="rId31"/>
                <a:stretch>
                  <a:fillRect/>
                </a:stretch>
              </p:blipFill>
              <p:spPr>
                <a:xfrm>
                  <a:off x="11738498" y="3037763"/>
                  <a:ext cx="1810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E7B3BD64-AC07-B044-E3A1-4627F2BF3E03}"/>
                    </a:ext>
                  </a:extLst>
                </p14:cNvPr>
                <p14:cNvContentPartPr/>
                <p14:nvPr/>
              </p14:nvContentPartPr>
              <p14:xfrm>
                <a:off x="11805818" y="3049283"/>
                <a:ext cx="100800" cy="169200"/>
              </p14:xfrm>
            </p:contentPart>
          </mc:Choice>
          <mc:Fallback xmlns="">
            <p:pic>
              <p:nvPicPr>
                <p:cNvPr id="27" name="Ink 26">
                  <a:extLst>
                    <a:ext uri="{FF2B5EF4-FFF2-40B4-BE49-F238E27FC236}">
                      <a16:creationId xmlns:a16="http://schemas.microsoft.com/office/drawing/2014/main" id="{E7B3BD64-AC07-B044-E3A1-4627F2BF3E03}"/>
                    </a:ext>
                  </a:extLst>
                </p:cNvPr>
                <p:cNvPicPr/>
                <p:nvPr/>
              </p:nvPicPr>
              <p:blipFill>
                <a:blip r:embed="rId33"/>
                <a:stretch>
                  <a:fillRect/>
                </a:stretch>
              </p:blipFill>
              <p:spPr>
                <a:xfrm>
                  <a:off x="11797178" y="3040643"/>
                  <a:ext cx="1184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E9A9731D-5DDD-E242-1245-BF62E1E9FCE4}"/>
                    </a:ext>
                  </a:extLst>
                </p14:cNvPr>
                <p14:cNvContentPartPr/>
                <p14:nvPr/>
              </p14:nvContentPartPr>
              <p14:xfrm>
                <a:off x="11941178" y="3160883"/>
                <a:ext cx="53280" cy="90000"/>
              </p14:xfrm>
            </p:contentPart>
          </mc:Choice>
          <mc:Fallback xmlns="">
            <p:pic>
              <p:nvPicPr>
                <p:cNvPr id="28" name="Ink 27">
                  <a:extLst>
                    <a:ext uri="{FF2B5EF4-FFF2-40B4-BE49-F238E27FC236}">
                      <a16:creationId xmlns:a16="http://schemas.microsoft.com/office/drawing/2014/main" id="{E9A9731D-5DDD-E242-1245-BF62E1E9FCE4}"/>
                    </a:ext>
                  </a:extLst>
                </p:cNvPr>
                <p:cNvPicPr/>
                <p:nvPr/>
              </p:nvPicPr>
              <p:blipFill>
                <a:blip r:embed="rId35"/>
                <a:stretch>
                  <a:fillRect/>
                </a:stretch>
              </p:blipFill>
              <p:spPr>
                <a:xfrm>
                  <a:off x="11932178" y="3151883"/>
                  <a:ext cx="709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36EB16DD-62C6-62CD-1703-ABE0FC4E90BE}"/>
                    </a:ext>
                  </a:extLst>
                </p14:cNvPr>
                <p14:cNvContentPartPr/>
                <p14:nvPr/>
              </p14:nvContentPartPr>
              <p14:xfrm>
                <a:off x="12004898" y="2993123"/>
                <a:ext cx="75960" cy="376560"/>
              </p14:xfrm>
            </p:contentPart>
          </mc:Choice>
          <mc:Fallback xmlns="">
            <p:pic>
              <p:nvPicPr>
                <p:cNvPr id="29" name="Ink 28">
                  <a:extLst>
                    <a:ext uri="{FF2B5EF4-FFF2-40B4-BE49-F238E27FC236}">
                      <a16:creationId xmlns:a16="http://schemas.microsoft.com/office/drawing/2014/main" id="{36EB16DD-62C6-62CD-1703-ABE0FC4E90BE}"/>
                    </a:ext>
                  </a:extLst>
                </p:cNvPr>
                <p:cNvPicPr/>
                <p:nvPr/>
              </p:nvPicPr>
              <p:blipFill>
                <a:blip r:embed="rId37"/>
                <a:stretch>
                  <a:fillRect/>
                </a:stretch>
              </p:blipFill>
              <p:spPr>
                <a:xfrm>
                  <a:off x="11996258" y="2984123"/>
                  <a:ext cx="93600" cy="39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id="{7539E2B3-6EB7-A0F4-10CD-ABC69C8F6C7A}"/>
                  </a:ext>
                </a:extLst>
              </p14:cNvPr>
              <p14:cNvContentPartPr/>
              <p14:nvPr/>
            </p14:nvContentPartPr>
            <p14:xfrm>
              <a:off x="11446200" y="3418200"/>
              <a:ext cx="708120" cy="1101240"/>
            </p14:xfrm>
          </p:contentPart>
        </mc:Choice>
        <mc:Fallback xmlns="">
          <p:pic>
            <p:nvPicPr>
              <p:cNvPr id="32" name="Ink 31">
                <a:extLst>
                  <a:ext uri="{FF2B5EF4-FFF2-40B4-BE49-F238E27FC236}">
                    <a16:creationId xmlns:a16="http://schemas.microsoft.com/office/drawing/2014/main" id="{7539E2B3-6EB7-A0F4-10CD-ABC69C8F6C7A}"/>
                  </a:ext>
                </a:extLst>
              </p:cNvPr>
              <p:cNvPicPr/>
              <p:nvPr/>
            </p:nvPicPr>
            <p:blipFill>
              <a:blip r:embed="rId39"/>
              <a:stretch>
                <a:fillRect/>
              </a:stretch>
            </p:blipFill>
            <p:spPr>
              <a:xfrm>
                <a:off x="9754920" y="1020240"/>
                <a:ext cx="2408760" cy="3508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3" name="Ink 32">
                <a:extLst>
                  <a:ext uri="{FF2B5EF4-FFF2-40B4-BE49-F238E27FC236}">
                    <a16:creationId xmlns:a16="http://schemas.microsoft.com/office/drawing/2014/main" id="{81AF2A2E-D636-8717-B30B-89DE7619B291}"/>
                  </a:ext>
                </a:extLst>
              </p14:cNvPr>
              <p14:cNvContentPartPr/>
              <p14:nvPr/>
            </p14:nvContentPartPr>
            <p14:xfrm>
              <a:off x="10454745" y="4947958"/>
              <a:ext cx="360" cy="360"/>
            </p14:xfrm>
          </p:contentPart>
        </mc:Choice>
        <mc:Fallback xmlns="">
          <p:pic>
            <p:nvPicPr>
              <p:cNvPr id="33" name="Ink 32">
                <a:extLst>
                  <a:ext uri="{FF2B5EF4-FFF2-40B4-BE49-F238E27FC236}">
                    <a16:creationId xmlns:a16="http://schemas.microsoft.com/office/drawing/2014/main" id="{81AF2A2E-D636-8717-B30B-89DE7619B291}"/>
                  </a:ext>
                </a:extLst>
              </p:cNvPr>
              <p:cNvPicPr/>
              <p:nvPr/>
            </p:nvPicPr>
            <p:blipFill>
              <a:blip r:embed="rId41"/>
              <a:stretch>
                <a:fillRect/>
              </a:stretch>
            </p:blipFill>
            <p:spPr>
              <a:xfrm>
                <a:off x="10450425" y="4943638"/>
                <a:ext cx="9000" cy="9000"/>
              </a:xfrm>
              <a:prstGeom prst="rect">
                <a:avLst/>
              </a:prstGeom>
            </p:spPr>
          </p:pic>
        </mc:Fallback>
      </mc:AlternateContent>
      <p:grpSp>
        <p:nvGrpSpPr>
          <p:cNvPr id="46" name="Group 45">
            <a:extLst>
              <a:ext uri="{FF2B5EF4-FFF2-40B4-BE49-F238E27FC236}">
                <a16:creationId xmlns:a16="http://schemas.microsoft.com/office/drawing/2014/main" id="{B4CEC6AA-BDB9-DB5D-A470-4FFCBA940AA4}"/>
              </a:ext>
            </a:extLst>
          </p:cNvPr>
          <p:cNvGrpSpPr/>
          <p:nvPr/>
        </p:nvGrpSpPr>
        <p:grpSpPr>
          <a:xfrm>
            <a:off x="9826185" y="3354598"/>
            <a:ext cx="2013480" cy="1575360"/>
            <a:chOff x="9826185" y="3354598"/>
            <a:chExt cx="2013480" cy="1575360"/>
          </a:xfrm>
        </p:grpSpPr>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30BC706D-6DA2-B95F-B133-1DE91CA4346B}"/>
                    </a:ext>
                  </a:extLst>
                </p14:cNvPr>
                <p14:cNvContentPartPr/>
                <p14:nvPr/>
              </p14:nvContentPartPr>
              <p14:xfrm>
                <a:off x="11072145" y="4686598"/>
                <a:ext cx="109440" cy="234000"/>
              </p14:xfrm>
            </p:contentPart>
          </mc:Choice>
          <mc:Fallback xmlns="">
            <p:pic>
              <p:nvPicPr>
                <p:cNvPr id="34" name="Ink 33">
                  <a:extLst>
                    <a:ext uri="{FF2B5EF4-FFF2-40B4-BE49-F238E27FC236}">
                      <a16:creationId xmlns:a16="http://schemas.microsoft.com/office/drawing/2014/main" id="{30BC706D-6DA2-B95F-B133-1DE91CA4346B}"/>
                    </a:ext>
                  </a:extLst>
                </p:cNvPr>
                <p:cNvPicPr/>
                <p:nvPr/>
              </p:nvPicPr>
              <p:blipFill>
                <a:blip r:embed="rId43"/>
                <a:stretch>
                  <a:fillRect/>
                </a:stretch>
              </p:blipFill>
              <p:spPr>
                <a:xfrm>
                  <a:off x="11063505" y="4677598"/>
                  <a:ext cx="1270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8176FC34-D0DB-49CF-A1AB-1036330F2CE5}"/>
                    </a:ext>
                  </a:extLst>
                </p14:cNvPr>
                <p14:cNvContentPartPr/>
                <p14:nvPr/>
              </p14:nvContentPartPr>
              <p14:xfrm>
                <a:off x="11084745" y="4678678"/>
                <a:ext cx="95760" cy="251280"/>
              </p14:xfrm>
            </p:contentPart>
          </mc:Choice>
          <mc:Fallback xmlns="">
            <p:pic>
              <p:nvPicPr>
                <p:cNvPr id="35" name="Ink 34">
                  <a:extLst>
                    <a:ext uri="{FF2B5EF4-FFF2-40B4-BE49-F238E27FC236}">
                      <a16:creationId xmlns:a16="http://schemas.microsoft.com/office/drawing/2014/main" id="{8176FC34-D0DB-49CF-A1AB-1036330F2CE5}"/>
                    </a:ext>
                  </a:extLst>
                </p:cNvPr>
                <p:cNvPicPr/>
                <p:nvPr/>
              </p:nvPicPr>
              <p:blipFill>
                <a:blip r:embed="rId45"/>
                <a:stretch>
                  <a:fillRect/>
                </a:stretch>
              </p:blipFill>
              <p:spPr>
                <a:xfrm>
                  <a:off x="11076105" y="4670038"/>
                  <a:ext cx="1134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1E6B9E04-3BAB-29D7-879C-651963B14C6F}"/>
                    </a:ext>
                  </a:extLst>
                </p14:cNvPr>
                <p14:cNvContentPartPr/>
                <p14:nvPr/>
              </p14:nvContentPartPr>
              <p14:xfrm>
                <a:off x="11258625" y="4798198"/>
                <a:ext cx="97560" cy="113040"/>
              </p14:xfrm>
            </p:contentPart>
          </mc:Choice>
          <mc:Fallback xmlns="">
            <p:pic>
              <p:nvPicPr>
                <p:cNvPr id="36" name="Ink 35">
                  <a:extLst>
                    <a:ext uri="{FF2B5EF4-FFF2-40B4-BE49-F238E27FC236}">
                      <a16:creationId xmlns:a16="http://schemas.microsoft.com/office/drawing/2014/main" id="{1E6B9E04-3BAB-29D7-879C-651963B14C6F}"/>
                    </a:ext>
                  </a:extLst>
                </p:cNvPr>
                <p:cNvPicPr/>
                <p:nvPr/>
              </p:nvPicPr>
              <p:blipFill>
                <a:blip r:embed="rId47"/>
                <a:stretch>
                  <a:fillRect/>
                </a:stretch>
              </p:blipFill>
              <p:spPr>
                <a:xfrm>
                  <a:off x="11249625" y="4789198"/>
                  <a:ext cx="1152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211F2940-9FEA-537C-4C69-A490C324BFDE}"/>
                    </a:ext>
                  </a:extLst>
                </p14:cNvPr>
                <p14:cNvContentPartPr/>
                <p14:nvPr/>
              </p14:nvContentPartPr>
              <p14:xfrm>
                <a:off x="11488305" y="4726558"/>
                <a:ext cx="94680" cy="45000"/>
              </p14:xfrm>
            </p:contentPart>
          </mc:Choice>
          <mc:Fallback xmlns="">
            <p:pic>
              <p:nvPicPr>
                <p:cNvPr id="37" name="Ink 36">
                  <a:extLst>
                    <a:ext uri="{FF2B5EF4-FFF2-40B4-BE49-F238E27FC236}">
                      <a16:creationId xmlns:a16="http://schemas.microsoft.com/office/drawing/2014/main" id="{211F2940-9FEA-537C-4C69-A490C324BFDE}"/>
                    </a:ext>
                  </a:extLst>
                </p:cNvPr>
                <p:cNvPicPr/>
                <p:nvPr/>
              </p:nvPicPr>
              <p:blipFill>
                <a:blip r:embed="rId49"/>
                <a:stretch>
                  <a:fillRect/>
                </a:stretch>
              </p:blipFill>
              <p:spPr>
                <a:xfrm>
                  <a:off x="11479305" y="4717558"/>
                  <a:ext cx="1123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8" name="Ink 37">
                  <a:extLst>
                    <a:ext uri="{FF2B5EF4-FFF2-40B4-BE49-F238E27FC236}">
                      <a16:creationId xmlns:a16="http://schemas.microsoft.com/office/drawing/2014/main" id="{BF8A655E-1CFC-F017-720E-799BF1098E1B}"/>
                    </a:ext>
                  </a:extLst>
                </p14:cNvPr>
                <p14:cNvContentPartPr/>
                <p14:nvPr/>
              </p14:nvContentPartPr>
              <p14:xfrm>
                <a:off x="11510985" y="4837078"/>
                <a:ext cx="128520" cy="13680"/>
              </p14:xfrm>
            </p:contentPart>
          </mc:Choice>
          <mc:Fallback xmlns="">
            <p:pic>
              <p:nvPicPr>
                <p:cNvPr id="38" name="Ink 37">
                  <a:extLst>
                    <a:ext uri="{FF2B5EF4-FFF2-40B4-BE49-F238E27FC236}">
                      <a16:creationId xmlns:a16="http://schemas.microsoft.com/office/drawing/2014/main" id="{BF8A655E-1CFC-F017-720E-799BF1098E1B}"/>
                    </a:ext>
                  </a:extLst>
                </p:cNvPr>
                <p:cNvPicPr/>
                <p:nvPr/>
              </p:nvPicPr>
              <p:blipFill>
                <a:blip r:embed="rId51"/>
                <a:stretch>
                  <a:fillRect/>
                </a:stretch>
              </p:blipFill>
              <p:spPr>
                <a:xfrm>
                  <a:off x="11502345" y="4828438"/>
                  <a:ext cx="1461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32FB1529-E6DB-7D90-DF66-50C378CCE23B}"/>
                    </a:ext>
                  </a:extLst>
                </p14:cNvPr>
                <p14:cNvContentPartPr/>
                <p14:nvPr/>
              </p14:nvContentPartPr>
              <p14:xfrm>
                <a:off x="11744265" y="4652038"/>
                <a:ext cx="95400" cy="222480"/>
              </p14:xfrm>
            </p:contentPart>
          </mc:Choice>
          <mc:Fallback xmlns="">
            <p:pic>
              <p:nvPicPr>
                <p:cNvPr id="41" name="Ink 40">
                  <a:extLst>
                    <a:ext uri="{FF2B5EF4-FFF2-40B4-BE49-F238E27FC236}">
                      <a16:creationId xmlns:a16="http://schemas.microsoft.com/office/drawing/2014/main" id="{32FB1529-E6DB-7D90-DF66-50C378CCE23B}"/>
                    </a:ext>
                  </a:extLst>
                </p:cNvPr>
                <p:cNvPicPr/>
                <p:nvPr/>
              </p:nvPicPr>
              <p:blipFill>
                <a:blip r:embed="rId53"/>
                <a:stretch>
                  <a:fillRect/>
                </a:stretch>
              </p:blipFill>
              <p:spPr>
                <a:xfrm>
                  <a:off x="11735625" y="4643398"/>
                  <a:ext cx="1130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7BC3358F-4CCE-845D-5E2F-C2CC5A6D46DC}"/>
                    </a:ext>
                  </a:extLst>
                </p14:cNvPr>
                <p14:cNvContentPartPr/>
                <p14:nvPr/>
              </p14:nvContentPartPr>
              <p14:xfrm>
                <a:off x="9839865" y="3460798"/>
                <a:ext cx="1125360" cy="1261080"/>
              </p14:xfrm>
            </p:contentPart>
          </mc:Choice>
          <mc:Fallback xmlns="">
            <p:pic>
              <p:nvPicPr>
                <p:cNvPr id="43" name="Ink 42">
                  <a:extLst>
                    <a:ext uri="{FF2B5EF4-FFF2-40B4-BE49-F238E27FC236}">
                      <a16:creationId xmlns:a16="http://schemas.microsoft.com/office/drawing/2014/main" id="{7BC3358F-4CCE-845D-5E2F-C2CC5A6D46DC}"/>
                    </a:ext>
                  </a:extLst>
                </p:cNvPr>
                <p:cNvPicPr/>
                <p:nvPr/>
              </p:nvPicPr>
              <p:blipFill>
                <a:blip r:embed="rId55"/>
                <a:stretch>
                  <a:fillRect/>
                </a:stretch>
              </p:blipFill>
              <p:spPr>
                <a:xfrm>
                  <a:off x="9830865" y="3452158"/>
                  <a:ext cx="1143000" cy="1278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7E593441-2618-88F0-4248-5DA3C6B324DE}"/>
                    </a:ext>
                  </a:extLst>
                </p14:cNvPr>
                <p14:cNvContentPartPr/>
                <p14:nvPr/>
              </p14:nvContentPartPr>
              <p14:xfrm>
                <a:off x="9826185" y="3354598"/>
                <a:ext cx="99720" cy="229680"/>
              </p14:xfrm>
            </p:contentPart>
          </mc:Choice>
          <mc:Fallback xmlns="">
            <p:pic>
              <p:nvPicPr>
                <p:cNvPr id="45" name="Ink 44">
                  <a:extLst>
                    <a:ext uri="{FF2B5EF4-FFF2-40B4-BE49-F238E27FC236}">
                      <a16:creationId xmlns:a16="http://schemas.microsoft.com/office/drawing/2014/main" id="{7E593441-2618-88F0-4248-5DA3C6B324DE}"/>
                    </a:ext>
                  </a:extLst>
                </p:cNvPr>
                <p:cNvPicPr/>
                <p:nvPr/>
              </p:nvPicPr>
              <p:blipFill>
                <a:blip r:embed="rId57"/>
                <a:stretch>
                  <a:fillRect/>
                </a:stretch>
              </p:blipFill>
              <p:spPr>
                <a:xfrm>
                  <a:off x="9817185" y="3345958"/>
                  <a:ext cx="117360" cy="247320"/>
                </a:xfrm>
                <a:prstGeom prst="rect">
                  <a:avLst/>
                </a:prstGeom>
              </p:spPr>
            </p:pic>
          </mc:Fallback>
        </mc:AlternateContent>
      </p:grpSp>
    </p:spTree>
    <p:extLst>
      <p:ext uri="{BB962C8B-B14F-4D97-AF65-F5344CB8AC3E}">
        <p14:creationId xmlns:p14="http://schemas.microsoft.com/office/powerpoint/2010/main" val="142423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DBA727E-F1FE-6C66-61B9-37138D5D766B}"/>
              </a:ext>
            </a:extLst>
          </p:cNvPr>
          <p:cNvPicPr>
            <a:picLocks noChangeAspect="1"/>
          </p:cNvPicPr>
          <p:nvPr/>
        </p:nvPicPr>
        <p:blipFill>
          <a:blip r:embed="rId2"/>
          <a:stretch>
            <a:fillRect/>
          </a:stretch>
        </p:blipFill>
        <p:spPr>
          <a:xfrm>
            <a:off x="8058972" y="2347123"/>
            <a:ext cx="2568163" cy="3414056"/>
          </a:xfrm>
          <a:prstGeom prst="rect">
            <a:avLst/>
          </a:prstGeom>
        </p:spPr>
      </p:pic>
      <p:sp>
        <p:nvSpPr>
          <p:cNvPr id="11" name="Content Placeholder 2">
            <a:extLst>
              <a:ext uri="{FF2B5EF4-FFF2-40B4-BE49-F238E27FC236}">
                <a16:creationId xmlns:a16="http://schemas.microsoft.com/office/drawing/2014/main" id="{EAD90B70-E9F9-18AC-A8A8-546DCBD9B47F}"/>
              </a:ext>
            </a:extLst>
          </p:cNvPr>
          <p:cNvSpPr txBox="1">
            <a:spLocks/>
          </p:cNvSpPr>
          <p:nvPr/>
        </p:nvSpPr>
        <p:spPr>
          <a:xfrm>
            <a:off x="548751" y="920351"/>
            <a:ext cx="10871917"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a:latin typeface="Times New Roman" panose="02020603050405020304" pitchFamily="18" charset="0"/>
                <a:cs typeface="Times New Roman" panose="02020603050405020304" pitchFamily="18" charset="0"/>
              </a:rPr>
              <a:t>As shown in the figure a 30.0 kg block is resting on a frictionless ramp inclined at 60° to the horizontal. The block is held by a spring that is stretched 5.0 cm. What is the </a:t>
            </a:r>
            <a:r>
              <a:rPr lang="en-US" sz="2600" u="sng">
                <a:latin typeface="Times New Roman" panose="02020603050405020304" pitchFamily="18" charset="0"/>
                <a:cs typeface="Times New Roman" panose="02020603050405020304" pitchFamily="18" charset="0"/>
              </a:rPr>
              <a:t>spring constant</a:t>
            </a:r>
            <a:r>
              <a:rPr lang="en-US" sz="2600">
                <a:latin typeface="Times New Roman" panose="02020603050405020304" pitchFamily="18" charset="0"/>
                <a:cs typeface="Times New Roman" panose="02020603050405020304" pitchFamily="18" charset="0"/>
              </a:rPr>
              <a:t> of the spring?</a:t>
            </a:r>
          </a:p>
        </p:txBody>
      </p:sp>
      <p:sp>
        <p:nvSpPr>
          <p:cNvPr id="12" name="Title 3">
            <a:extLst>
              <a:ext uri="{FF2B5EF4-FFF2-40B4-BE49-F238E27FC236}">
                <a16:creationId xmlns:a16="http://schemas.microsoft.com/office/drawing/2014/main" id="{B716B7C2-3873-5C9F-5609-50E6025D6608}"/>
              </a:ext>
            </a:extLst>
          </p:cNvPr>
          <p:cNvSpPr txBox="1">
            <a:spLocks/>
          </p:cNvSpPr>
          <p:nvPr/>
        </p:nvSpPr>
        <p:spPr>
          <a:xfrm>
            <a:off x="0" y="-10284"/>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(Spring Force) </a:t>
            </a:r>
          </a:p>
        </p:txBody>
      </p:sp>
      <p:cxnSp>
        <p:nvCxnSpPr>
          <p:cNvPr id="13" name="Straight Arrow Connector 12">
            <a:extLst>
              <a:ext uri="{FF2B5EF4-FFF2-40B4-BE49-F238E27FC236}">
                <a16:creationId xmlns:a16="http://schemas.microsoft.com/office/drawing/2014/main" id="{98A63073-80DF-514B-A273-6FB0CA613755}"/>
              </a:ext>
            </a:extLst>
          </p:cNvPr>
          <p:cNvCxnSpPr>
            <a:cxnSpLocks/>
          </p:cNvCxnSpPr>
          <p:nvPr/>
        </p:nvCxnSpPr>
        <p:spPr>
          <a:xfrm>
            <a:off x="10748430" y="5001210"/>
            <a:ext cx="330106" cy="5505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3D1A347-F505-7128-4B06-8999F00A39AD}"/>
              </a:ext>
            </a:extLst>
          </p:cNvPr>
          <p:cNvCxnSpPr>
            <a:cxnSpLocks/>
          </p:cNvCxnSpPr>
          <p:nvPr/>
        </p:nvCxnSpPr>
        <p:spPr>
          <a:xfrm flipH="1" flipV="1">
            <a:off x="9722492" y="3133527"/>
            <a:ext cx="319920" cy="51629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AC35725-846F-B349-FB68-D027D6AD54E0}"/>
                  </a:ext>
                </a:extLst>
              </p:cNvPr>
              <p:cNvSpPr txBox="1"/>
              <p:nvPr/>
            </p:nvSpPr>
            <p:spPr>
              <a:xfrm>
                <a:off x="11035780" y="4998497"/>
                <a:ext cx="972716" cy="369332"/>
              </a:xfrm>
              <a:prstGeom prst="rect">
                <a:avLst/>
              </a:prstGeom>
              <a:noFill/>
            </p:spPr>
            <p:txBody>
              <a:bodyPr wrap="square">
                <a:spAutoFit/>
              </a:bodyPr>
              <a:lstStyle/>
              <a:p>
                <a:pPr/>
                <a14:m>
                  <m:oMathPara xmlns:m="http://schemas.openxmlformats.org/officeDocument/2006/math">
                    <m:oMathParaPr>
                      <m:jc m:val="left"/>
                    </m:oMathParaPr>
                    <m:oMath>
                      <m:r>
                        <m:rPr>
                          <m:sty m:val="p"/>
                        </m:rPr>
                        <a:rPr lang="en-US" sz="1800" smtClean="0">
                          <a:solidFill>
                            <a:srgbClr val="000000"/>
                          </a:solidFill>
                          <a:latin typeface="Cambria Math" panose="02040503050406030204" pitchFamily="18" charset="0"/>
                        </a:rPr>
                        <m:t>mg</m:t>
                      </m:r>
                      <m:func>
                        <m:funcPr>
                          <m:ctrlPr>
                            <a:rPr lang="en-US" sz="1800">
                              <a:solidFill>
                                <a:srgbClr val="000000"/>
                              </a:solidFill>
                              <a:latin typeface="Cambria Math" panose="02040503050406030204" pitchFamily="18" charset="0"/>
                            </a:rPr>
                          </m:ctrlPr>
                        </m:funcPr>
                        <m:fName>
                          <m:r>
                            <m:rPr>
                              <m:sty m:val="p"/>
                            </m:rPr>
                            <a:rPr lang="en-US" sz="1800">
                              <a:solidFill>
                                <a:srgbClr val="000000"/>
                              </a:solidFill>
                              <a:latin typeface="Cambria Math" panose="02040503050406030204" pitchFamily="18" charset="0"/>
                            </a:rPr>
                            <m:t>sin</m:t>
                          </m:r>
                        </m:fName>
                        <m:e>
                          <m:r>
                            <m:rPr>
                              <m:sty m:val="p"/>
                            </m:rPr>
                            <a:rPr lang="en-US" sz="1800">
                              <a:solidFill>
                                <a:srgbClr val="000000"/>
                              </a:solidFill>
                              <a:latin typeface="Cambria Math" panose="02040503050406030204" pitchFamily="18" charset="0"/>
                            </a:rPr>
                            <m:t>θ</m:t>
                          </m:r>
                        </m:e>
                      </m:func>
                    </m:oMath>
                  </m:oMathPara>
                </a14:m>
                <a:endParaRPr lang="en-US"/>
              </a:p>
            </p:txBody>
          </p:sp>
        </mc:Choice>
        <mc:Fallback xmlns="">
          <p:sp>
            <p:nvSpPr>
              <p:cNvPr id="20" name="TextBox 19">
                <a:extLst>
                  <a:ext uri="{FF2B5EF4-FFF2-40B4-BE49-F238E27FC236}">
                    <a16:creationId xmlns:a16="http://schemas.microsoft.com/office/drawing/2014/main" id="{7AC35725-846F-B349-FB68-D027D6AD54E0}"/>
                  </a:ext>
                </a:extLst>
              </p:cNvPr>
              <p:cNvSpPr txBox="1">
                <a:spLocks noRot="1" noChangeAspect="1" noMove="1" noResize="1" noEditPoints="1" noAdjustHandles="1" noChangeArrowheads="1" noChangeShapeType="1" noTextEdit="1"/>
              </p:cNvSpPr>
              <p:nvPr/>
            </p:nvSpPr>
            <p:spPr>
              <a:xfrm>
                <a:off x="11035780" y="4998497"/>
                <a:ext cx="972716" cy="369332"/>
              </a:xfrm>
              <a:prstGeom prst="rect">
                <a:avLst/>
              </a:prstGeom>
              <a:blipFill>
                <a:blip r:embed="rId3"/>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21C4F69-8222-7E1F-2320-1C0AD3193F3D}"/>
                  </a:ext>
                </a:extLst>
              </p:cNvPr>
              <p:cNvSpPr txBox="1"/>
              <p:nvPr/>
            </p:nvSpPr>
            <p:spPr>
              <a:xfrm>
                <a:off x="9984530" y="3126153"/>
                <a:ext cx="319920" cy="400110"/>
              </a:xfrm>
              <a:prstGeom prst="rect">
                <a:avLst/>
              </a:prstGeom>
              <a:noFill/>
            </p:spPr>
            <p:txBody>
              <a:bodyPr wrap="square">
                <a:spAutoFit/>
              </a:bodyPr>
              <a:lstStyle/>
              <a:p>
                <a:pPr/>
                <a14:m>
                  <m:oMathPara xmlns:m="http://schemas.openxmlformats.org/officeDocument/2006/math">
                    <m:oMathParaPr>
                      <m:jc m:val="left"/>
                    </m:oMathParaPr>
                    <m:oMath>
                      <m:sSub>
                        <m:sSubPr>
                          <m:ctrlPr>
                            <a:rPr lang="en-US" sz="2000" b="0" i="0" smtClean="0">
                              <a:solidFill>
                                <a:srgbClr val="000000"/>
                              </a:solidFill>
                              <a:latin typeface="Cambria Math" panose="02040503050406030204" pitchFamily="18" charset="0"/>
                            </a:rPr>
                          </m:ctrlPr>
                        </m:sSubPr>
                        <m:e>
                          <m:r>
                            <m:rPr>
                              <m:sty m:val="p"/>
                            </m:rPr>
                            <a:rPr lang="en-US" sz="2000" b="0" i="0" smtClean="0">
                              <a:solidFill>
                                <a:srgbClr val="000000"/>
                              </a:solidFill>
                              <a:latin typeface="Cambria Math" panose="02040503050406030204" pitchFamily="18" charset="0"/>
                            </a:rPr>
                            <m:t>F</m:t>
                          </m:r>
                        </m:e>
                        <m:sub>
                          <m:r>
                            <m:rPr>
                              <m:sty m:val="p"/>
                            </m:rPr>
                            <a:rPr lang="en-US" sz="2000" b="0" i="0" smtClean="0">
                              <a:solidFill>
                                <a:srgbClr val="000000"/>
                              </a:solidFill>
                              <a:latin typeface="Cambria Math" panose="02040503050406030204" pitchFamily="18" charset="0"/>
                            </a:rPr>
                            <m:t>s</m:t>
                          </m:r>
                        </m:sub>
                      </m:sSub>
                    </m:oMath>
                  </m:oMathPara>
                </a14:m>
                <a:endParaRPr lang="en-US" sz="2000"/>
              </a:p>
            </p:txBody>
          </p:sp>
        </mc:Choice>
        <mc:Fallback xmlns="">
          <p:sp>
            <p:nvSpPr>
              <p:cNvPr id="21" name="TextBox 20">
                <a:extLst>
                  <a:ext uri="{FF2B5EF4-FFF2-40B4-BE49-F238E27FC236}">
                    <a16:creationId xmlns:a16="http://schemas.microsoft.com/office/drawing/2014/main" id="{E21C4F69-8222-7E1F-2320-1C0AD3193F3D}"/>
                  </a:ext>
                </a:extLst>
              </p:cNvPr>
              <p:cNvSpPr txBox="1">
                <a:spLocks noRot="1" noChangeAspect="1" noMove="1" noResize="1" noEditPoints="1" noAdjustHandles="1" noChangeArrowheads="1" noChangeShapeType="1" noTextEdit="1"/>
              </p:cNvSpPr>
              <p:nvPr/>
            </p:nvSpPr>
            <p:spPr>
              <a:xfrm>
                <a:off x="9984530" y="3126153"/>
                <a:ext cx="319920" cy="400110"/>
              </a:xfrm>
              <a:prstGeom prst="rect">
                <a:avLst/>
              </a:prstGeom>
              <a:blipFill>
                <a:blip r:embed="rId4"/>
                <a:stretch>
                  <a:fillRect r="-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21">
                <a:extLst>
                  <a:ext uri="{FF2B5EF4-FFF2-40B4-BE49-F238E27FC236}">
                    <a16:creationId xmlns:a16="http://schemas.microsoft.com/office/drawing/2014/main" id="{91FC9C7E-B56F-E9A6-9CEA-9B05E258B757}"/>
                  </a:ext>
                </a:extLst>
              </p:cNvPr>
              <p:cNvSpPr txBox="1"/>
              <p:nvPr/>
            </p:nvSpPr>
            <p:spPr bwMode="auto">
              <a:xfrm>
                <a:off x="3203575" y="3612567"/>
                <a:ext cx="1550988" cy="592138"/>
              </a:xfrm>
              <a:prstGeom prst="rect">
                <a:avLst/>
              </a:prstGeom>
              <a:noFill/>
            </p:spPr>
            <p:txBody>
              <a:bodyPr>
                <a:normAutofit/>
              </a:bodyPr>
              <a:lstStyle/>
              <a:p>
                <a:pPr/>
                <a14:m>
                  <m:oMathPara xmlns:m="http://schemas.openxmlformats.org/officeDocument/2006/math">
                    <m:oMathParaPr>
                      <m:jc m:val="left"/>
                    </m:oMathParaPr>
                    <m:oMath>
                      <m:sSub>
                        <m:sSubPr>
                          <m:ctrlPr>
                            <a:rPr lang="en-US" sz="2600" i="0">
                              <a:solidFill>
                                <a:srgbClr val="000000"/>
                              </a:solidFill>
                              <a:latin typeface="Cambria Math" panose="02040503050406030204" pitchFamily="18" charset="0"/>
                            </a:rPr>
                          </m:ctrlPr>
                        </m:sSubPr>
                        <m:e>
                          <m:r>
                            <m:rPr>
                              <m:sty m:val="p"/>
                            </m:rPr>
                            <a:rPr lang="en-US" sz="2600" i="0">
                              <a:solidFill>
                                <a:srgbClr val="000000"/>
                              </a:solidFill>
                              <a:latin typeface="Cambria Math" panose="02040503050406030204" pitchFamily="18" charset="0"/>
                            </a:rPr>
                            <m:t>F</m:t>
                          </m:r>
                        </m:e>
                        <m:sub>
                          <m:r>
                            <m:rPr>
                              <m:sty m:val="p"/>
                            </m:rPr>
                            <a:rPr lang="en-US" sz="2600" i="0">
                              <a:solidFill>
                                <a:srgbClr val="000000"/>
                              </a:solidFill>
                              <a:latin typeface="Cambria Math" panose="02040503050406030204" pitchFamily="18" charset="0"/>
                            </a:rPr>
                            <m:t>s</m:t>
                          </m:r>
                        </m:sub>
                      </m:sSub>
                      <m:r>
                        <a:rPr lang="en-US" sz="2600" i="1">
                          <a:solidFill>
                            <a:srgbClr val="000000"/>
                          </a:solidFill>
                          <a:latin typeface="Cambria Math" panose="02040503050406030204" pitchFamily="18" charset="0"/>
                        </a:rPr>
                        <m:t>=</m:t>
                      </m:r>
                      <m:r>
                        <a:rPr lang="en-US" sz="2600" b="0" i="1" smtClean="0">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𝑘𝑥</m:t>
                      </m:r>
                    </m:oMath>
                  </m:oMathPara>
                </a14:m>
                <a:endParaRPr lang="en-US" sz="2600" dirty="0"/>
              </a:p>
            </p:txBody>
          </p:sp>
        </mc:Choice>
        <mc:Fallback xmlns="">
          <p:sp>
            <p:nvSpPr>
              <p:cNvPr id="22" name="Object 21">
                <a:extLst>
                  <a:ext uri="{FF2B5EF4-FFF2-40B4-BE49-F238E27FC236}">
                    <a16:creationId xmlns:a16="http://schemas.microsoft.com/office/drawing/2014/main" id="{91FC9C7E-B56F-E9A6-9CEA-9B05E258B757}"/>
                  </a:ext>
                </a:extLst>
              </p:cNvPr>
              <p:cNvSpPr txBox="1">
                <a:spLocks noRot="1" noChangeAspect="1" noMove="1" noResize="1" noEditPoints="1" noAdjustHandles="1" noChangeArrowheads="1" noChangeShapeType="1" noTextEdit="1"/>
              </p:cNvSpPr>
              <p:nvPr/>
            </p:nvSpPr>
            <p:spPr bwMode="auto">
              <a:xfrm>
                <a:off x="3203575" y="3612567"/>
                <a:ext cx="1550988" cy="59213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bject 21">
                <a:extLst>
                  <a:ext uri="{FF2B5EF4-FFF2-40B4-BE49-F238E27FC236}">
                    <a16:creationId xmlns:a16="http://schemas.microsoft.com/office/drawing/2014/main" id="{2F302F91-0F8E-A4A1-A67F-525C4294BFA7}"/>
                  </a:ext>
                </a:extLst>
              </p:cNvPr>
              <p:cNvSpPr txBox="1"/>
              <p:nvPr/>
            </p:nvSpPr>
            <p:spPr bwMode="auto">
              <a:xfrm>
                <a:off x="2370930" y="4433847"/>
                <a:ext cx="3340360" cy="592138"/>
              </a:xfrm>
              <a:prstGeom prst="rect">
                <a:avLst/>
              </a:prstGeom>
              <a:noFill/>
            </p:spPr>
            <p:txBody>
              <a:bodyPr>
                <a:noAutofit/>
              </a:bodyPr>
              <a:lstStyle/>
              <a:p>
                <a:pPr/>
                <a14:m>
                  <m:oMathPara xmlns:m="http://schemas.openxmlformats.org/officeDocument/2006/math">
                    <m:oMathParaPr>
                      <m:jc m:val="left"/>
                    </m:oMathParaPr>
                    <m:oMath>
                      <m:r>
                        <m:rPr>
                          <m:sty m:val="p"/>
                        </m:rPr>
                        <a:rPr lang="en-US" sz="2600">
                          <a:solidFill>
                            <a:srgbClr val="000000"/>
                          </a:solidFill>
                          <a:latin typeface="Cambria Math" panose="02040503050406030204" pitchFamily="18" charset="0"/>
                        </a:rPr>
                        <m:t>mg</m:t>
                      </m:r>
                      <m:func>
                        <m:funcPr>
                          <m:ctrlPr>
                            <a:rPr lang="en-US" sz="2600">
                              <a:solidFill>
                                <a:srgbClr val="000000"/>
                              </a:solidFill>
                              <a:latin typeface="Cambria Math" panose="02040503050406030204" pitchFamily="18" charset="0"/>
                            </a:rPr>
                          </m:ctrlPr>
                        </m:funcPr>
                        <m:fName>
                          <m:r>
                            <m:rPr>
                              <m:sty m:val="p"/>
                            </m:rPr>
                            <a:rPr lang="en-US" sz="2600">
                              <a:solidFill>
                                <a:srgbClr val="000000"/>
                              </a:solidFill>
                              <a:latin typeface="Cambria Math" panose="02040503050406030204" pitchFamily="18" charset="0"/>
                            </a:rPr>
                            <m:t>sin</m:t>
                          </m:r>
                        </m:fName>
                        <m:e>
                          <m:r>
                            <m:rPr>
                              <m:sty m:val="p"/>
                            </m:rPr>
                            <a:rPr lang="en-US" sz="2600">
                              <a:solidFill>
                                <a:srgbClr val="000000"/>
                              </a:solidFill>
                              <a:latin typeface="Cambria Math" panose="02040503050406030204" pitchFamily="18" charset="0"/>
                            </a:rPr>
                            <m:t>θ</m:t>
                          </m:r>
                        </m:e>
                      </m:func>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𝑘𝑥</m:t>
                      </m:r>
                    </m:oMath>
                  </m:oMathPara>
                </a14:m>
                <a:endParaRPr lang="en-US" sz="2600" dirty="0"/>
              </a:p>
            </p:txBody>
          </p:sp>
        </mc:Choice>
        <mc:Fallback xmlns="">
          <p:sp>
            <p:nvSpPr>
              <p:cNvPr id="25" name="Object 21">
                <a:extLst>
                  <a:ext uri="{FF2B5EF4-FFF2-40B4-BE49-F238E27FC236}">
                    <a16:creationId xmlns:a16="http://schemas.microsoft.com/office/drawing/2014/main" id="{2F302F91-0F8E-A4A1-A67F-525C4294BFA7}"/>
                  </a:ext>
                </a:extLst>
              </p:cNvPr>
              <p:cNvSpPr txBox="1">
                <a:spLocks noRot="1" noChangeAspect="1" noMove="1" noResize="1" noEditPoints="1" noAdjustHandles="1" noChangeArrowheads="1" noChangeShapeType="1" noTextEdit="1"/>
              </p:cNvSpPr>
              <p:nvPr/>
            </p:nvSpPr>
            <p:spPr bwMode="auto">
              <a:xfrm>
                <a:off x="2370930" y="4433847"/>
                <a:ext cx="3340360" cy="59213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21">
                <a:extLst>
                  <a:ext uri="{FF2B5EF4-FFF2-40B4-BE49-F238E27FC236}">
                    <a16:creationId xmlns:a16="http://schemas.microsoft.com/office/drawing/2014/main" id="{DE0561E6-9DFB-DD72-B3C4-1BFB48A77673}"/>
                  </a:ext>
                </a:extLst>
              </p:cNvPr>
              <p:cNvSpPr txBox="1"/>
              <p:nvPr/>
            </p:nvSpPr>
            <p:spPr bwMode="auto">
              <a:xfrm>
                <a:off x="3455437" y="5286045"/>
                <a:ext cx="2142932" cy="592138"/>
              </a:xfrm>
              <a:prstGeom prst="rect">
                <a:avLst/>
              </a:prstGeom>
              <a:solidFill>
                <a:schemeClr val="bg1">
                  <a:lumMod val="85000"/>
                </a:schemeClr>
              </a:solidFill>
            </p:spPr>
            <p:txBody>
              <a:bodyPr>
                <a:normAutofit/>
              </a:bodyPr>
              <a:lstStyle/>
              <a:p>
                <a:pPr/>
                <a14:m>
                  <m:oMathPara xmlns:m="http://schemas.openxmlformats.org/officeDocument/2006/math">
                    <m:oMathParaPr>
                      <m:jc m:val="left"/>
                    </m:oMathParaPr>
                    <m:oMath>
                      <m:r>
                        <a:rPr lang="en-US" sz="2400" i="1" smtClean="0">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ea typeface="Cambria Math" panose="02040503050406030204" pitchFamily="18" charset="0"/>
                        </a:rPr>
                        <m:t>≈</m:t>
                      </m:r>
                      <m:r>
                        <a:rPr lang="en-US" sz="2400" b="0" i="1" smtClean="0">
                          <a:solidFill>
                            <a:srgbClr val="000000"/>
                          </a:solidFill>
                          <a:latin typeface="Cambria Math" panose="02040503050406030204" pitchFamily="18" charset="0"/>
                          <a:ea typeface="Cambria Math" panose="02040503050406030204" pitchFamily="18" charset="0"/>
                        </a:rPr>
                        <m:t>5092 </m:t>
                      </m:r>
                      <m:r>
                        <m:rPr>
                          <m:sty m:val="p"/>
                        </m:rPr>
                        <a:rPr lang="en-US" sz="2400" b="0" i="0" smtClean="0">
                          <a:solidFill>
                            <a:srgbClr val="000000"/>
                          </a:solidFill>
                          <a:latin typeface="Cambria Math" panose="02040503050406030204" pitchFamily="18" charset="0"/>
                          <a:ea typeface="Cambria Math" panose="02040503050406030204" pitchFamily="18" charset="0"/>
                        </a:rPr>
                        <m:t>N</m:t>
                      </m:r>
                      <m:r>
                        <a:rPr lang="en-US" sz="2400" b="0" i="0" smtClean="0">
                          <a:solidFill>
                            <a:srgbClr val="000000"/>
                          </a:solidFill>
                          <a:latin typeface="Cambria Math" panose="02040503050406030204" pitchFamily="18" charset="0"/>
                          <a:ea typeface="Cambria Math" panose="02040503050406030204" pitchFamily="18" charset="0"/>
                        </a:rPr>
                        <m:t>/</m:t>
                      </m:r>
                      <m:r>
                        <m:rPr>
                          <m:sty m:val="p"/>
                        </m:rPr>
                        <a:rPr lang="en-US" sz="2400" b="0" i="0" smtClean="0">
                          <a:solidFill>
                            <a:srgbClr val="000000"/>
                          </a:solidFill>
                          <a:latin typeface="Cambria Math" panose="02040503050406030204" pitchFamily="18" charset="0"/>
                          <a:ea typeface="Cambria Math" panose="02040503050406030204" pitchFamily="18" charset="0"/>
                        </a:rPr>
                        <m:t>m</m:t>
                      </m:r>
                    </m:oMath>
                  </m:oMathPara>
                </a14:m>
                <a:endParaRPr lang="en-US" sz="2400" dirty="0"/>
              </a:p>
            </p:txBody>
          </p:sp>
        </mc:Choice>
        <mc:Fallback xmlns="">
          <p:sp>
            <p:nvSpPr>
              <p:cNvPr id="26" name="Object 21">
                <a:extLst>
                  <a:ext uri="{FF2B5EF4-FFF2-40B4-BE49-F238E27FC236}">
                    <a16:creationId xmlns:a16="http://schemas.microsoft.com/office/drawing/2014/main" id="{DE0561E6-9DFB-DD72-B3C4-1BFB48A77673}"/>
                  </a:ext>
                </a:extLst>
              </p:cNvPr>
              <p:cNvSpPr txBox="1">
                <a:spLocks noRot="1" noChangeAspect="1" noMove="1" noResize="1" noEditPoints="1" noAdjustHandles="1" noChangeArrowheads="1" noChangeShapeType="1" noTextEdit="1"/>
              </p:cNvSpPr>
              <p:nvPr/>
            </p:nvSpPr>
            <p:spPr bwMode="auto">
              <a:xfrm>
                <a:off x="3455437" y="5286045"/>
                <a:ext cx="2142932" cy="592138"/>
              </a:xfrm>
              <a:prstGeom prst="rect">
                <a:avLst/>
              </a:prstGeom>
              <a:blipFill>
                <a:blip r:embed="rId7"/>
                <a:stretch>
                  <a:fillRect l="-855"/>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B6A9107F-B523-DBF7-6E24-EBD2889B80DB}"/>
              </a:ext>
            </a:extLst>
          </p:cNvPr>
          <p:cNvSpPr/>
          <p:nvPr/>
        </p:nvSpPr>
        <p:spPr>
          <a:xfrm>
            <a:off x="2183363" y="2808853"/>
            <a:ext cx="2202025" cy="492443"/>
          </a:xfrm>
          <a:prstGeom prst="rect">
            <a:avLst/>
          </a:prstGeom>
        </p:spPr>
        <p:txBody>
          <a:bodyPr wrap="square">
            <a:spAutoFit/>
          </a:bodyPr>
          <a:lstStyle/>
          <a:p>
            <a:r>
              <a:rPr lang="en-US" sz="2600" b="1">
                <a:latin typeface="Times New Roman" panose="02020603050405020304" pitchFamily="18" charset="0"/>
                <a:cs typeface="Times New Roman" panose="02020603050405020304" pitchFamily="18" charset="0"/>
              </a:rPr>
              <a:t>Hooke’s law:</a:t>
            </a:r>
            <a:endParaRPr lang="en-US" sz="2600"/>
          </a:p>
        </p:txBody>
      </p:sp>
    </p:spTree>
    <p:extLst>
      <p:ext uri="{BB962C8B-B14F-4D97-AF65-F5344CB8AC3E}">
        <p14:creationId xmlns:p14="http://schemas.microsoft.com/office/powerpoint/2010/main" val="142245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5" grpId="0"/>
      <p:bldP spid="26" grpId="0" animBg="1"/>
      <p:bldP spid="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AE9B-B9E5-D77A-1663-A2ACEA6B957A}"/>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F420D0D-D4F6-D3AA-AAA1-16572B48C722}"/>
              </a:ext>
            </a:extLst>
          </p:cNvPr>
          <p:cNvGrpSpPr/>
          <p:nvPr/>
        </p:nvGrpSpPr>
        <p:grpSpPr>
          <a:xfrm>
            <a:off x="8296407" y="3344981"/>
            <a:ext cx="2696090" cy="1866541"/>
            <a:chOff x="8296407" y="3344981"/>
            <a:chExt cx="2696090" cy="1866541"/>
          </a:xfrm>
        </p:grpSpPr>
        <p:grpSp>
          <p:nvGrpSpPr>
            <p:cNvPr id="5" name="Group 4">
              <a:extLst>
                <a:ext uri="{FF2B5EF4-FFF2-40B4-BE49-F238E27FC236}">
                  <a16:creationId xmlns:a16="http://schemas.microsoft.com/office/drawing/2014/main" id="{6FA3D8D1-4A4A-4E1E-5DCB-CE9670941771}"/>
                </a:ext>
              </a:extLst>
            </p:cNvPr>
            <p:cNvGrpSpPr/>
            <p:nvPr/>
          </p:nvGrpSpPr>
          <p:grpSpPr>
            <a:xfrm>
              <a:off x="9495692" y="4830693"/>
              <a:ext cx="1496805" cy="380829"/>
              <a:chOff x="9495692" y="4830693"/>
              <a:chExt cx="1496805" cy="380829"/>
            </a:xfrm>
          </p:grpSpPr>
          <p:cxnSp>
            <p:nvCxnSpPr>
              <p:cNvPr id="13" name="Straight Arrow Connector 12">
                <a:extLst>
                  <a:ext uri="{FF2B5EF4-FFF2-40B4-BE49-F238E27FC236}">
                    <a16:creationId xmlns:a16="http://schemas.microsoft.com/office/drawing/2014/main" id="{1FBF2D23-96E0-2FBE-98EB-4C3683880A84}"/>
                  </a:ext>
                </a:extLst>
              </p:cNvPr>
              <p:cNvCxnSpPr>
                <a:cxnSpLocks/>
              </p:cNvCxnSpPr>
              <p:nvPr/>
            </p:nvCxnSpPr>
            <p:spPr>
              <a:xfrm>
                <a:off x="9495692" y="4830693"/>
                <a:ext cx="574659" cy="3693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140EA15-8F0E-55AC-62DE-BE4A1043548B}"/>
                      </a:ext>
                    </a:extLst>
                  </p:cNvPr>
                  <p:cNvSpPr txBox="1"/>
                  <p:nvPr/>
                </p:nvSpPr>
                <p:spPr>
                  <a:xfrm>
                    <a:off x="10019781" y="4842190"/>
                    <a:ext cx="972716" cy="369332"/>
                  </a:xfrm>
                  <a:prstGeom prst="rect">
                    <a:avLst/>
                  </a:prstGeom>
                  <a:noFill/>
                </p:spPr>
                <p:txBody>
                  <a:bodyPr wrap="square">
                    <a:spAutoFit/>
                  </a:bodyPr>
                  <a:lstStyle/>
                  <a:p>
                    <a:pPr/>
                    <a14:m>
                      <m:oMathPara xmlns:m="http://schemas.openxmlformats.org/officeDocument/2006/math">
                        <m:oMathParaPr>
                          <m:jc m:val="left"/>
                        </m:oMathParaPr>
                        <m:oMath>
                          <m:r>
                            <m:rPr>
                              <m:sty m:val="p"/>
                            </m:rPr>
                            <a:rPr lang="en-US">
                              <a:solidFill>
                                <a:srgbClr val="000000"/>
                              </a:solidFill>
                              <a:latin typeface="Cambria Math" panose="02040503050406030204" pitchFamily="18" charset="0"/>
                            </a:rPr>
                            <m:t>M</m:t>
                          </m:r>
                          <m:r>
                            <m:rPr>
                              <m:sty m:val="p"/>
                            </m:rPr>
                            <a:rPr lang="en-US" sz="1800" smtClean="0">
                              <a:solidFill>
                                <a:srgbClr val="000000"/>
                              </a:solidFill>
                              <a:latin typeface="Cambria Math" panose="02040503050406030204" pitchFamily="18" charset="0"/>
                            </a:rPr>
                            <m:t>g</m:t>
                          </m:r>
                          <m:func>
                            <m:funcPr>
                              <m:ctrlPr>
                                <a:rPr lang="en-US" sz="1800">
                                  <a:solidFill>
                                    <a:srgbClr val="000000"/>
                                  </a:solidFill>
                                  <a:latin typeface="Cambria Math" panose="02040503050406030204" pitchFamily="18" charset="0"/>
                                </a:rPr>
                              </m:ctrlPr>
                            </m:funcPr>
                            <m:fName>
                              <m:r>
                                <m:rPr>
                                  <m:sty m:val="p"/>
                                </m:rPr>
                                <a:rPr lang="en-US" sz="1800">
                                  <a:solidFill>
                                    <a:srgbClr val="000000"/>
                                  </a:solidFill>
                                  <a:latin typeface="Cambria Math" panose="02040503050406030204" pitchFamily="18" charset="0"/>
                                </a:rPr>
                                <m:t>sin</m:t>
                              </m:r>
                            </m:fName>
                            <m:e>
                              <m:r>
                                <m:rPr>
                                  <m:sty m:val="p"/>
                                </m:rPr>
                                <a:rPr lang="en-US" sz="1800">
                                  <a:solidFill>
                                    <a:srgbClr val="000000"/>
                                  </a:solidFill>
                                  <a:latin typeface="Cambria Math" panose="02040503050406030204" pitchFamily="18" charset="0"/>
                                </a:rPr>
                                <m:t>θ</m:t>
                              </m:r>
                            </m:e>
                          </m:func>
                        </m:oMath>
                      </m:oMathPara>
                    </a14:m>
                    <a:endParaRPr lang="en-US" dirty="0"/>
                  </a:p>
                </p:txBody>
              </p:sp>
            </mc:Choice>
            <mc:Fallback xmlns="">
              <p:sp>
                <p:nvSpPr>
                  <p:cNvPr id="20" name="TextBox 19">
                    <a:extLst>
                      <a:ext uri="{FF2B5EF4-FFF2-40B4-BE49-F238E27FC236}">
                        <a16:creationId xmlns:a16="http://schemas.microsoft.com/office/drawing/2014/main" id="{1140EA15-8F0E-55AC-62DE-BE4A1043548B}"/>
                      </a:ext>
                    </a:extLst>
                  </p:cNvPr>
                  <p:cNvSpPr txBox="1">
                    <a:spLocks noRot="1" noChangeAspect="1" noMove="1" noResize="1" noEditPoints="1" noAdjustHandles="1" noChangeArrowheads="1" noChangeShapeType="1" noTextEdit="1"/>
                  </p:cNvSpPr>
                  <p:nvPr/>
                </p:nvSpPr>
                <p:spPr>
                  <a:xfrm>
                    <a:off x="10019781" y="4842190"/>
                    <a:ext cx="972716" cy="369332"/>
                  </a:xfrm>
                  <a:prstGeom prst="rect">
                    <a:avLst/>
                  </a:prstGeom>
                  <a:blipFill>
                    <a:blip r:embed="rId2"/>
                    <a:stretch>
                      <a:fillRect b="-6557"/>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7F1B0FCE-A514-521E-5049-95D324F70D32}"/>
                </a:ext>
              </a:extLst>
            </p:cNvPr>
            <p:cNvGrpSpPr/>
            <p:nvPr/>
          </p:nvGrpSpPr>
          <p:grpSpPr>
            <a:xfrm>
              <a:off x="8296407" y="3344981"/>
              <a:ext cx="660509" cy="872642"/>
              <a:chOff x="8296407" y="3344981"/>
              <a:chExt cx="660509" cy="872642"/>
            </a:xfrm>
          </p:grpSpPr>
          <p:cxnSp>
            <p:nvCxnSpPr>
              <p:cNvPr id="16" name="Straight Arrow Connector 15">
                <a:extLst>
                  <a:ext uri="{FF2B5EF4-FFF2-40B4-BE49-F238E27FC236}">
                    <a16:creationId xmlns:a16="http://schemas.microsoft.com/office/drawing/2014/main" id="{02DFC45B-E39A-8A3E-872B-B33DEE5A7789}"/>
                  </a:ext>
                </a:extLst>
              </p:cNvPr>
              <p:cNvCxnSpPr>
                <a:cxnSpLocks/>
              </p:cNvCxnSpPr>
              <p:nvPr/>
            </p:nvCxnSpPr>
            <p:spPr>
              <a:xfrm flipH="1" flipV="1">
                <a:off x="8378092" y="3884246"/>
                <a:ext cx="578824" cy="33337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1FC395A-7FEC-5B1F-FAE8-1845FCAE4A5B}"/>
                      </a:ext>
                    </a:extLst>
                  </p:cNvPr>
                  <p:cNvSpPr txBox="1"/>
                  <p:nvPr/>
                </p:nvSpPr>
                <p:spPr>
                  <a:xfrm>
                    <a:off x="8296407" y="3344981"/>
                    <a:ext cx="319920" cy="400110"/>
                  </a:xfrm>
                  <a:prstGeom prst="rect">
                    <a:avLst/>
                  </a:prstGeom>
                  <a:noFill/>
                </p:spPr>
                <p:txBody>
                  <a:bodyPr wrap="square">
                    <a:spAutoFit/>
                  </a:bodyPr>
                  <a:lstStyle/>
                  <a:p>
                    <a:pPr/>
                    <a14:m>
                      <m:oMathPara xmlns:m="http://schemas.openxmlformats.org/officeDocument/2006/math">
                        <m:oMathParaPr>
                          <m:jc m:val="left"/>
                        </m:oMathParaPr>
                        <m:oMath>
                          <m:sSub>
                            <m:sSubPr>
                              <m:ctrlPr>
                                <a:rPr lang="en-US" sz="2000" b="0" i="0" smtClean="0">
                                  <a:solidFill>
                                    <a:srgbClr val="000000"/>
                                  </a:solidFill>
                                  <a:latin typeface="Cambria Math" panose="02040503050406030204" pitchFamily="18" charset="0"/>
                                </a:rPr>
                              </m:ctrlPr>
                            </m:sSubPr>
                            <m:e>
                              <m:r>
                                <m:rPr>
                                  <m:sty m:val="p"/>
                                </m:rPr>
                                <a:rPr lang="en-US" sz="2000" b="0" i="0" smtClean="0">
                                  <a:solidFill>
                                    <a:srgbClr val="000000"/>
                                  </a:solidFill>
                                  <a:latin typeface="Cambria Math" panose="02040503050406030204" pitchFamily="18" charset="0"/>
                                </a:rPr>
                                <m:t>F</m:t>
                              </m:r>
                            </m:e>
                            <m:sub>
                              <m:r>
                                <m:rPr>
                                  <m:sty m:val="p"/>
                                </m:rPr>
                                <a:rPr lang="en-US" sz="2000" b="0" i="0" smtClean="0">
                                  <a:solidFill>
                                    <a:srgbClr val="000000"/>
                                  </a:solidFill>
                                  <a:latin typeface="Cambria Math" panose="02040503050406030204" pitchFamily="18" charset="0"/>
                                </a:rPr>
                                <m:t>s</m:t>
                              </m:r>
                            </m:sub>
                          </m:sSub>
                        </m:oMath>
                      </m:oMathPara>
                    </a14:m>
                    <a:endParaRPr lang="en-US" sz="2000" dirty="0"/>
                  </a:p>
                </p:txBody>
              </p:sp>
            </mc:Choice>
            <mc:Fallback xmlns="">
              <p:sp>
                <p:nvSpPr>
                  <p:cNvPr id="21" name="TextBox 20">
                    <a:extLst>
                      <a:ext uri="{FF2B5EF4-FFF2-40B4-BE49-F238E27FC236}">
                        <a16:creationId xmlns:a16="http://schemas.microsoft.com/office/drawing/2014/main" id="{A1FC395A-7FEC-5B1F-FAE8-1845FCAE4A5B}"/>
                      </a:ext>
                    </a:extLst>
                  </p:cNvPr>
                  <p:cNvSpPr txBox="1">
                    <a:spLocks noRot="1" noChangeAspect="1" noMove="1" noResize="1" noEditPoints="1" noAdjustHandles="1" noChangeArrowheads="1" noChangeShapeType="1" noTextEdit="1"/>
                  </p:cNvSpPr>
                  <p:nvPr/>
                </p:nvSpPr>
                <p:spPr>
                  <a:xfrm>
                    <a:off x="8296407" y="3344981"/>
                    <a:ext cx="319920" cy="400110"/>
                  </a:xfrm>
                  <a:prstGeom prst="rect">
                    <a:avLst/>
                  </a:prstGeom>
                  <a:blipFill>
                    <a:blip r:embed="rId3"/>
                    <a:stretch>
                      <a:fillRect r="-17308"/>
                    </a:stretch>
                  </a:blipFill>
                </p:spPr>
                <p:txBody>
                  <a:bodyPr/>
                  <a:lstStyle/>
                  <a:p>
                    <a:r>
                      <a:rPr lang="en-US">
                        <a:noFill/>
                      </a:rPr>
                      <a:t> </a:t>
                    </a:r>
                  </a:p>
                </p:txBody>
              </p:sp>
            </mc:Fallback>
          </mc:AlternateContent>
        </p:grpSp>
      </p:grpSp>
      <p:sp>
        <p:nvSpPr>
          <p:cNvPr id="2" name="Rectangle 1">
            <a:extLst>
              <a:ext uri="{FF2B5EF4-FFF2-40B4-BE49-F238E27FC236}">
                <a16:creationId xmlns:a16="http://schemas.microsoft.com/office/drawing/2014/main" id="{872B3BB2-A479-0A31-E1E1-B52544198816}"/>
              </a:ext>
            </a:extLst>
          </p:cNvPr>
          <p:cNvSpPr/>
          <p:nvPr/>
        </p:nvSpPr>
        <p:spPr>
          <a:xfrm>
            <a:off x="750277" y="938750"/>
            <a:ext cx="10503877" cy="3554819"/>
          </a:xfrm>
          <a:prstGeom prst="rect">
            <a:avLst/>
          </a:prstGeom>
        </p:spPr>
        <p:txBody>
          <a:bodyPr wrap="square">
            <a:spAutoFit/>
          </a:bodyPr>
          <a:lstStyle/>
          <a:p>
            <a:pPr>
              <a:spcAft>
                <a:spcPts val="600"/>
              </a:spcAft>
            </a:pPr>
            <a:r>
              <a:rPr lang="en-US" sz="2600" dirty="0">
                <a:latin typeface="Times New Roman" panose="02020603050405020304" pitchFamily="18" charset="0"/>
                <a:ea typeface="DengXian" panose="02010600030101010101" pitchFamily="2" charset="-122"/>
              </a:rPr>
              <a:t>A block of mass </a:t>
            </a:r>
            <a:r>
              <a:rPr lang="en-US" sz="2600" i="1" dirty="0">
                <a:latin typeface="Times New Roman" panose="02020603050405020304" pitchFamily="18" charset="0"/>
                <a:ea typeface="DengXian" panose="02010600030101010101" pitchFamily="2" charset="-122"/>
              </a:rPr>
              <a:t>m </a:t>
            </a:r>
            <a:r>
              <a:rPr lang="en-US" sz="2600" dirty="0">
                <a:latin typeface="Times New Roman" panose="02020603050405020304" pitchFamily="18" charset="0"/>
                <a:ea typeface="DengXian" panose="02010600030101010101" pitchFamily="2" charset="-122"/>
              </a:rPr>
              <a:t>= 10.0 kg is at rest on a frictionless inclined plane with angle </a:t>
            </a:r>
            <a:r>
              <a:rPr lang="en-US" sz="2600" i="1" dirty="0">
                <a:latin typeface="Times New Roman" panose="02020603050405020304" pitchFamily="18" charset="0"/>
                <a:ea typeface="DengXian" panose="02010600030101010101" pitchFamily="2" charset="-122"/>
              </a:rPr>
              <a:t>θ </a:t>
            </a:r>
            <a:r>
              <a:rPr lang="en-US" sz="2600" dirty="0">
                <a:latin typeface="Times New Roman" panose="02020603050405020304" pitchFamily="18" charset="0"/>
                <a:ea typeface="DengXian" panose="02010600030101010101" pitchFamily="2" charset="-122"/>
              </a:rPr>
              <a:t>= 30°. It is attached to an extended spring with spring constant </a:t>
            </a:r>
            <a:r>
              <a:rPr lang="en-US" sz="2600" i="1" dirty="0">
                <a:latin typeface="Times New Roman" panose="02020603050405020304" pitchFamily="18" charset="0"/>
                <a:ea typeface="DengXian" panose="02010600030101010101" pitchFamily="2" charset="-122"/>
              </a:rPr>
              <a:t>k </a:t>
            </a:r>
            <a:r>
              <a:rPr lang="en-US" sz="2600" dirty="0">
                <a:latin typeface="Times New Roman" panose="02020603050405020304" pitchFamily="18" charset="0"/>
                <a:ea typeface="DengXian" panose="02010600030101010101" pitchFamily="2" charset="-122"/>
              </a:rPr>
              <a:t>= 330 N/m on the higher end of the inclined plane and with a taut rope with tension </a:t>
            </a:r>
            <a:r>
              <a:rPr lang="en-US" sz="2600" i="1" dirty="0">
                <a:latin typeface="Times New Roman" panose="02020603050405020304" pitchFamily="18" charset="0"/>
                <a:ea typeface="DengXian" panose="02010600030101010101" pitchFamily="2" charset="-122"/>
              </a:rPr>
              <a:t>T </a:t>
            </a:r>
            <a:r>
              <a:rPr lang="en-US" sz="2600" dirty="0">
                <a:latin typeface="Times New Roman" panose="02020603050405020304" pitchFamily="18" charset="0"/>
                <a:ea typeface="DengXian" panose="02010600030101010101" pitchFamily="2" charset="-122"/>
              </a:rPr>
              <a:t>= 50.0 N at the other end, as shown in the figure. How </a:t>
            </a:r>
            <a:r>
              <a:rPr lang="en-US" sz="2600" b="1" dirty="0">
                <a:solidFill>
                  <a:srgbClr val="0000FF"/>
                </a:solidFill>
                <a:latin typeface="Times New Roman" panose="02020603050405020304" pitchFamily="18" charset="0"/>
                <a:cs typeface="Times New Roman" panose="02020603050405020304" pitchFamily="18" charset="0"/>
              </a:rPr>
              <a:t>long is the spring extended </a:t>
            </a:r>
            <a:r>
              <a:rPr lang="en-US" sz="2600" dirty="0">
                <a:latin typeface="Times New Roman" panose="02020603050405020304" pitchFamily="18" charset="0"/>
                <a:ea typeface="DengXian" panose="02010600030101010101" pitchFamily="2" charset="-122"/>
              </a:rPr>
              <a:t>long is the spring extended relative to its relaxed length?</a:t>
            </a:r>
            <a:endParaRPr lang="en-US" sz="2600" b="1" dirty="0">
              <a:latin typeface="Times New Roman" panose="02020603050405020304" pitchFamily="18" charset="0"/>
              <a:cs typeface="Times New Roman" panose="02020603050405020304" pitchFamily="18" charset="0"/>
            </a:endParaRPr>
          </a:p>
          <a:p>
            <a:pPr>
              <a:spcAft>
                <a:spcPts val="600"/>
              </a:spcAft>
            </a:pPr>
            <a:endParaRPr lang="en-US" sz="2600" b="1" dirty="0">
              <a:latin typeface="Times New Roman" panose="02020603050405020304" pitchFamily="18" charset="0"/>
              <a:cs typeface="Times New Roman" panose="02020603050405020304" pitchFamily="18" charset="0"/>
            </a:endParaRPr>
          </a:p>
          <a:p>
            <a:pPr>
              <a:spcAft>
                <a:spcPts val="600"/>
              </a:spcAft>
            </a:pPr>
            <a:r>
              <a:rPr lang="en-US" sz="2600" b="1" dirty="0">
                <a:solidFill>
                  <a:srgbClr val="0070C0"/>
                </a:solidFill>
                <a:latin typeface="Times New Roman" panose="02020603050405020304" pitchFamily="18" charset="0"/>
                <a:cs typeface="Times New Roman" panose="02020603050405020304" pitchFamily="18" charset="0"/>
              </a:rPr>
              <a:t>Answer: </a:t>
            </a:r>
            <a:r>
              <a:rPr lang="pt-BR" sz="2600" b="1" dirty="0">
                <a:solidFill>
                  <a:srgbClr val="0070C0"/>
                </a:solidFill>
                <a:latin typeface="Times New Roman" panose="02020603050405020304" pitchFamily="18" charset="0"/>
                <a:cs typeface="Times New Roman" panose="02020603050405020304" pitchFamily="18" charset="0"/>
              </a:rPr>
              <a:t>0.30 m</a:t>
            </a:r>
            <a:endParaRPr lang="en-US" sz="2600" b="1" dirty="0">
              <a:solidFill>
                <a:srgbClr val="0070C0"/>
              </a:solidFill>
              <a:latin typeface="Times New Roman" panose="02020603050405020304" pitchFamily="18" charset="0"/>
              <a:cs typeface="Times New Roman" panose="02020603050405020304" pitchFamily="18" charset="0"/>
            </a:endParaRPr>
          </a:p>
          <a:p>
            <a:pPr>
              <a:spcAft>
                <a:spcPts val="1200"/>
              </a:spcAft>
            </a:pPr>
            <a:endParaRPr lang="en-US" sz="2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40B7E33-89F1-94D4-EE15-77C92BA3272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74372" y="3657601"/>
            <a:ext cx="3668421" cy="2539256"/>
          </a:xfrm>
          <a:prstGeom prst="rect">
            <a:avLst/>
          </a:prstGeom>
          <a:noFill/>
        </p:spPr>
      </p:pic>
      <p:sp>
        <p:nvSpPr>
          <p:cNvPr id="6" name="Title 3">
            <a:extLst>
              <a:ext uri="{FF2B5EF4-FFF2-40B4-BE49-F238E27FC236}">
                <a16:creationId xmlns:a16="http://schemas.microsoft.com/office/drawing/2014/main" id="{1688BEB6-3FA7-4D1A-0CF3-4314F47A70D6}"/>
              </a:ext>
            </a:extLst>
          </p:cNvPr>
          <p:cNvSpPr txBox="1">
            <a:spLocks/>
          </p:cNvSpPr>
          <p:nvPr/>
        </p:nvSpPr>
        <p:spPr>
          <a:xfrm>
            <a:off x="0" y="-10284"/>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(Spring Force) </a:t>
            </a:r>
          </a:p>
        </p:txBody>
      </p:sp>
    </p:spTree>
    <p:extLst>
      <p:ext uri="{BB962C8B-B14F-4D97-AF65-F5344CB8AC3E}">
        <p14:creationId xmlns:p14="http://schemas.microsoft.com/office/powerpoint/2010/main" val="403391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22F5-958D-12B5-5E3C-E5DFFD1A228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4" name="TextBox 39">
                <a:extLst>
                  <a:ext uri="{FF2B5EF4-FFF2-40B4-BE49-F238E27FC236}">
                    <a16:creationId xmlns:a16="http://schemas.microsoft.com/office/drawing/2014/main" id="{20D406B9-1F13-7EDD-7433-CF038A0F25CA}"/>
                  </a:ext>
                </a:extLst>
              </p:cNvPr>
              <p:cNvSpPr txBox="1"/>
              <p:nvPr/>
            </p:nvSpPr>
            <p:spPr>
              <a:xfrm>
                <a:off x="7471826" y="3893227"/>
                <a:ext cx="3968074" cy="1218988"/>
              </a:xfrm>
              <a:prstGeom prst="rect">
                <a:avLst/>
              </a:prstGeom>
              <a:noFill/>
            </p:spPr>
            <p:txBody>
              <a:bodyPr wrap="none" lIns="0" tIns="0" rIns="0" bIns="0" rtlCol="0">
                <a:spAutoFit/>
              </a:bodyPr>
              <a:lstStyle/>
              <a:p>
                <a:pPr marL="0" marR="0">
                  <a:lnSpc>
                    <a:spcPct val="107000"/>
                  </a:lnSpc>
                  <a:spcAft>
                    <a:spcPts val="800"/>
                  </a:spcAft>
                  <a:buNone/>
                </a:pPr>
                <a14:m>
                  <m:oMathPara xmlns:m="http://schemas.openxmlformats.org/officeDocument/2006/math">
                    <m:oMath>
                      <m:nary>
                        <m:naryPr>
                          <m:chr m:val="∑"/>
                          <m:subHide m:val="on"/>
                          <m:supHide m:val="on"/>
                          <m:ctrlPr>
                            <a:rPr lang="en-US" sz="2800" i="1" kern="1200" smtClean="0">
                              <a:solidFill>
                                <a:srgbClr val="000000"/>
                              </a:solidFill>
                              <a:effectLst/>
                              <a:latin typeface="Cambria Math" panose="02040503050406030204" pitchFamily="18" charset="0"/>
                              <a:cs typeface="Times New Roman" panose="02020603050405020304" pitchFamily="18" charset="0"/>
                            </a:rPr>
                          </m:ctrlPr>
                        </m:naryPr>
                        <m:sub/>
                        <m:sup/>
                        <m:e>
                          <m:sSub>
                            <m:sSubPr>
                              <m:ctrlPr>
                                <a:rPr lang="en-US" sz="2800" i="1" kern="1200">
                                  <a:solidFill>
                                    <a:srgbClr val="000000"/>
                                  </a:solidFill>
                                  <a:effectLst/>
                                  <a:latin typeface="Cambria Math" panose="02040503050406030204" pitchFamily="18" charset="0"/>
                                  <a:cs typeface="Times New Roman" panose="02020603050405020304" pitchFamily="18" charset="0"/>
                                </a:rPr>
                              </m:ctrlPr>
                            </m:sSubPr>
                            <m:e>
                              <m:r>
                                <a:rPr lang="en-US" sz="2800" i="1" kern="1200">
                                  <a:solidFill>
                                    <a:srgbClr val="000000"/>
                                  </a:solidFill>
                                  <a:effectLst/>
                                  <a:latin typeface="Cambria Math" panose="02040503050406030204" pitchFamily="18" charset="0"/>
                                  <a:cs typeface="Times New Roman" panose="02020603050405020304" pitchFamily="18" charset="0"/>
                                </a:rPr>
                                <m:t>𝐹</m:t>
                              </m:r>
                            </m:e>
                            <m:sub>
                              <m:r>
                                <a:rPr lang="en-US" sz="2800" i="1" kern="1200">
                                  <a:solidFill>
                                    <a:srgbClr val="000000"/>
                                  </a:solidFill>
                                  <a:effectLst/>
                                  <a:latin typeface="Cambria Math" panose="02040503050406030204" pitchFamily="18" charset="0"/>
                                  <a:cs typeface="Times New Roman" panose="02020603050405020304" pitchFamily="18" charset="0"/>
                                </a:rPr>
                                <m:t>𝑦</m:t>
                              </m:r>
                            </m:sub>
                          </m:sSub>
                        </m:e>
                      </m:nary>
                      <m:r>
                        <a:rPr lang="en-US" sz="2800" i="1" kern="1200">
                          <a:solidFill>
                            <a:srgbClr val="000000"/>
                          </a:solidFill>
                          <a:effectLst/>
                          <a:latin typeface="Cambria Math" panose="02040503050406030204" pitchFamily="18" charset="0"/>
                          <a:cs typeface="Times New Roman" panose="02020603050405020304" pitchFamily="18" charset="0"/>
                        </a:rPr>
                        <m:t>=</m:t>
                      </m:r>
                      <m:r>
                        <a:rPr lang="en-US" sz="2800" i="1" kern="1200">
                          <a:solidFill>
                            <a:srgbClr val="000000"/>
                          </a:solidFill>
                          <a:effectLst/>
                          <a:latin typeface="Cambria Math" panose="02040503050406030204" pitchFamily="18" charset="0"/>
                          <a:cs typeface="Times New Roman" panose="02020603050405020304" pitchFamily="18" charset="0"/>
                        </a:rPr>
                        <m:t>𝑁</m:t>
                      </m:r>
                      <m:sSub>
                        <m:sSubPr>
                          <m:ctrlPr>
                            <a:rPr lang="en-US" sz="2800" i="1" kern="1200"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i="1" kern="1200"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sz="2800" b="0" i="1" kern="1200"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 </m:t>
                          </m:r>
                          <m:r>
                            <a:rPr lang="en-US" sz="2800" i="1" kern="1200">
                              <a:solidFill>
                                <a:srgbClr val="000000"/>
                              </a:solidFill>
                              <a:effectLst/>
                              <a:latin typeface="Cambria Math" panose="02040503050406030204" pitchFamily="18" charset="0"/>
                              <a:cs typeface="Times New Roman" panose="02020603050405020304" pitchFamily="18" charset="0"/>
                            </a:rPr>
                            <m:t>𝐹</m:t>
                          </m:r>
                        </m:e>
                        <m:sub>
                          <m:r>
                            <a:rPr lang="en-US" sz="2800" b="0" i="1" kern="1200" smtClean="0">
                              <a:solidFill>
                                <a:srgbClr val="000000"/>
                              </a:solidFill>
                              <a:effectLst/>
                              <a:latin typeface="Cambria Math" panose="02040503050406030204" pitchFamily="18" charset="0"/>
                              <a:cs typeface="Times New Roman" panose="02020603050405020304" pitchFamily="18" charset="0"/>
                            </a:rPr>
                            <m:t>𝑔</m:t>
                          </m:r>
                        </m:sub>
                      </m:sSub>
                      <m:func>
                        <m:funcPr>
                          <m:ctrlPr>
                            <a:rPr lang="en-US" sz="2800" b="0" i="0" kern="1200" smtClean="0">
                              <a:solidFill>
                                <a:srgbClr val="000000"/>
                              </a:solidFill>
                              <a:effectLst/>
                              <a:latin typeface="Cambria Math" panose="02040503050406030204" pitchFamily="18" charset="0"/>
                              <a:cs typeface="Times New Roman" panose="02020603050405020304" pitchFamily="18" charset="0"/>
                            </a:rPr>
                          </m:ctrlPr>
                        </m:funcPr>
                        <m:fName>
                          <m:r>
                            <m:rPr>
                              <m:sty m:val="p"/>
                            </m:rPr>
                            <a:rPr lang="en-US" sz="2800" b="0" i="0" kern="1200" smtClean="0">
                              <a:solidFill>
                                <a:srgbClr val="000000"/>
                              </a:solidFill>
                              <a:effectLst/>
                              <a:latin typeface="Cambria Math" panose="02040503050406030204" pitchFamily="18" charset="0"/>
                              <a:cs typeface="Times New Roman" panose="02020603050405020304" pitchFamily="18" charset="0"/>
                            </a:rPr>
                            <m:t>cos</m:t>
                          </m:r>
                        </m:fName>
                        <m:e>
                          <m:r>
                            <a:rPr lang="en-US" sz="2800"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𝜃</m:t>
                          </m:r>
                        </m:e>
                      </m:func>
                      <m:r>
                        <a:rPr lang="en-US" sz="2800" i="1" kern="1200">
                          <a:solidFill>
                            <a:srgbClr val="000000"/>
                          </a:solidFill>
                          <a:effectLst/>
                          <a:latin typeface="Cambria Math" panose="02040503050406030204" pitchFamily="18" charset="0"/>
                          <a:cs typeface="Times New Roman" panose="02020603050405020304" pitchFamily="18" charset="0"/>
                        </a:rPr>
                        <m:t>=0</m:t>
                      </m:r>
                    </m:oMath>
                  </m:oMathPara>
                </a14:m>
                <a:endParaRPr lang="en-US" sz="28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p:sp>
            <p:nvSpPr>
              <p:cNvPr id="24" name="TextBox 39">
                <a:extLst>
                  <a:ext uri="{FF2B5EF4-FFF2-40B4-BE49-F238E27FC236}">
                    <a16:creationId xmlns:a16="http://schemas.microsoft.com/office/drawing/2014/main" id="{20D406B9-1F13-7EDD-7433-CF038A0F25CA}"/>
                  </a:ext>
                </a:extLst>
              </p:cNvPr>
              <p:cNvSpPr txBox="1">
                <a:spLocks noRot="1" noChangeAspect="1" noMove="1" noResize="1" noEditPoints="1" noAdjustHandles="1" noChangeArrowheads="1" noChangeShapeType="1" noTextEdit="1"/>
              </p:cNvSpPr>
              <p:nvPr/>
            </p:nvSpPr>
            <p:spPr>
              <a:xfrm>
                <a:off x="7471826" y="3893227"/>
                <a:ext cx="3968074" cy="12189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39">
                <a:extLst>
                  <a:ext uri="{FF2B5EF4-FFF2-40B4-BE49-F238E27FC236}">
                    <a16:creationId xmlns:a16="http://schemas.microsoft.com/office/drawing/2014/main" id="{2B768F0F-83C1-D19F-91B9-F1698811BF92}"/>
                  </a:ext>
                </a:extLst>
              </p:cNvPr>
              <p:cNvSpPr txBox="1"/>
              <p:nvPr/>
            </p:nvSpPr>
            <p:spPr>
              <a:xfrm>
                <a:off x="8057322" y="5092132"/>
                <a:ext cx="3812647" cy="601127"/>
              </a:xfrm>
              <a:prstGeom prst="rect">
                <a:avLst/>
              </a:prstGeom>
              <a:noFill/>
            </p:spPr>
            <p:txBody>
              <a:bodyPr wrap="none" lIns="0" tIns="0" rIns="0" bIns="0" rtlCol="0">
                <a:spAutoFit/>
              </a:bodyPr>
              <a:lstStyle/>
              <a:p>
                <a:pPr>
                  <a:lnSpc>
                    <a:spcPct val="107000"/>
                  </a:lnSpc>
                  <a:spcAft>
                    <a:spcPts val="800"/>
                  </a:spcAft>
                </a:pPr>
                <a14:m>
                  <m:oMathPara xmlns:m="http://schemas.openxmlformats.org/officeDocument/2006/math">
                    <m:oMath>
                      <m:r>
                        <a:rPr lang="en-US" sz="2800" i="1" kern="1200" smtClean="0">
                          <a:solidFill>
                            <a:srgbClr val="000000"/>
                          </a:solidFill>
                          <a:effectLst/>
                          <a:latin typeface="Cambria Math" panose="02040503050406030204" pitchFamily="18" charset="0"/>
                          <a:cs typeface="Times New Roman" panose="02020603050405020304" pitchFamily="18" charset="0"/>
                        </a:rPr>
                        <m:t>𝑁</m:t>
                      </m:r>
                      <m:r>
                        <a:rPr lang="en-US" sz="2800" b="0" i="1" kern="1200" smtClean="0">
                          <a:solidFill>
                            <a:srgbClr val="000000"/>
                          </a:solidFill>
                          <a:effectLst/>
                          <a:latin typeface="Cambria Math" panose="02040503050406030204" pitchFamily="18" charset="0"/>
                          <a:cs typeface="Times New Roman" panose="02020603050405020304" pitchFamily="18" charset="0"/>
                        </a:rPr>
                        <m:t>=</m:t>
                      </m:r>
                      <m:sSub>
                        <m:sSubPr>
                          <m:ctrlPr>
                            <a:rPr lang="en-US" sz="2800" i="1">
                              <a:solidFill>
                                <a:srgbClr val="000000"/>
                              </a:solidFill>
                              <a:latin typeface="Cambria Math" panose="02040503050406030204" pitchFamily="18" charset="0"/>
                              <a:cs typeface="Times New Roman" panose="02020603050405020304" pitchFamily="18" charset="0"/>
                            </a:rPr>
                          </m:ctrlPr>
                        </m:sSubPr>
                        <m:e>
                          <m:r>
                            <a:rPr lang="en-US" sz="2800" i="1">
                              <a:solidFill>
                                <a:srgbClr val="000000"/>
                              </a:solidFill>
                              <a:latin typeface="Cambria Math" panose="02040503050406030204" pitchFamily="18" charset="0"/>
                              <a:cs typeface="Times New Roman" panose="02020603050405020304" pitchFamily="18" charset="0"/>
                            </a:rPr>
                            <m:t>𝐹</m:t>
                          </m:r>
                        </m:e>
                        <m:sub>
                          <m:r>
                            <a:rPr lang="en-US" sz="2800" i="1">
                              <a:solidFill>
                                <a:srgbClr val="000000"/>
                              </a:solidFill>
                              <a:latin typeface="Cambria Math" panose="02040503050406030204" pitchFamily="18" charset="0"/>
                              <a:cs typeface="Times New Roman" panose="02020603050405020304" pitchFamily="18" charset="0"/>
                            </a:rPr>
                            <m:t>𝑔</m:t>
                          </m:r>
                        </m:sub>
                      </m:sSub>
                      <m:func>
                        <m:funcPr>
                          <m:ctrlPr>
                            <a:rPr lang="en-US" sz="2800">
                              <a:solidFill>
                                <a:srgbClr val="000000"/>
                              </a:solidFill>
                              <a:latin typeface="Cambria Math" panose="02040503050406030204" pitchFamily="18" charset="0"/>
                              <a:cs typeface="Times New Roman" panose="02020603050405020304" pitchFamily="18" charset="0"/>
                            </a:rPr>
                          </m:ctrlPr>
                        </m:funcPr>
                        <m:fName>
                          <m:r>
                            <m:rPr>
                              <m:sty m:val="p"/>
                            </m:rPr>
                            <a:rPr lang="en-US" sz="2800">
                              <a:solidFill>
                                <a:srgbClr val="000000"/>
                              </a:solidFill>
                              <a:latin typeface="Cambria Math" panose="02040503050406030204" pitchFamily="18" charset="0"/>
                              <a:cs typeface="Times New Roman" panose="02020603050405020304" pitchFamily="18" charset="0"/>
                            </a:rPr>
                            <m:t>cos</m:t>
                          </m:r>
                        </m:fName>
                        <m:e>
                          <m:r>
                            <a:rPr lang="en-US" sz="2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𝜃</m:t>
                          </m:r>
                        </m:e>
                      </m:func>
                      <m:r>
                        <a:rPr lang="en-US" sz="28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800" b="0" i="1" kern="1200" smtClean="0">
                          <a:solidFill>
                            <a:srgbClr val="000000"/>
                          </a:solidFill>
                          <a:effectLst/>
                          <a:latin typeface="Cambria Math" panose="02040503050406030204" pitchFamily="18" charset="0"/>
                          <a:cs typeface="Times New Roman" panose="02020603050405020304" pitchFamily="18" charset="0"/>
                        </a:rPr>
                        <m:t>𝑚𝑔</m:t>
                      </m:r>
                      <m:func>
                        <m:funcPr>
                          <m:ctrlPr>
                            <a:rPr lang="en-US" sz="2800" b="0" i="0" kern="1200" smtClean="0">
                              <a:solidFill>
                                <a:srgbClr val="000000"/>
                              </a:solidFill>
                              <a:effectLst/>
                              <a:latin typeface="Cambria Math" panose="02040503050406030204" pitchFamily="18" charset="0"/>
                              <a:cs typeface="Times New Roman" panose="02020603050405020304" pitchFamily="18" charset="0"/>
                            </a:rPr>
                          </m:ctrlPr>
                        </m:funcPr>
                        <m:fName>
                          <m:r>
                            <m:rPr>
                              <m:sty m:val="p"/>
                            </m:rPr>
                            <a:rPr lang="en-US" sz="2800" b="0" i="0" kern="1200" smtClean="0">
                              <a:solidFill>
                                <a:srgbClr val="000000"/>
                              </a:solidFill>
                              <a:effectLst/>
                              <a:latin typeface="Cambria Math" panose="02040503050406030204" pitchFamily="18" charset="0"/>
                              <a:cs typeface="Times New Roman" panose="02020603050405020304" pitchFamily="18" charset="0"/>
                            </a:rPr>
                            <m:t>cos</m:t>
                          </m:r>
                        </m:fName>
                        <m:e>
                          <m:r>
                            <a:rPr lang="en-US" sz="2800"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𝜃</m:t>
                          </m:r>
                        </m:e>
                      </m:func>
                    </m:oMath>
                  </m:oMathPara>
                </a14:m>
                <a:endParaRPr lang="en-US" sz="28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25" name="TextBox 39">
                <a:extLst>
                  <a:ext uri="{FF2B5EF4-FFF2-40B4-BE49-F238E27FC236}">
                    <a16:creationId xmlns:a16="http://schemas.microsoft.com/office/drawing/2014/main" id="{2B768F0F-83C1-D19F-91B9-F1698811BF92}"/>
                  </a:ext>
                </a:extLst>
              </p:cNvPr>
              <p:cNvSpPr txBox="1">
                <a:spLocks noRot="1" noChangeAspect="1" noMove="1" noResize="1" noEditPoints="1" noAdjustHandles="1" noChangeArrowheads="1" noChangeShapeType="1" noTextEdit="1"/>
              </p:cNvSpPr>
              <p:nvPr/>
            </p:nvSpPr>
            <p:spPr>
              <a:xfrm>
                <a:off x="8057322" y="5092132"/>
                <a:ext cx="3812647" cy="60112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E2B8910-809D-28A5-546A-EEEA8AF12D50}"/>
                  </a:ext>
                </a:extLst>
              </p:cNvPr>
              <p:cNvSpPr txBox="1"/>
              <p:nvPr/>
            </p:nvSpPr>
            <p:spPr>
              <a:xfrm>
                <a:off x="7611505" y="5895646"/>
                <a:ext cx="3773434" cy="575479"/>
              </a:xfrm>
              <a:prstGeom prst="rect">
                <a:avLst/>
              </a:prstGeom>
              <a:noFill/>
            </p:spPr>
            <p:txBody>
              <a:bodyPr wrap="square">
                <a:spAutoFit/>
              </a:bodyPr>
              <a:lstStyle/>
              <a:p>
                <a:pPr/>
                <a14:m>
                  <m:oMathPara xmlns:m="http://schemas.openxmlformats.org/officeDocument/2006/math">
                    <m:oMathParaPr>
                      <m:jc m:val="left"/>
                    </m:oMathParaPr>
                    <m:oMath>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m:rPr>
                                  <m:sty m:val="p"/>
                                </m:rPr>
                                <a:rPr lang="en-US" sz="2800" i="1">
                                  <a:latin typeface="Cambria Math" panose="02040503050406030204" pitchFamily="18" charset="0"/>
                                </a:rPr>
                                <m:t>N</m:t>
                              </m:r>
                            </m:e>
                          </m:acc>
                        </m:e>
                        <m:sub>
                          <m:r>
                            <a:rPr lang="en-US" sz="2800" i="1">
                              <a:latin typeface="Cambria Math" panose="02040503050406030204" pitchFamily="18" charset="0"/>
                            </a:rPr>
                            <m:t>𝑚𝑎𝑥</m:t>
                          </m:r>
                        </m:sub>
                      </m:sSub>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 </m:t>
                      </m:r>
                      <m:r>
                        <a:rPr lang="en-US" sz="2800" b="0" i="1" smtClean="0">
                          <a:solidFill>
                            <a:srgbClr val="FF0000"/>
                          </a:solidFill>
                          <a:latin typeface="Cambria Math" panose="02040503050406030204" pitchFamily="18" charset="0"/>
                        </a:rPr>
                        <m:t>&amp;</m:t>
                      </m:r>
                      <m:r>
                        <a:rPr lang="en-US" sz="2800" b="0" i="1" smtClean="0">
                          <a:solidFill>
                            <a:srgbClr val="FF0000"/>
                          </a:solidFill>
                          <a:latin typeface="Cambria Math" panose="02040503050406030204" pitchFamily="18" charset="0"/>
                        </a:rPr>
                        <m:t> </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m:rPr>
                                  <m:sty m:val="p"/>
                                </m:rPr>
                                <a:rPr lang="en-US" sz="2800" i="1">
                                  <a:latin typeface="Cambria Math" panose="02040503050406030204" pitchFamily="18" charset="0"/>
                                </a:rPr>
                                <m:t>N</m:t>
                              </m:r>
                            </m:e>
                          </m:acc>
                        </m:e>
                        <m:sub>
                          <m:r>
                            <a:rPr lang="en-US" sz="2800" i="1">
                              <a:latin typeface="Cambria Math" panose="02040503050406030204" pitchFamily="18" charset="0"/>
                            </a:rPr>
                            <m:t>𝑚𝑎𝑥</m:t>
                          </m:r>
                        </m:sub>
                      </m:sSub>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p:sp>
            <p:nvSpPr>
              <p:cNvPr id="26" name="TextBox 25">
                <a:extLst>
                  <a:ext uri="{FF2B5EF4-FFF2-40B4-BE49-F238E27FC236}">
                    <a16:creationId xmlns:a16="http://schemas.microsoft.com/office/drawing/2014/main" id="{FE2B8910-809D-28A5-546A-EEEA8AF12D50}"/>
                  </a:ext>
                </a:extLst>
              </p:cNvPr>
              <p:cNvSpPr txBox="1">
                <a:spLocks noRot="1" noChangeAspect="1" noMove="1" noResize="1" noEditPoints="1" noAdjustHandles="1" noChangeArrowheads="1" noChangeShapeType="1" noTextEdit="1"/>
              </p:cNvSpPr>
              <p:nvPr/>
            </p:nvSpPr>
            <p:spPr>
              <a:xfrm>
                <a:off x="7611505" y="5895646"/>
                <a:ext cx="3773434" cy="57547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40">
                <a:extLst>
                  <a:ext uri="{FF2B5EF4-FFF2-40B4-BE49-F238E27FC236}">
                    <a16:creationId xmlns:a16="http://schemas.microsoft.com/office/drawing/2014/main" id="{7322F234-20F8-E5C7-6C22-957DD73AA373}"/>
                  </a:ext>
                </a:extLst>
              </p:cNvPr>
              <p:cNvSpPr txBox="1"/>
              <p:nvPr/>
            </p:nvSpPr>
            <p:spPr>
              <a:xfrm>
                <a:off x="1256818" y="1234906"/>
                <a:ext cx="4725011" cy="1218988"/>
              </a:xfrm>
              <a:prstGeom prst="rect">
                <a:avLst/>
              </a:prstGeom>
              <a:noFill/>
            </p:spPr>
            <p:txBody>
              <a:bodyPr wrap="none" lIns="0" tIns="0" rIns="0" bIns="0" rtlCol="0">
                <a:spAutoFit/>
              </a:bodyPr>
              <a:lstStyle/>
              <a:p>
                <a:pPr marL="0" marR="0">
                  <a:lnSpc>
                    <a:spcPct val="107000"/>
                  </a:lnSpc>
                  <a:spcAft>
                    <a:spcPts val="800"/>
                  </a:spcAft>
                  <a:buNone/>
                </a:pPr>
                <a14:m>
                  <m:oMathPara xmlns:m="http://schemas.openxmlformats.org/officeDocument/2006/math">
                    <m:oMath>
                      <m:nary>
                        <m:naryPr>
                          <m:chr m:val="∑"/>
                          <m:subHide m:val="on"/>
                          <m:supHide m:val="on"/>
                          <m:ctrlPr>
                            <a:rPr lang="en-US" sz="2800" i="1" kern="1200" smtClean="0">
                              <a:solidFill>
                                <a:srgbClr val="000000"/>
                              </a:solidFill>
                              <a:effectLst/>
                              <a:latin typeface="Cambria Math" panose="02040503050406030204" pitchFamily="18" charset="0"/>
                              <a:cs typeface="Times New Roman" panose="02020603050405020304" pitchFamily="18" charset="0"/>
                            </a:rPr>
                          </m:ctrlPr>
                        </m:naryPr>
                        <m:sub/>
                        <m:sup/>
                        <m:e>
                          <m:sSub>
                            <m:sSubPr>
                              <m:ctrlPr>
                                <a:rPr lang="en-US" sz="2800" i="1" kern="1200">
                                  <a:solidFill>
                                    <a:srgbClr val="000000"/>
                                  </a:solidFill>
                                  <a:effectLst/>
                                  <a:latin typeface="Cambria Math" panose="02040503050406030204" pitchFamily="18" charset="0"/>
                                  <a:cs typeface="Times New Roman" panose="02020603050405020304" pitchFamily="18" charset="0"/>
                                </a:rPr>
                              </m:ctrlPr>
                            </m:sSubPr>
                            <m:e>
                              <m:r>
                                <a:rPr lang="en-US" sz="2800" i="1" kern="1200">
                                  <a:solidFill>
                                    <a:srgbClr val="000000"/>
                                  </a:solidFill>
                                  <a:effectLst/>
                                  <a:latin typeface="Cambria Math" panose="02040503050406030204" pitchFamily="18" charset="0"/>
                                  <a:cs typeface="Times New Roman" panose="02020603050405020304" pitchFamily="18" charset="0"/>
                                </a:rPr>
                                <m:t>𝐹</m:t>
                              </m:r>
                            </m:e>
                            <m:sub>
                              <m:r>
                                <a:rPr lang="en-US" sz="2800" i="1" kern="1200">
                                  <a:solidFill>
                                    <a:srgbClr val="000000"/>
                                  </a:solidFill>
                                  <a:effectLst/>
                                  <a:latin typeface="Cambria Math" panose="02040503050406030204" pitchFamily="18" charset="0"/>
                                  <a:cs typeface="Times New Roman" panose="02020603050405020304" pitchFamily="18" charset="0"/>
                                </a:rPr>
                                <m:t>𝑥</m:t>
                              </m:r>
                            </m:sub>
                          </m:sSub>
                        </m:e>
                      </m:nary>
                      <m:r>
                        <a:rPr lang="en-US" sz="2800" i="1" kern="1200">
                          <a:solidFill>
                            <a:srgbClr val="000000"/>
                          </a:solidFill>
                          <a:effectLst/>
                          <a:latin typeface="Cambria Math" panose="02040503050406030204" pitchFamily="18" charset="0"/>
                          <a:cs typeface="Times New Roman" panose="02020603050405020304" pitchFamily="18" charset="0"/>
                        </a:rPr>
                        <m:t>=</m:t>
                      </m:r>
                      <m:r>
                        <a:rPr lang="en-US" sz="2800" b="0" i="1" kern="1200" smtClean="0">
                          <a:solidFill>
                            <a:srgbClr val="000000"/>
                          </a:solidFill>
                          <a:effectLst/>
                          <a:latin typeface="Cambria Math" panose="02040503050406030204" pitchFamily="18" charset="0"/>
                          <a:cs typeface="Times New Roman" panose="02020603050405020304" pitchFamily="18" charset="0"/>
                        </a:rPr>
                        <m:t>𝑇</m:t>
                      </m:r>
                      <m:r>
                        <a:rPr lang="en-US" sz="2800" i="1" kern="1200">
                          <a:solidFill>
                            <a:srgbClr val="000000"/>
                          </a:solidFill>
                          <a:effectLst/>
                          <a:latin typeface="Cambria Math" panose="02040503050406030204" pitchFamily="18" charset="0"/>
                          <a:cs typeface="Times New Roman" panose="02020603050405020304" pitchFamily="18" charset="0"/>
                        </a:rPr>
                        <m:t>+</m:t>
                      </m:r>
                      <m:sSub>
                        <m:sSubPr>
                          <m:ctrlPr>
                            <a:rPr lang="en-US" sz="2800" i="1" kern="1200">
                              <a:solidFill>
                                <a:srgbClr val="000000"/>
                              </a:solidFill>
                              <a:effectLst/>
                              <a:latin typeface="Cambria Math" panose="02040503050406030204" pitchFamily="18" charset="0"/>
                              <a:cs typeface="Times New Roman" panose="02020603050405020304" pitchFamily="18" charset="0"/>
                            </a:rPr>
                          </m:ctrlPr>
                        </m:sSubPr>
                        <m:e>
                          <m:r>
                            <a:rPr lang="en-US" sz="2800" i="1" kern="1200">
                              <a:solidFill>
                                <a:srgbClr val="000000"/>
                              </a:solidFill>
                              <a:effectLst/>
                              <a:latin typeface="Cambria Math" panose="02040503050406030204" pitchFamily="18" charset="0"/>
                              <a:cs typeface="Times New Roman" panose="02020603050405020304" pitchFamily="18" charset="0"/>
                            </a:rPr>
                            <m:t>𝐹</m:t>
                          </m:r>
                        </m:e>
                        <m:sub>
                          <m:r>
                            <a:rPr lang="en-US" sz="2800" b="0" i="1" kern="1200" smtClean="0">
                              <a:solidFill>
                                <a:srgbClr val="000000"/>
                              </a:solidFill>
                              <a:effectLst/>
                              <a:latin typeface="Cambria Math" panose="02040503050406030204" pitchFamily="18" charset="0"/>
                              <a:cs typeface="Times New Roman" panose="02020603050405020304" pitchFamily="18" charset="0"/>
                            </a:rPr>
                            <m:t>𝑔</m:t>
                          </m:r>
                        </m:sub>
                      </m:sSub>
                      <m:func>
                        <m:funcPr>
                          <m:ctrlPr>
                            <a:rPr lang="en-US" sz="2800" b="0" i="0" kern="1200" smtClean="0">
                              <a:solidFill>
                                <a:srgbClr val="000000"/>
                              </a:solidFill>
                              <a:effectLst/>
                              <a:latin typeface="Cambria Math" panose="02040503050406030204" pitchFamily="18" charset="0"/>
                              <a:cs typeface="Times New Roman" panose="02020603050405020304" pitchFamily="18" charset="0"/>
                            </a:rPr>
                          </m:ctrlPr>
                        </m:funcPr>
                        <m:fName>
                          <m:r>
                            <m:rPr>
                              <m:sty m:val="p"/>
                            </m:rPr>
                            <a:rPr lang="en-US" sz="2800" b="0" i="0" kern="1200" smtClean="0">
                              <a:solidFill>
                                <a:srgbClr val="000000"/>
                              </a:solidFill>
                              <a:effectLst/>
                              <a:latin typeface="Cambria Math" panose="02040503050406030204" pitchFamily="18" charset="0"/>
                              <a:cs typeface="Times New Roman" panose="02020603050405020304" pitchFamily="18" charset="0"/>
                            </a:rPr>
                            <m:t>sin</m:t>
                          </m:r>
                        </m:fName>
                        <m:e>
                          <m:r>
                            <a:rPr lang="en-US" sz="2800" i="1" kern="12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𝜃</m:t>
                          </m:r>
                        </m:e>
                      </m:func>
                      <m:r>
                        <a:rPr lang="en-US" sz="2800" i="1" kern="1200">
                          <a:solidFill>
                            <a:srgbClr val="000000"/>
                          </a:solidFill>
                          <a:effectLst/>
                          <a:latin typeface="Cambria Math" panose="02040503050406030204" pitchFamily="18" charset="0"/>
                          <a:cs typeface="Times New Roman" panose="02020603050405020304" pitchFamily="18" charset="0"/>
                        </a:rPr>
                        <m:t>−</m:t>
                      </m:r>
                      <m:sSub>
                        <m:sSubPr>
                          <m:ctrlPr>
                            <a:rPr lang="en-US" sz="2800" b="0" i="1" kern="1200" smtClean="0">
                              <a:solidFill>
                                <a:srgbClr val="000000"/>
                              </a:solidFill>
                              <a:effectLst/>
                              <a:latin typeface="Cambria Math" panose="02040503050406030204" pitchFamily="18" charset="0"/>
                              <a:cs typeface="Times New Roman" panose="02020603050405020304" pitchFamily="18" charset="0"/>
                            </a:rPr>
                          </m:ctrlPr>
                        </m:sSubPr>
                        <m:e>
                          <m:r>
                            <a:rPr lang="en-US" sz="2800" b="0" i="1" kern="1200" smtClean="0">
                              <a:solidFill>
                                <a:srgbClr val="000000"/>
                              </a:solidFill>
                              <a:effectLst/>
                              <a:latin typeface="Cambria Math" panose="02040503050406030204" pitchFamily="18" charset="0"/>
                              <a:cs typeface="Times New Roman" panose="02020603050405020304" pitchFamily="18" charset="0"/>
                            </a:rPr>
                            <m:t>𝐹</m:t>
                          </m:r>
                        </m:e>
                        <m:sub>
                          <m:r>
                            <a:rPr lang="en-US" sz="2800" i="1" kern="1200">
                              <a:solidFill>
                                <a:srgbClr val="000000"/>
                              </a:solidFill>
                              <a:effectLst/>
                              <a:latin typeface="Cambria Math" panose="02040503050406030204" pitchFamily="18" charset="0"/>
                              <a:cs typeface="Times New Roman" panose="02020603050405020304" pitchFamily="18" charset="0"/>
                            </a:rPr>
                            <m:t>𝑠</m:t>
                          </m:r>
                          <m:r>
                            <a:rPr lang="en-US" sz="2800" b="0" i="1" kern="1200" smtClean="0">
                              <a:solidFill>
                                <a:srgbClr val="000000"/>
                              </a:solidFill>
                              <a:effectLst/>
                              <a:latin typeface="Cambria Math" panose="02040503050406030204" pitchFamily="18" charset="0"/>
                              <a:cs typeface="Times New Roman" panose="02020603050405020304" pitchFamily="18" charset="0"/>
                            </a:rPr>
                            <m:t>𝑝</m:t>
                          </m:r>
                        </m:sub>
                      </m:sSub>
                      <m:r>
                        <a:rPr lang="en-US" sz="2800" i="1" kern="1200">
                          <a:solidFill>
                            <a:srgbClr val="000000"/>
                          </a:solidFill>
                          <a:effectLst/>
                          <a:latin typeface="Cambria Math" panose="02040503050406030204" pitchFamily="18" charset="0"/>
                          <a:cs typeface="Times New Roman" panose="02020603050405020304" pitchFamily="18" charset="0"/>
                        </a:rPr>
                        <m:t>=0</m:t>
                      </m:r>
                    </m:oMath>
                  </m:oMathPara>
                </a14:m>
                <a:endParaRPr lang="en-US" sz="28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27" name="TextBox 40">
                <a:extLst>
                  <a:ext uri="{FF2B5EF4-FFF2-40B4-BE49-F238E27FC236}">
                    <a16:creationId xmlns:a16="http://schemas.microsoft.com/office/drawing/2014/main" id="{7322F234-20F8-E5C7-6C22-957DD73AA373}"/>
                  </a:ext>
                </a:extLst>
              </p:cNvPr>
              <p:cNvSpPr txBox="1">
                <a:spLocks noRot="1" noChangeAspect="1" noMove="1" noResize="1" noEditPoints="1" noAdjustHandles="1" noChangeArrowheads="1" noChangeShapeType="1" noTextEdit="1"/>
              </p:cNvSpPr>
              <p:nvPr/>
            </p:nvSpPr>
            <p:spPr>
              <a:xfrm>
                <a:off x="1256818" y="1234906"/>
                <a:ext cx="4725011" cy="121898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2034CF1-E641-2118-2360-0E4FDD53A78B}"/>
                  </a:ext>
                </a:extLst>
              </p:cNvPr>
              <p:cNvSpPr txBox="1"/>
              <p:nvPr/>
            </p:nvSpPr>
            <p:spPr>
              <a:xfrm>
                <a:off x="1140457" y="2386285"/>
                <a:ext cx="3619112" cy="556434"/>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Spring force, </a:t>
                </a:r>
                <a14:m>
                  <m:oMath xmlns:m="http://schemas.openxmlformats.org/officeDocument/2006/math">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𝐹</m:t>
                        </m:r>
                      </m:e>
                      <m:sub>
                        <m:r>
                          <a:rPr lang="en-US" sz="2800" b="0" i="1" smtClean="0">
                            <a:solidFill>
                              <a:srgbClr val="0070C0"/>
                            </a:solidFill>
                            <a:latin typeface="Cambria Math" panose="02040503050406030204" pitchFamily="18" charset="0"/>
                          </a:rPr>
                          <m:t>𝑠𝑝</m:t>
                        </m:r>
                      </m:sub>
                    </m:sSub>
                    <m:r>
                      <a:rPr lang="en-US" sz="2800" i="0">
                        <a:solidFill>
                          <a:srgbClr val="0070C0"/>
                        </a:solidFill>
                        <a:latin typeface="Cambria Math" panose="02040503050406030204" pitchFamily="18" charset="0"/>
                      </a:rPr>
                      <m:t>=</m:t>
                    </m:r>
                    <m:r>
                      <m:rPr>
                        <m:sty m:val="p"/>
                      </m:rPr>
                      <a:rPr lang="en-US" sz="2800" b="0" i="0" smtClean="0">
                        <a:solidFill>
                          <a:srgbClr val="0070C0"/>
                        </a:solidFill>
                        <a:latin typeface="Cambria Math" panose="02040503050406030204" pitchFamily="18" charset="0"/>
                      </a:rPr>
                      <m:t>kx</m:t>
                    </m:r>
                  </m:oMath>
                </a14:m>
                <a:endParaRPr lang="en-US" sz="28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52034CF1-E641-2118-2360-0E4FDD53A78B}"/>
                  </a:ext>
                </a:extLst>
              </p:cNvPr>
              <p:cNvSpPr txBox="1">
                <a:spLocks noRot="1" noChangeAspect="1" noMove="1" noResize="1" noEditPoints="1" noAdjustHandles="1" noChangeArrowheads="1" noChangeShapeType="1" noTextEdit="1"/>
              </p:cNvSpPr>
              <p:nvPr/>
            </p:nvSpPr>
            <p:spPr>
              <a:xfrm>
                <a:off x="1140457" y="2386285"/>
                <a:ext cx="3619112" cy="556434"/>
              </a:xfrm>
              <a:prstGeom prst="rect">
                <a:avLst/>
              </a:prstGeom>
              <a:blipFill>
                <a:blip r:embed="rId7"/>
                <a:stretch>
                  <a:fillRect l="-3367" t="-10870" b="-22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CB18763-B4F5-5B5A-FD5A-00DEAFE2CAE7}"/>
                  </a:ext>
                </a:extLst>
              </p:cNvPr>
              <p:cNvSpPr txBox="1"/>
              <p:nvPr/>
            </p:nvSpPr>
            <p:spPr>
              <a:xfrm>
                <a:off x="1305487" y="3201345"/>
                <a:ext cx="5013961" cy="558230"/>
              </a:xfrm>
              <a:prstGeom prst="rect">
                <a:avLst/>
              </a:prstGeom>
              <a:noFill/>
            </p:spPr>
            <p:txBody>
              <a:bodyPr wrap="square">
                <a:spAutoFit/>
              </a:bodyPr>
              <a:lstStyle/>
              <a:p>
                <a:pPr/>
                <a14:m>
                  <m:oMathPara xmlns:m="http://schemas.openxmlformats.org/officeDocument/2006/math">
                    <m:oMathParaPr>
                      <m:jc m:val="left"/>
                    </m:oMathParaPr>
                    <m:oMath>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b="0" i="1" smtClean="0">
                              <a:latin typeface="Cambria Math" panose="02040503050406030204" pitchFamily="18" charset="0"/>
                            </a:rPr>
                            <m:t>𝑠𝑝</m:t>
                          </m:r>
                        </m:sub>
                      </m:sSub>
                      <m:r>
                        <a:rPr lang="en-US" sz="2800" b="0" i="1" smtClean="0">
                          <a:latin typeface="Cambria Math" panose="02040503050406030204" pitchFamily="18" charset="0"/>
                        </a:rPr>
                        <m:t>=</m:t>
                      </m:r>
                      <m:r>
                        <a:rPr lang="en-US" sz="2800" b="0" i="1" smtClean="0">
                          <a:latin typeface="Cambria Math" panose="02040503050406030204" pitchFamily="18" charset="0"/>
                        </a:rPr>
                        <m:t>𝑇</m:t>
                      </m:r>
                      <m:r>
                        <a:rPr lang="en-US" sz="2800" b="0" i="0"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b="0" i="1" smtClean="0">
                              <a:latin typeface="Cambria Math" panose="02040503050406030204" pitchFamily="18" charset="0"/>
                            </a:rPr>
                            <m:t>𝑔</m:t>
                          </m:r>
                        </m:sub>
                      </m:sSub>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i="1">
                              <a:latin typeface="Cambria Math" panose="02040503050406030204" pitchFamily="18" charset="0"/>
                            </a:rPr>
                            <m:t>𝜃</m:t>
                          </m:r>
                        </m:e>
                      </m:func>
                    </m:oMath>
                  </m:oMathPara>
                </a14:m>
                <a:endParaRPr lang="en-US" sz="2800" i="1" dirty="0">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3CB18763-B4F5-5B5A-FD5A-00DEAFE2CAE7}"/>
                  </a:ext>
                </a:extLst>
              </p:cNvPr>
              <p:cNvSpPr txBox="1">
                <a:spLocks noRot="1" noChangeAspect="1" noMove="1" noResize="1" noEditPoints="1" noAdjustHandles="1" noChangeArrowheads="1" noChangeShapeType="1" noTextEdit="1"/>
              </p:cNvSpPr>
              <p:nvPr/>
            </p:nvSpPr>
            <p:spPr>
              <a:xfrm>
                <a:off x="1305487" y="3201345"/>
                <a:ext cx="5013961" cy="55823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F125C60E-A44E-D365-B6E0-A724C13A3F75}"/>
                  </a:ext>
                </a:extLst>
              </p:cNvPr>
              <p:cNvSpPr txBox="1"/>
              <p:nvPr/>
            </p:nvSpPr>
            <p:spPr>
              <a:xfrm>
                <a:off x="1397812" y="4604680"/>
                <a:ext cx="2932930" cy="523220"/>
              </a:xfrm>
              <a:prstGeom prst="rect">
                <a:avLst/>
              </a:prstGeom>
              <a:noFill/>
              <a:ln>
                <a:solidFill>
                  <a:schemeClr val="tx1"/>
                </a:solidFill>
              </a:ln>
            </p:spPr>
            <p:txBody>
              <a:bodyPr wrap="square">
                <a:spAutoFit/>
              </a:bodyPr>
              <a:lstStyle/>
              <a:p>
                <a:pPr/>
                <a14:m>
                  <m:oMathPara xmlns:m="http://schemas.openxmlformats.org/officeDocument/2006/math">
                    <m:oMathParaPr>
                      <m:jc m:val="left"/>
                    </m:oMathParaPr>
                    <m:oMath>
                      <m:r>
                        <a:rPr lang="en-US" sz="2800" b="0" i="1" smtClean="0">
                          <a:latin typeface="Cambria Math" panose="02040503050406030204" pitchFamily="18" charset="0"/>
                        </a:rPr>
                        <m:t>𝑥</m:t>
                      </m:r>
                      <m:r>
                        <a:rPr lang="en-US" sz="2800" b="0" i="1" smtClean="0">
                          <a:latin typeface="Cambria Math" panose="02040503050406030204" pitchFamily="18" charset="0"/>
                        </a:rPr>
                        <m:t>=___ </m:t>
                      </m:r>
                      <m:r>
                        <a:rPr lang="en-US" sz="2800" b="0" i="1" smtClean="0">
                          <a:latin typeface="Cambria Math" panose="02040503050406030204" pitchFamily="18" charset="0"/>
                        </a:rPr>
                        <m:t>𝑚</m:t>
                      </m:r>
                    </m:oMath>
                  </m:oMathPara>
                </a14:m>
                <a:endParaRPr lang="en-US" sz="2800" dirty="0"/>
              </a:p>
            </p:txBody>
          </p:sp>
        </mc:Choice>
        <mc:Fallback>
          <p:sp>
            <p:nvSpPr>
              <p:cNvPr id="31" name="TextBox 30">
                <a:extLst>
                  <a:ext uri="{FF2B5EF4-FFF2-40B4-BE49-F238E27FC236}">
                    <a16:creationId xmlns:a16="http://schemas.microsoft.com/office/drawing/2014/main" id="{F125C60E-A44E-D365-B6E0-A724C13A3F75}"/>
                  </a:ext>
                </a:extLst>
              </p:cNvPr>
              <p:cNvSpPr txBox="1">
                <a:spLocks noRot="1" noChangeAspect="1" noMove="1" noResize="1" noEditPoints="1" noAdjustHandles="1" noChangeArrowheads="1" noChangeShapeType="1" noTextEdit="1"/>
              </p:cNvSpPr>
              <p:nvPr/>
            </p:nvSpPr>
            <p:spPr>
              <a:xfrm>
                <a:off x="1397812" y="4604680"/>
                <a:ext cx="2932930" cy="523220"/>
              </a:xfrm>
              <a:prstGeom prst="rect">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3EC229E-C6E6-FC23-156D-3348D2692FCF}"/>
                  </a:ext>
                </a:extLst>
              </p:cNvPr>
              <p:cNvSpPr txBox="1"/>
              <p:nvPr/>
            </p:nvSpPr>
            <p:spPr>
              <a:xfrm>
                <a:off x="1278135" y="3932079"/>
                <a:ext cx="3619112" cy="523220"/>
              </a:xfrm>
              <a:prstGeom prst="rect">
                <a:avLst/>
              </a:prstGeom>
              <a:noFill/>
            </p:spPr>
            <p:txBody>
              <a:bodyPr wrap="square">
                <a:spAutoFit/>
              </a:bodyPr>
              <a:lstStyle/>
              <a:p>
                <a:pPr/>
                <a14:m>
                  <m:oMathPara xmlns:m="http://schemas.openxmlformats.org/officeDocument/2006/math">
                    <m:oMathParaPr>
                      <m:jc m:val="left"/>
                    </m:oMathParaPr>
                    <m:oMath>
                      <m:r>
                        <a:rPr lang="en-US" sz="2800" b="0" i="1" smtClean="0">
                          <a:latin typeface="Cambria Math" panose="02040503050406030204" pitchFamily="18" charset="0"/>
                        </a:rPr>
                        <m:t>𝑘𝑥</m:t>
                      </m:r>
                      <m:r>
                        <a:rPr lang="en-US" sz="2800" b="0" i="1" smtClean="0">
                          <a:latin typeface="Cambria Math" panose="02040503050406030204" pitchFamily="18" charset="0"/>
                        </a:rPr>
                        <m:t>=</m:t>
                      </m:r>
                      <m:r>
                        <a:rPr lang="en-US" sz="2800" b="0" i="1" smtClean="0">
                          <a:latin typeface="Cambria Math" panose="02040503050406030204" pitchFamily="18" charset="0"/>
                        </a:rPr>
                        <m:t>𝑇</m:t>
                      </m:r>
                      <m:r>
                        <a:rPr lang="en-US" sz="2800" b="0" i="0" smtClean="0">
                          <a:latin typeface="Cambria Math" panose="02040503050406030204" pitchFamily="18" charset="0"/>
                        </a:rPr>
                        <m:t>+</m:t>
                      </m:r>
                      <m:r>
                        <a:rPr lang="en-US" sz="2800" b="0" i="1" smtClean="0">
                          <a:latin typeface="Cambria Math" panose="02040503050406030204" pitchFamily="18" charset="0"/>
                        </a:rPr>
                        <m:t>𝑚𝑔</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i="1">
                              <a:latin typeface="Cambria Math" panose="02040503050406030204" pitchFamily="18" charset="0"/>
                            </a:rPr>
                            <m:t>𝜃</m:t>
                          </m:r>
                        </m:e>
                      </m:func>
                    </m:oMath>
                  </m:oMathPara>
                </a14:m>
                <a:endParaRPr lang="en-US" sz="2800" i="1" dirty="0">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B3EC229E-C6E6-FC23-156D-3348D2692FCF}"/>
                  </a:ext>
                </a:extLst>
              </p:cNvPr>
              <p:cNvSpPr txBox="1">
                <a:spLocks noRot="1" noChangeAspect="1" noMove="1" noResize="1" noEditPoints="1" noAdjustHandles="1" noChangeArrowheads="1" noChangeShapeType="1" noTextEdit="1"/>
              </p:cNvSpPr>
              <p:nvPr/>
            </p:nvSpPr>
            <p:spPr>
              <a:xfrm>
                <a:off x="1278135" y="3932079"/>
                <a:ext cx="3619112"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A0E02D93-445A-4C12-9A61-3DEB5F4D3E32}"/>
                  </a:ext>
                </a:extLst>
              </p14:cNvPr>
              <p14:cNvContentPartPr/>
              <p14:nvPr/>
            </p14:nvContentPartPr>
            <p14:xfrm>
              <a:off x="4683600" y="3749400"/>
              <a:ext cx="4683600" cy="2047680"/>
            </p14:xfrm>
          </p:contentPart>
        </mc:Choice>
        <mc:Fallback xmlns="">
          <p:pic>
            <p:nvPicPr>
              <p:cNvPr id="2" name="Ink 1">
                <a:extLst>
                  <a:ext uri="{FF2B5EF4-FFF2-40B4-BE49-F238E27FC236}">
                    <a16:creationId xmlns:a16="http://schemas.microsoft.com/office/drawing/2014/main" id="{A0E02D93-445A-4C12-9A61-3DEB5F4D3E32}"/>
                  </a:ext>
                </a:extLst>
              </p:cNvPr>
              <p:cNvPicPr/>
              <p:nvPr/>
            </p:nvPicPr>
            <p:blipFill>
              <a:blip r:embed="rId12"/>
              <a:stretch>
                <a:fillRect/>
              </a:stretch>
            </p:blipFill>
            <p:spPr>
              <a:xfrm>
                <a:off x="1333800" y="2475000"/>
                <a:ext cx="8042760" cy="4332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 name="Ink 4">
                <a:extLst>
                  <a:ext uri="{FF2B5EF4-FFF2-40B4-BE49-F238E27FC236}">
                    <a16:creationId xmlns:a16="http://schemas.microsoft.com/office/drawing/2014/main" id="{260F6BD3-5BDF-4A7D-3019-6DB790B830EF}"/>
                  </a:ext>
                </a:extLst>
              </p14:cNvPr>
              <p14:cNvContentPartPr/>
              <p14:nvPr/>
            </p14:nvContentPartPr>
            <p14:xfrm>
              <a:off x="4715618" y="2837603"/>
              <a:ext cx="360" cy="360"/>
            </p14:xfrm>
          </p:contentPart>
        </mc:Choice>
        <mc:Fallback>
          <p:pic>
            <p:nvPicPr>
              <p:cNvPr id="5" name="Ink 4">
                <a:extLst>
                  <a:ext uri="{FF2B5EF4-FFF2-40B4-BE49-F238E27FC236}">
                    <a16:creationId xmlns:a16="http://schemas.microsoft.com/office/drawing/2014/main" id="{260F6BD3-5BDF-4A7D-3019-6DB790B830EF}"/>
                  </a:ext>
                </a:extLst>
              </p:cNvPr>
              <p:cNvPicPr/>
              <p:nvPr/>
            </p:nvPicPr>
            <p:blipFill>
              <a:blip r:embed="rId14"/>
              <a:stretch>
                <a:fillRect/>
              </a:stretch>
            </p:blipFill>
            <p:spPr>
              <a:xfrm>
                <a:off x="4706978" y="2828963"/>
                <a:ext cx="18000" cy="18000"/>
              </a:xfrm>
              <a:prstGeom prst="rect">
                <a:avLst/>
              </a:prstGeom>
            </p:spPr>
          </p:pic>
        </mc:Fallback>
      </mc:AlternateContent>
      <p:grpSp>
        <p:nvGrpSpPr>
          <p:cNvPr id="40" name="Group 39">
            <a:extLst>
              <a:ext uri="{FF2B5EF4-FFF2-40B4-BE49-F238E27FC236}">
                <a16:creationId xmlns:a16="http://schemas.microsoft.com/office/drawing/2014/main" id="{E0708DDD-2EB1-6362-BF39-717000884D31}"/>
              </a:ext>
            </a:extLst>
          </p:cNvPr>
          <p:cNvGrpSpPr/>
          <p:nvPr/>
        </p:nvGrpSpPr>
        <p:grpSpPr>
          <a:xfrm>
            <a:off x="4396298" y="2814923"/>
            <a:ext cx="1797120" cy="232560"/>
            <a:chOff x="4396298" y="2814923"/>
            <a:chExt cx="1797120" cy="232560"/>
          </a:xfrm>
        </p:grpSpPr>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355BEFED-A21A-17B4-9EF3-D8516ABBF55D}"/>
                    </a:ext>
                  </a:extLst>
                </p14:cNvPr>
                <p14:cNvContentPartPr/>
                <p14:nvPr/>
              </p14:nvContentPartPr>
              <p14:xfrm>
                <a:off x="4396298" y="2816363"/>
                <a:ext cx="332280" cy="126000"/>
              </p14:xfrm>
            </p:contentPart>
          </mc:Choice>
          <mc:Fallback>
            <p:pic>
              <p:nvPicPr>
                <p:cNvPr id="8" name="Ink 7">
                  <a:extLst>
                    <a:ext uri="{FF2B5EF4-FFF2-40B4-BE49-F238E27FC236}">
                      <a16:creationId xmlns:a16="http://schemas.microsoft.com/office/drawing/2014/main" id="{355BEFED-A21A-17B4-9EF3-D8516ABBF55D}"/>
                    </a:ext>
                  </a:extLst>
                </p:cNvPr>
                <p:cNvPicPr/>
                <p:nvPr/>
              </p:nvPicPr>
              <p:blipFill>
                <a:blip r:embed="rId16"/>
                <a:stretch>
                  <a:fillRect/>
                </a:stretch>
              </p:blipFill>
              <p:spPr>
                <a:xfrm>
                  <a:off x="4387658" y="2807723"/>
                  <a:ext cx="3499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92C890F4-FCF0-6AE1-6193-2930D20B9161}"/>
                    </a:ext>
                  </a:extLst>
                </p14:cNvPr>
                <p14:cNvContentPartPr/>
                <p14:nvPr/>
              </p14:nvContentPartPr>
              <p14:xfrm>
                <a:off x="4658378" y="2864603"/>
                <a:ext cx="146160" cy="128880"/>
              </p14:xfrm>
            </p:contentPart>
          </mc:Choice>
          <mc:Fallback>
            <p:pic>
              <p:nvPicPr>
                <p:cNvPr id="9" name="Ink 8">
                  <a:extLst>
                    <a:ext uri="{FF2B5EF4-FFF2-40B4-BE49-F238E27FC236}">
                      <a16:creationId xmlns:a16="http://schemas.microsoft.com/office/drawing/2014/main" id="{92C890F4-FCF0-6AE1-6193-2930D20B9161}"/>
                    </a:ext>
                  </a:extLst>
                </p:cNvPr>
                <p:cNvPicPr/>
                <p:nvPr/>
              </p:nvPicPr>
              <p:blipFill>
                <a:blip r:embed="rId18"/>
                <a:stretch>
                  <a:fillRect/>
                </a:stretch>
              </p:blipFill>
              <p:spPr>
                <a:xfrm>
                  <a:off x="4649378" y="2855603"/>
                  <a:ext cx="16380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48861573-FCE2-8B0E-7145-71B0999B61B4}"/>
                    </a:ext>
                  </a:extLst>
                </p14:cNvPr>
                <p14:cNvContentPartPr/>
                <p14:nvPr/>
              </p14:nvContentPartPr>
              <p14:xfrm>
                <a:off x="4910378" y="2814923"/>
                <a:ext cx="149040" cy="175320"/>
              </p14:xfrm>
            </p:contentPart>
          </mc:Choice>
          <mc:Fallback>
            <p:pic>
              <p:nvPicPr>
                <p:cNvPr id="13" name="Ink 12">
                  <a:extLst>
                    <a:ext uri="{FF2B5EF4-FFF2-40B4-BE49-F238E27FC236}">
                      <a16:creationId xmlns:a16="http://schemas.microsoft.com/office/drawing/2014/main" id="{48861573-FCE2-8B0E-7145-71B0999B61B4}"/>
                    </a:ext>
                  </a:extLst>
                </p:cNvPr>
                <p:cNvPicPr/>
                <p:nvPr/>
              </p:nvPicPr>
              <p:blipFill>
                <a:blip r:embed="rId20"/>
                <a:stretch>
                  <a:fillRect/>
                </a:stretch>
              </p:blipFill>
              <p:spPr>
                <a:xfrm>
                  <a:off x="4901378" y="2805923"/>
                  <a:ext cx="16668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845C9A6E-73D4-EC36-2682-645020090841}"/>
                    </a:ext>
                  </a:extLst>
                </p14:cNvPr>
                <p14:cNvContentPartPr/>
                <p14:nvPr/>
              </p14:nvContentPartPr>
              <p14:xfrm>
                <a:off x="4871858" y="2829683"/>
                <a:ext cx="168840" cy="211320"/>
              </p14:xfrm>
            </p:contentPart>
          </mc:Choice>
          <mc:Fallback>
            <p:pic>
              <p:nvPicPr>
                <p:cNvPr id="16" name="Ink 15">
                  <a:extLst>
                    <a:ext uri="{FF2B5EF4-FFF2-40B4-BE49-F238E27FC236}">
                      <a16:creationId xmlns:a16="http://schemas.microsoft.com/office/drawing/2014/main" id="{845C9A6E-73D4-EC36-2682-645020090841}"/>
                    </a:ext>
                  </a:extLst>
                </p:cNvPr>
                <p:cNvPicPr/>
                <p:nvPr/>
              </p:nvPicPr>
              <p:blipFill>
                <a:blip r:embed="rId22"/>
                <a:stretch>
                  <a:fillRect/>
                </a:stretch>
              </p:blipFill>
              <p:spPr>
                <a:xfrm>
                  <a:off x="4863218" y="2820683"/>
                  <a:ext cx="1864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D9614A98-450B-424E-36BA-DF4FCE3469BB}"/>
                    </a:ext>
                  </a:extLst>
                </p14:cNvPr>
                <p14:cNvContentPartPr/>
                <p14:nvPr/>
              </p14:nvContentPartPr>
              <p14:xfrm>
                <a:off x="5040338" y="2844803"/>
                <a:ext cx="165960" cy="142920"/>
              </p14:xfrm>
            </p:contentPart>
          </mc:Choice>
          <mc:Fallback>
            <p:pic>
              <p:nvPicPr>
                <p:cNvPr id="17" name="Ink 16">
                  <a:extLst>
                    <a:ext uri="{FF2B5EF4-FFF2-40B4-BE49-F238E27FC236}">
                      <a16:creationId xmlns:a16="http://schemas.microsoft.com/office/drawing/2014/main" id="{D9614A98-450B-424E-36BA-DF4FCE3469BB}"/>
                    </a:ext>
                  </a:extLst>
                </p:cNvPr>
                <p:cNvPicPr/>
                <p:nvPr/>
              </p:nvPicPr>
              <p:blipFill>
                <a:blip r:embed="rId24"/>
                <a:stretch>
                  <a:fillRect/>
                </a:stretch>
              </p:blipFill>
              <p:spPr>
                <a:xfrm>
                  <a:off x="5031698" y="2836163"/>
                  <a:ext cx="1836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F1420B1B-CE8F-9A7E-1BDD-1DEE031E0603}"/>
                    </a:ext>
                  </a:extLst>
                </p14:cNvPr>
                <p14:cNvContentPartPr/>
                <p14:nvPr/>
              </p14:nvContentPartPr>
              <p14:xfrm>
                <a:off x="5088938" y="2846963"/>
                <a:ext cx="93240" cy="200520"/>
              </p14:xfrm>
            </p:contentPart>
          </mc:Choice>
          <mc:Fallback>
            <p:pic>
              <p:nvPicPr>
                <p:cNvPr id="19" name="Ink 18">
                  <a:extLst>
                    <a:ext uri="{FF2B5EF4-FFF2-40B4-BE49-F238E27FC236}">
                      <a16:creationId xmlns:a16="http://schemas.microsoft.com/office/drawing/2014/main" id="{F1420B1B-CE8F-9A7E-1BDD-1DEE031E0603}"/>
                    </a:ext>
                  </a:extLst>
                </p:cNvPr>
                <p:cNvPicPr/>
                <p:nvPr/>
              </p:nvPicPr>
              <p:blipFill>
                <a:blip r:embed="rId26"/>
                <a:stretch>
                  <a:fillRect/>
                </a:stretch>
              </p:blipFill>
              <p:spPr>
                <a:xfrm>
                  <a:off x="5080298" y="2838323"/>
                  <a:ext cx="11088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26A58656-5BCB-93CE-BF10-32F1D629C775}"/>
                    </a:ext>
                  </a:extLst>
                </p14:cNvPr>
                <p14:cNvContentPartPr/>
                <p14:nvPr/>
              </p14:nvContentPartPr>
              <p14:xfrm>
                <a:off x="5307098" y="2953523"/>
                <a:ext cx="360" cy="360"/>
              </p14:xfrm>
            </p:contentPart>
          </mc:Choice>
          <mc:Fallback>
            <p:pic>
              <p:nvPicPr>
                <p:cNvPr id="20" name="Ink 19">
                  <a:extLst>
                    <a:ext uri="{FF2B5EF4-FFF2-40B4-BE49-F238E27FC236}">
                      <a16:creationId xmlns:a16="http://schemas.microsoft.com/office/drawing/2014/main" id="{26A58656-5BCB-93CE-BF10-32F1D629C775}"/>
                    </a:ext>
                  </a:extLst>
                </p:cNvPr>
                <p:cNvPicPr/>
                <p:nvPr/>
              </p:nvPicPr>
              <p:blipFill>
                <a:blip r:embed="rId28"/>
                <a:stretch>
                  <a:fillRect/>
                </a:stretch>
              </p:blipFill>
              <p:spPr>
                <a:xfrm>
                  <a:off x="5298458" y="294488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F77EC3BF-2F1F-2838-FBAC-0153E4B4BB83}"/>
                    </a:ext>
                  </a:extLst>
                </p14:cNvPr>
                <p14:cNvContentPartPr/>
                <p14:nvPr/>
              </p14:nvContentPartPr>
              <p14:xfrm>
                <a:off x="5289098" y="2900243"/>
                <a:ext cx="164880" cy="12600"/>
              </p14:xfrm>
            </p:contentPart>
          </mc:Choice>
          <mc:Fallback>
            <p:pic>
              <p:nvPicPr>
                <p:cNvPr id="21" name="Ink 20">
                  <a:extLst>
                    <a:ext uri="{FF2B5EF4-FFF2-40B4-BE49-F238E27FC236}">
                      <a16:creationId xmlns:a16="http://schemas.microsoft.com/office/drawing/2014/main" id="{F77EC3BF-2F1F-2838-FBAC-0153E4B4BB83}"/>
                    </a:ext>
                  </a:extLst>
                </p:cNvPr>
                <p:cNvPicPr/>
                <p:nvPr/>
              </p:nvPicPr>
              <p:blipFill>
                <a:blip r:embed="rId30"/>
                <a:stretch>
                  <a:fillRect/>
                </a:stretch>
              </p:blipFill>
              <p:spPr>
                <a:xfrm>
                  <a:off x="5280458" y="2891243"/>
                  <a:ext cx="1825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DACA68BE-E491-747C-A6F0-C7A56CA0EAE5}"/>
                    </a:ext>
                  </a:extLst>
                </p14:cNvPr>
                <p14:cNvContentPartPr/>
                <p14:nvPr/>
              </p14:nvContentPartPr>
              <p14:xfrm>
                <a:off x="5299538" y="2972963"/>
                <a:ext cx="360" cy="360"/>
              </p14:xfrm>
            </p:contentPart>
          </mc:Choice>
          <mc:Fallback>
            <p:pic>
              <p:nvPicPr>
                <p:cNvPr id="22" name="Ink 21">
                  <a:extLst>
                    <a:ext uri="{FF2B5EF4-FFF2-40B4-BE49-F238E27FC236}">
                      <a16:creationId xmlns:a16="http://schemas.microsoft.com/office/drawing/2014/main" id="{DACA68BE-E491-747C-A6F0-C7A56CA0EAE5}"/>
                    </a:ext>
                  </a:extLst>
                </p:cNvPr>
                <p:cNvPicPr/>
                <p:nvPr/>
              </p:nvPicPr>
              <p:blipFill>
                <a:blip r:embed="rId28"/>
                <a:stretch>
                  <a:fillRect/>
                </a:stretch>
              </p:blipFill>
              <p:spPr>
                <a:xfrm>
                  <a:off x="5290898" y="296396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0505C39C-6CDA-7BE3-CD43-E528E6C6A923}"/>
                    </a:ext>
                  </a:extLst>
                </p14:cNvPr>
                <p14:cNvContentPartPr/>
                <p14:nvPr/>
              </p14:nvContentPartPr>
              <p14:xfrm>
                <a:off x="5300258" y="2973683"/>
                <a:ext cx="190440" cy="7560"/>
              </p14:xfrm>
            </p:contentPart>
          </mc:Choice>
          <mc:Fallback>
            <p:pic>
              <p:nvPicPr>
                <p:cNvPr id="23" name="Ink 22">
                  <a:extLst>
                    <a:ext uri="{FF2B5EF4-FFF2-40B4-BE49-F238E27FC236}">
                      <a16:creationId xmlns:a16="http://schemas.microsoft.com/office/drawing/2014/main" id="{0505C39C-6CDA-7BE3-CD43-E528E6C6A923}"/>
                    </a:ext>
                  </a:extLst>
                </p:cNvPr>
                <p:cNvPicPr/>
                <p:nvPr/>
              </p:nvPicPr>
              <p:blipFill>
                <a:blip r:embed="rId33"/>
                <a:stretch>
                  <a:fillRect/>
                </a:stretch>
              </p:blipFill>
              <p:spPr>
                <a:xfrm>
                  <a:off x="5291258" y="2965043"/>
                  <a:ext cx="2080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9" name="Ink 28">
                  <a:extLst>
                    <a:ext uri="{FF2B5EF4-FFF2-40B4-BE49-F238E27FC236}">
                      <a16:creationId xmlns:a16="http://schemas.microsoft.com/office/drawing/2014/main" id="{85A77E36-A40C-9D02-E3F8-63BCF585FDE2}"/>
                    </a:ext>
                  </a:extLst>
                </p14:cNvPr>
                <p14:cNvContentPartPr/>
                <p14:nvPr/>
              </p14:nvContentPartPr>
              <p14:xfrm>
                <a:off x="5554778" y="2819963"/>
                <a:ext cx="160560" cy="180000"/>
              </p14:xfrm>
            </p:contentPart>
          </mc:Choice>
          <mc:Fallback>
            <p:pic>
              <p:nvPicPr>
                <p:cNvPr id="29" name="Ink 28">
                  <a:extLst>
                    <a:ext uri="{FF2B5EF4-FFF2-40B4-BE49-F238E27FC236}">
                      <a16:creationId xmlns:a16="http://schemas.microsoft.com/office/drawing/2014/main" id="{85A77E36-A40C-9D02-E3F8-63BCF585FDE2}"/>
                    </a:ext>
                  </a:extLst>
                </p:cNvPr>
                <p:cNvPicPr/>
                <p:nvPr/>
              </p:nvPicPr>
              <p:blipFill>
                <a:blip r:embed="rId35"/>
                <a:stretch>
                  <a:fillRect/>
                </a:stretch>
              </p:blipFill>
              <p:spPr>
                <a:xfrm>
                  <a:off x="5546138" y="2810963"/>
                  <a:ext cx="17820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3" name="Ink 32">
                  <a:extLst>
                    <a:ext uri="{FF2B5EF4-FFF2-40B4-BE49-F238E27FC236}">
                      <a16:creationId xmlns:a16="http://schemas.microsoft.com/office/drawing/2014/main" id="{6DD31688-1097-1911-DA12-2051CB0CFBCE}"/>
                    </a:ext>
                  </a:extLst>
                </p14:cNvPr>
                <p14:cNvContentPartPr/>
                <p14:nvPr/>
              </p14:nvContentPartPr>
              <p14:xfrm>
                <a:off x="5655578" y="2883683"/>
                <a:ext cx="360" cy="360"/>
              </p14:xfrm>
            </p:contentPart>
          </mc:Choice>
          <mc:Fallback>
            <p:pic>
              <p:nvPicPr>
                <p:cNvPr id="33" name="Ink 32">
                  <a:extLst>
                    <a:ext uri="{FF2B5EF4-FFF2-40B4-BE49-F238E27FC236}">
                      <a16:creationId xmlns:a16="http://schemas.microsoft.com/office/drawing/2014/main" id="{6DD31688-1097-1911-DA12-2051CB0CFBCE}"/>
                    </a:ext>
                  </a:extLst>
                </p:cNvPr>
                <p:cNvPicPr/>
                <p:nvPr/>
              </p:nvPicPr>
              <p:blipFill>
                <a:blip r:embed="rId28"/>
                <a:stretch>
                  <a:fillRect/>
                </a:stretch>
              </p:blipFill>
              <p:spPr>
                <a:xfrm>
                  <a:off x="5646578" y="287468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4" name="Ink 33">
                  <a:extLst>
                    <a:ext uri="{FF2B5EF4-FFF2-40B4-BE49-F238E27FC236}">
                      <a16:creationId xmlns:a16="http://schemas.microsoft.com/office/drawing/2014/main" id="{125AD744-D8F3-7FE2-57AD-63467C728EA8}"/>
                    </a:ext>
                  </a:extLst>
                </p14:cNvPr>
                <p14:cNvContentPartPr/>
                <p14:nvPr/>
              </p14:nvContentPartPr>
              <p14:xfrm>
                <a:off x="5580338" y="2832923"/>
                <a:ext cx="96480" cy="182520"/>
              </p14:xfrm>
            </p:contentPart>
          </mc:Choice>
          <mc:Fallback>
            <p:pic>
              <p:nvPicPr>
                <p:cNvPr id="34" name="Ink 33">
                  <a:extLst>
                    <a:ext uri="{FF2B5EF4-FFF2-40B4-BE49-F238E27FC236}">
                      <a16:creationId xmlns:a16="http://schemas.microsoft.com/office/drawing/2014/main" id="{125AD744-D8F3-7FE2-57AD-63467C728EA8}"/>
                    </a:ext>
                  </a:extLst>
                </p:cNvPr>
                <p:cNvPicPr/>
                <p:nvPr/>
              </p:nvPicPr>
              <p:blipFill>
                <a:blip r:embed="rId38"/>
                <a:stretch>
                  <a:fillRect/>
                </a:stretch>
              </p:blipFill>
              <p:spPr>
                <a:xfrm>
                  <a:off x="5571338" y="2823923"/>
                  <a:ext cx="11412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5" name="Ink 34">
                  <a:extLst>
                    <a:ext uri="{FF2B5EF4-FFF2-40B4-BE49-F238E27FC236}">
                      <a16:creationId xmlns:a16="http://schemas.microsoft.com/office/drawing/2014/main" id="{79B21C09-5C05-02EE-A74D-1F63A4953E4D}"/>
                    </a:ext>
                  </a:extLst>
                </p14:cNvPr>
                <p14:cNvContentPartPr/>
                <p14:nvPr/>
              </p14:nvContentPartPr>
              <p14:xfrm>
                <a:off x="5768618" y="2904563"/>
                <a:ext cx="174600" cy="43920"/>
              </p14:xfrm>
            </p:contentPart>
          </mc:Choice>
          <mc:Fallback>
            <p:pic>
              <p:nvPicPr>
                <p:cNvPr id="35" name="Ink 34">
                  <a:extLst>
                    <a:ext uri="{FF2B5EF4-FFF2-40B4-BE49-F238E27FC236}">
                      <a16:creationId xmlns:a16="http://schemas.microsoft.com/office/drawing/2014/main" id="{79B21C09-5C05-02EE-A74D-1F63A4953E4D}"/>
                    </a:ext>
                  </a:extLst>
                </p:cNvPr>
                <p:cNvPicPr/>
                <p:nvPr/>
              </p:nvPicPr>
              <p:blipFill>
                <a:blip r:embed="rId40"/>
                <a:stretch>
                  <a:fillRect/>
                </a:stretch>
              </p:blipFill>
              <p:spPr>
                <a:xfrm>
                  <a:off x="5759978" y="2895563"/>
                  <a:ext cx="19224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7" name="Ink 36">
                  <a:extLst>
                    <a:ext uri="{FF2B5EF4-FFF2-40B4-BE49-F238E27FC236}">
                      <a16:creationId xmlns:a16="http://schemas.microsoft.com/office/drawing/2014/main" id="{B75886BA-8B06-5F45-1FF5-3452D5B3047C}"/>
                    </a:ext>
                  </a:extLst>
                </p14:cNvPr>
                <p14:cNvContentPartPr/>
                <p14:nvPr/>
              </p14:nvContentPartPr>
              <p14:xfrm>
                <a:off x="5984978" y="2821763"/>
                <a:ext cx="89640" cy="150840"/>
              </p14:xfrm>
            </p:contentPart>
          </mc:Choice>
          <mc:Fallback>
            <p:pic>
              <p:nvPicPr>
                <p:cNvPr id="37" name="Ink 36">
                  <a:extLst>
                    <a:ext uri="{FF2B5EF4-FFF2-40B4-BE49-F238E27FC236}">
                      <a16:creationId xmlns:a16="http://schemas.microsoft.com/office/drawing/2014/main" id="{B75886BA-8B06-5F45-1FF5-3452D5B3047C}"/>
                    </a:ext>
                  </a:extLst>
                </p:cNvPr>
                <p:cNvPicPr/>
                <p:nvPr/>
              </p:nvPicPr>
              <p:blipFill>
                <a:blip r:embed="rId42"/>
                <a:stretch>
                  <a:fillRect/>
                </a:stretch>
              </p:blipFill>
              <p:spPr>
                <a:xfrm>
                  <a:off x="5976338" y="2813123"/>
                  <a:ext cx="10728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8" name="Ink 37">
                  <a:extLst>
                    <a:ext uri="{FF2B5EF4-FFF2-40B4-BE49-F238E27FC236}">
                      <a16:creationId xmlns:a16="http://schemas.microsoft.com/office/drawing/2014/main" id="{917E2A10-5F20-5E12-1C45-64F58A08C530}"/>
                    </a:ext>
                  </a:extLst>
                </p14:cNvPr>
                <p14:cNvContentPartPr/>
                <p14:nvPr/>
              </p14:nvContentPartPr>
              <p14:xfrm>
                <a:off x="5972018" y="2823563"/>
                <a:ext cx="122400" cy="179640"/>
              </p14:xfrm>
            </p:contentPart>
          </mc:Choice>
          <mc:Fallback>
            <p:pic>
              <p:nvPicPr>
                <p:cNvPr id="38" name="Ink 37">
                  <a:extLst>
                    <a:ext uri="{FF2B5EF4-FFF2-40B4-BE49-F238E27FC236}">
                      <a16:creationId xmlns:a16="http://schemas.microsoft.com/office/drawing/2014/main" id="{917E2A10-5F20-5E12-1C45-64F58A08C530}"/>
                    </a:ext>
                  </a:extLst>
                </p:cNvPr>
                <p:cNvPicPr/>
                <p:nvPr/>
              </p:nvPicPr>
              <p:blipFill>
                <a:blip r:embed="rId44"/>
                <a:stretch>
                  <a:fillRect/>
                </a:stretch>
              </p:blipFill>
              <p:spPr>
                <a:xfrm>
                  <a:off x="5963378" y="2814563"/>
                  <a:ext cx="1400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9" name="Ink 38">
                  <a:extLst>
                    <a:ext uri="{FF2B5EF4-FFF2-40B4-BE49-F238E27FC236}">
                      <a16:creationId xmlns:a16="http://schemas.microsoft.com/office/drawing/2014/main" id="{CE87BC31-A35D-DB41-AA44-B21D7F52BA85}"/>
                    </a:ext>
                  </a:extLst>
                </p14:cNvPr>
                <p14:cNvContentPartPr/>
                <p14:nvPr/>
              </p14:nvContentPartPr>
              <p14:xfrm>
                <a:off x="6125018" y="2952443"/>
                <a:ext cx="68400" cy="69120"/>
              </p14:xfrm>
            </p:contentPart>
          </mc:Choice>
          <mc:Fallback>
            <p:pic>
              <p:nvPicPr>
                <p:cNvPr id="39" name="Ink 38">
                  <a:extLst>
                    <a:ext uri="{FF2B5EF4-FFF2-40B4-BE49-F238E27FC236}">
                      <a16:creationId xmlns:a16="http://schemas.microsoft.com/office/drawing/2014/main" id="{CE87BC31-A35D-DB41-AA44-B21D7F52BA85}"/>
                    </a:ext>
                  </a:extLst>
                </p:cNvPr>
                <p:cNvPicPr/>
                <p:nvPr/>
              </p:nvPicPr>
              <p:blipFill>
                <a:blip r:embed="rId46"/>
                <a:stretch>
                  <a:fillRect/>
                </a:stretch>
              </p:blipFill>
              <p:spPr>
                <a:xfrm>
                  <a:off x="6116018" y="2943803"/>
                  <a:ext cx="86040" cy="86760"/>
                </a:xfrm>
                <a:prstGeom prst="rect">
                  <a:avLst/>
                </a:prstGeom>
              </p:spPr>
            </p:pic>
          </mc:Fallback>
        </mc:AlternateContent>
      </p:grpSp>
      <p:grpSp>
        <p:nvGrpSpPr>
          <p:cNvPr id="55" name="Group 54">
            <a:extLst>
              <a:ext uri="{FF2B5EF4-FFF2-40B4-BE49-F238E27FC236}">
                <a16:creationId xmlns:a16="http://schemas.microsoft.com/office/drawing/2014/main" id="{20929034-B627-9C6F-B36E-2836D277EC52}"/>
              </a:ext>
            </a:extLst>
          </p:cNvPr>
          <p:cNvGrpSpPr/>
          <p:nvPr/>
        </p:nvGrpSpPr>
        <p:grpSpPr>
          <a:xfrm>
            <a:off x="847418" y="5321243"/>
            <a:ext cx="1320480" cy="290160"/>
            <a:chOff x="847418" y="5321243"/>
            <a:chExt cx="1320480" cy="290160"/>
          </a:xfrm>
        </p:grpSpPr>
        <mc:AlternateContent xmlns:mc="http://schemas.openxmlformats.org/markup-compatibility/2006">
          <mc:Choice xmlns:p14="http://schemas.microsoft.com/office/powerpoint/2010/main" Requires="p14">
            <p:contentPart p14:bwMode="auto" r:id="rId47">
              <p14:nvContentPartPr>
                <p14:cNvPr id="41" name="Ink 40">
                  <a:extLst>
                    <a:ext uri="{FF2B5EF4-FFF2-40B4-BE49-F238E27FC236}">
                      <a16:creationId xmlns:a16="http://schemas.microsoft.com/office/drawing/2014/main" id="{CF8DB0F5-9A6F-28F3-483D-B07FAB925378}"/>
                    </a:ext>
                  </a:extLst>
                </p14:cNvPr>
                <p14:cNvContentPartPr/>
                <p14:nvPr/>
              </p14:nvContentPartPr>
              <p14:xfrm>
                <a:off x="847418" y="5416643"/>
                <a:ext cx="106200" cy="194760"/>
              </p14:xfrm>
            </p:contentPart>
          </mc:Choice>
          <mc:Fallback>
            <p:pic>
              <p:nvPicPr>
                <p:cNvPr id="41" name="Ink 40">
                  <a:extLst>
                    <a:ext uri="{FF2B5EF4-FFF2-40B4-BE49-F238E27FC236}">
                      <a16:creationId xmlns:a16="http://schemas.microsoft.com/office/drawing/2014/main" id="{CF8DB0F5-9A6F-28F3-483D-B07FAB925378}"/>
                    </a:ext>
                  </a:extLst>
                </p:cNvPr>
                <p:cNvPicPr/>
                <p:nvPr/>
              </p:nvPicPr>
              <p:blipFill>
                <a:blip r:embed="rId48"/>
                <a:stretch>
                  <a:fillRect/>
                </a:stretch>
              </p:blipFill>
              <p:spPr>
                <a:xfrm>
                  <a:off x="838418" y="5407643"/>
                  <a:ext cx="12384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2" name="Ink 41">
                  <a:extLst>
                    <a:ext uri="{FF2B5EF4-FFF2-40B4-BE49-F238E27FC236}">
                      <a16:creationId xmlns:a16="http://schemas.microsoft.com/office/drawing/2014/main" id="{2EBE9A9A-44F9-1E3A-656E-95FA6B9C8833}"/>
                    </a:ext>
                  </a:extLst>
                </p14:cNvPr>
                <p14:cNvContentPartPr/>
                <p14:nvPr/>
              </p14:nvContentPartPr>
              <p14:xfrm>
                <a:off x="916538" y="5527883"/>
                <a:ext cx="22320" cy="2520"/>
              </p14:xfrm>
            </p:contentPart>
          </mc:Choice>
          <mc:Fallback>
            <p:pic>
              <p:nvPicPr>
                <p:cNvPr id="42" name="Ink 41">
                  <a:extLst>
                    <a:ext uri="{FF2B5EF4-FFF2-40B4-BE49-F238E27FC236}">
                      <a16:creationId xmlns:a16="http://schemas.microsoft.com/office/drawing/2014/main" id="{2EBE9A9A-44F9-1E3A-656E-95FA6B9C8833}"/>
                    </a:ext>
                  </a:extLst>
                </p:cNvPr>
                <p:cNvPicPr/>
                <p:nvPr/>
              </p:nvPicPr>
              <p:blipFill>
                <a:blip r:embed="rId50"/>
                <a:stretch>
                  <a:fillRect/>
                </a:stretch>
              </p:blipFill>
              <p:spPr>
                <a:xfrm>
                  <a:off x="907898" y="5519243"/>
                  <a:ext cx="3996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3" name="Ink 42">
                  <a:extLst>
                    <a:ext uri="{FF2B5EF4-FFF2-40B4-BE49-F238E27FC236}">
                      <a16:creationId xmlns:a16="http://schemas.microsoft.com/office/drawing/2014/main" id="{18A0C147-9D2B-A168-5E50-FF0B1A5B60EF}"/>
                    </a:ext>
                  </a:extLst>
                </p14:cNvPr>
                <p14:cNvContentPartPr/>
                <p14:nvPr/>
              </p14:nvContentPartPr>
              <p14:xfrm>
                <a:off x="870098" y="5385683"/>
                <a:ext cx="86040" cy="21600"/>
              </p14:xfrm>
            </p:contentPart>
          </mc:Choice>
          <mc:Fallback>
            <p:pic>
              <p:nvPicPr>
                <p:cNvPr id="43" name="Ink 42">
                  <a:extLst>
                    <a:ext uri="{FF2B5EF4-FFF2-40B4-BE49-F238E27FC236}">
                      <a16:creationId xmlns:a16="http://schemas.microsoft.com/office/drawing/2014/main" id="{18A0C147-9D2B-A168-5E50-FF0B1A5B60EF}"/>
                    </a:ext>
                  </a:extLst>
                </p:cNvPr>
                <p:cNvPicPr/>
                <p:nvPr/>
              </p:nvPicPr>
              <p:blipFill>
                <a:blip r:embed="rId52"/>
                <a:stretch>
                  <a:fillRect/>
                </a:stretch>
              </p:blipFill>
              <p:spPr>
                <a:xfrm>
                  <a:off x="861458" y="5377043"/>
                  <a:ext cx="1036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4" name="Ink 43">
                  <a:extLst>
                    <a:ext uri="{FF2B5EF4-FFF2-40B4-BE49-F238E27FC236}">
                      <a16:creationId xmlns:a16="http://schemas.microsoft.com/office/drawing/2014/main" id="{5F8C6CE3-CCB9-29A4-0C10-09606170DC3A}"/>
                    </a:ext>
                  </a:extLst>
                </p14:cNvPr>
                <p14:cNvContentPartPr/>
                <p14:nvPr/>
              </p14:nvContentPartPr>
              <p14:xfrm>
                <a:off x="1049378" y="5443283"/>
                <a:ext cx="111240" cy="108720"/>
              </p14:xfrm>
            </p:contentPart>
          </mc:Choice>
          <mc:Fallback>
            <p:pic>
              <p:nvPicPr>
                <p:cNvPr id="44" name="Ink 43">
                  <a:extLst>
                    <a:ext uri="{FF2B5EF4-FFF2-40B4-BE49-F238E27FC236}">
                      <a16:creationId xmlns:a16="http://schemas.microsoft.com/office/drawing/2014/main" id="{5F8C6CE3-CCB9-29A4-0C10-09606170DC3A}"/>
                    </a:ext>
                  </a:extLst>
                </p:cNvPr>
                <p:cNvPicPr/>
                <p:nvPr/>
              </p:nvPicPr>
              <p:blipFill>
                <a:blip r:embed="rId54"/>
                <a:stretch>
                  <a:fillRect/>
                </a:stretch>
              </p:blipFill>
              <p:spPr>
                <a:xfrm>
                  <a:off x="1040738" y="5434283"/>
                  <a:ext cx="1288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5" name="Ink 44">
                  <a:extLst>
                    <a:ext uri="{FF2B5EF4-FFF2-40B4-BE49-F238E27FC236}">
                      <a16:creationId xmlns:a16="http://schemas.microsoft.com/office/drawing/2014/main" id="{72231EB7-6648-E752-4213-17B970E0D0EE}"/>
                    </a:ext>
                  </a:extLst>
                </p14:cNvPr>
                <p14:cNvContentPartPr/>
                <p14:nvPr/>
              </p14:nvContentPartPr>
              <p14:xfrm>
                <a:off x="1053338" y="5447603"/>
                <a:ext cx="92160" cy="105840"/>
              </p14:xfrm>
            </p:contentPart>
          </mc:Choice>
          <mc:Fallback>
            <p:pic>
              <p:nvPicPr>
                <p:cNvPr id="45" name="Ink 44">
                  <a:extLst>
                    <a:ext uri="{FF2B5EF4-FFF2-40B4-BE49-F238E27FC236}">
                      <a16:creationId xmlns:a16="http://schemas.microsoft.com/office/drawing/2014/main" id="{72231EB7-6648-E752-4213-17B970E0D0EE}"/>
                    </a:ext>
                  </a:extLst>
                </p:cNvPr>
                <p:cNvPicPr/>
                <p:nvPr/>
              </p:nvPicPr>
              <p:blipFill>
                <a:blip r:embed="rId56"/>
                <a:stretch>
                  <a:fillRect/>
                </a:stretch>
              </p:blipFill>
              <p:spPr>
                <a:xfrm>
                  <a:off x="1044338" y="5438963"/>
                  <a:ext cx="1098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6" name="Ink 45">
                  <a:extLst>
                    <a:ext uri="{FF2B5EF4-FFF2-40B4-BE49-F238E27FC236}">
                      <a16:creationId xmlns:a16="http://schemas.microsoft.com/office/drawing/2014/main" id="{26602C0E-0417-BDA9-C395-845955B79B6D}"/>
                    </a:ext>
                  </a:extLst>
                </p14:cNvPr>
                <p14:cNvContentPartPr/>
                <p14:nvPr/>
              </p14:nvContentPartPr>
              <p14:xfrm>
                <a:off x="1259618" y="5333843"/>
                <a:ext cx="54720" cy="245160"/>
              </p14:xfrm>
            </p:contentPart>
          </mc:Choice>
          <mc:Fallback>
            <p:pic>
              <p:nvPicPr>
                <p:cNvPr id="46" name="Ink 45">
                  <a:extLst>
                    <a:ext uri="{FF2B5EF4-FFF2-40B4-BE49-F238E27FC236}">
                      <a16:creationId xmlns:a16="http://schemas.microsoft.com/office/drawing/2014/main" id="{26602C0E-0417-BDA9-C395-845955B79B6D}"/>
                    </a:ext>
                  </a:extLst>
                </p:cNvPr>
                <p:cNvPicPr/>
                <p:nvPr/>
              </p:nvPicPr>
              <p:blipFill>
                <a:blip r:embed="rId58"/>
                <a:stretch>
                  <a:fillRect/>
                </a:stretch>
              </p:blipFill>
              <p:spPr>
                <a:xfrm>
                  <a:off x="1250978" y="5325203"/>
                  <a:ext cx="7236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8" name="Ink 47">
                  <a:extLst>
                    <a:ext uri="{FF2B5EF4-FFF2-40B4-BE49-F238E27FC236}">
                      <a16:creationId xmlns:a16="http://schemas.microsoft.com/office/drawing/2014/main" id="{85F06BF1-3951-CCD9-1652-E3B519DCCB20}"/>
                    </a:ext>
                  </a:extLst>
                </p14:cNvPr>
                <p14:cNvContentPartPr/>
                <p14:nvPr/>
              </p14:nvContentPartPr>
              <p14:xfrm>
                <a:off x="1238018" y="5435723"/>
                <a:ext cx="208800" cy="115920"/>
              </p14:xfrm>
            </p:contentPart>
          </mc:Choice>
          <mc:Fallback>
            <p:pic>
              <p:nvPicPr>
                <p:cNvPr id="48" name="Ink 47">
                  <a:extLst>
                    <a:ext uri="{FF2B5EF4-FFF2-40B4-BE49-F238E27FC236}">
                      <a16:creationId xmlns:a16="http://schemas.microsoft.com/office/drawing/2014/main" id="{85F06BF1-3951-CCD9-1652-E3B519DCCB20}"/>
                    </a:ext>
                  </a:extLst>
                </p:cNvPr>
                <p:cNvPicPr/>
                <p:nvPr/>
              </p:nvPicPr>
              <p:blipFill>
                <a:blip r:embed="rId60"/>
                <a:stretch>
                  <a:fillRect/>
                </a:stretch>
              </p:blipFill>
              <p:spPr>
                <a:xfrm>
                  <a:off x="1229378" y="5426723"/>
                  <a:ext cx="2264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9" name="Ink 48">
                  <a:extLst>
                    <a:ext uri="{FF2B5EF4-FFF2-40B4-BE49-F238E27FC236}">
                      <a16:creationId xmlns:a16="http://schemas.microsoft.com/office/drawing/2014/main" id="{4258B174-178A-43C7-36F7-31AF1425539C}"/>
                    </a:ext>
                  </a:extLst>
                </p14:cNvPr>
                <p14:cNvContentPartPr/>
                <p14:nvPr/>
              </p14:nvContentPartPr>
              <p14:xfrm>
                <a:off x="1509818" y="5408363"/>
                <a:ext cx="132840" cy="167760"/>
              </p14:xfrm>
            </p:contentPart>
          </mc:Choice>
          <mc:Fallback>
            <p:pic>
              <p:nvPicPr>
                <p:cNvPr id="49" name="Ink 48">
                  <a:extLst>
                    <a:ext uri="{FF2B5EF4-FFF2-40B4-BE49-F238E27FC236}">
                      <a16:creationId xmlns:a16="http://schemas.microsoft.com/office/drawing/2014/main" id="{4258B174-178A-43C7-36F7-31AF1425539C}"/>
                    </a:ext>
                  </a:extLst>
                </p:cNvPr>
                <p:cNvPicPr/>
                <p:nvPr/>
              </p:nvPicPr>
              <p:blipFill>
                <a:blip r:embed="rId62"/>
                <a:stretch>
                  <a:fillRect/>
                </a:stretch>
              </p:blipFill>
              <p:spPr>
                <a:xfrm>
                  <a:off x="1501178" y="5399363"/>
                  <a:ext cx="15048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0" name="Ink 49">
                  <a:extLst>
                    <a:ext uri="{FF2B5EF4-FFF2-40B4-BE49-F238E27FC236}">
                      <a16:creationId xmlns:a16="http://schemas.microsoft.com/office/drawing/2014/main" id="{C90AEBD5-61DB-8EA2-640C-4D1AE3168E3B}"/>
                    </a:ext>
                  </a:extLst>
                </p14:cNvPr>
                <p14:cNvContentPartPr/>
                <p14:nvPr/>
              </p14:nvContentPartPr>
              <p14:xfrm>
                <a:off x="1683338" y="5339963"/>
                <a:ext cx="166680" cy="217440"/>
              </p14:xfrm>
            </p:contentPart>
          </mc:Choice>
          <mc:Fallback>
            <p:pic>
              <p:nvPicPr>
                <p:cNvPr id="50" name="Ink 49">
                  <a:extLst>
                    <a:ext uri="{FF2B5EF4-FFF2-40B4-BE49-F238E27FC236}">
                      <a16:creationId xmlns:a16="http://schemas.microsoft.com/office/drawing/2014/main" id="{C90AEBD5-61DB-8EA2-640C-4D1AE3168E3B}"/>
                    </a:ext>
                  </a:extLst>
                </p:cNvPr>
                <p:cNvPicPr/>
                <p:nvPr/>
              </p:nvPicPr>
              <p:blipFill>
                <a:blip r:embed="rId64"/>
                <a:stretch>
                  <a:fillRect/>
                </a:stretch>
              </p:blipFill>
              <p:spPr>
                <a:xfrm>
                  <a:off x="1674698" y="5330963"/>
                  <a:ext cx="18432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1" name="Ink 50">
                  <a:extLst>
                    <a:ext uri="{FF2B5EF4-FFF2-40B4-BE49-F238E27FC236}">
                      <a16:creationId xmlns:a16="http://schemas.microsoft.com/office/drawing/2014/main" id="{13B736AA-8A84-9BE8-5353-ACF4A84AF694}"/>
                    </a:ext>
                  </a:extLst>
                </p14:cNvPr>
                <p14:cNvContentPartPr/>
                <p14:nvPr/>
              </p14:nvContentPartPr>
              <p14:xfrm>
                <a:off x="1877378" y="5468843"/>
                <a:ext cx="120240" cy="105120"/>
              </p14:xfrm>
            </p:contentPart>
          </mc:Choice>
          <mc:Fallback>
            <p:pic>
              <p:nvPicPr>
                <p:cNvPr id="51" name="Ink 50">
                  <a:extLst>
                    <a:ext uri="{FF2B5EF4-FFF2-40B4-BE49-F238E27FC236}">
                      <a16:creationId xmlns:a16="http://schemas.microsoft.com/office/drawing/2014/main" id="{13B736AA-8A84-9BE8-5353-ACF4A84AF694}"/>
                    </a:ext>
                  </a:extLst>
                </p:cNvPr>
                <p:cNvPicPr/>
                <p:nvPr/>
              </p:nvPicPr>
              <p:blipFill>
                <a:blip r:embed="rId66"/>
                <a:stretch>
                  <a:fillRect/>
                </a:stretch>
              </p:blipFill>
              <p:spPr>
                <a:xfrm>
                  <a:off x="1868738" y="5459843"/>
                  <a:ext cx="13788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2" name="Ink 51">
                  <a:extLst>
                    <a:ext uri="{FF2B5EF4-FFF2-40B4-BE49-F238E27FC236}">
                      <a16:creationId xmlns:a16="http://schemas.microsoft.com/office/drawing/2014/main" id="{39044895-582C-1306-A66F-973235A4DC28}"/>
                    </a:ext>
                  </a:extLst>
                </p14:cNvPr>
                <p14:cNvContentPartPr/>
                <p14:nvPr/>
              </p14:nvContentPartPr>
              <p14:xfrm>
                <a:off x="2052338" y="5321243"/>
                <a:ext cx="115560" cy="254160"/>
              </p14:xfrm>
            </p:contentPart>
          </mc:Choice>
          <mc:Fallback>
            <p:pic>
              <p:nvPicPr>
                <p:cNvPr id="52" name="Ink 51">
                  <a:extLst>
                    <a:ext uri="{FF2B5EF4-FFF2-40B4-BE49-F238E27FC236}">
                      <a16:creationId xmlns:a16="http://schemas.microsoft.com/office/drawing/2014/main" id="{39044895-582C-1306-A66F-973235A4DC28}"/>
                    </a:ext>
                  </a:extLst>
                </p:cNvPr>
                <p:cNvPicPr/>
                <p:nvPr/>
              </p:nvPicPr>
              <p:blipFill>
                <a:blip r:embed="rId68"/>
                <a:stretch>
                  <a:fillRect/>
                </a:stretch>
              </p:blipFill>
              <p:spPr>
                <a:xfrm>
                  <a:off x="2043698" y="5312603"/>
                  <a:ext cx="133200" cy="271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9">
            <p14:nvContentPartPr>
              <p14:cNvPr id="53" name="Ink 52">
                <a:extLst>
                  <a:ext uri="{FF2B5EF4-FFF2-40B4-BE49-F238E27FC236}">
                    <a16:creationId xmlns:a16="http://schemas.microsoft.com/office/drawing/2014/main" id="{6EFD3D1E-8084-1B28-D984-DD81DF4A7078}"/>
                  </a:ext>
                </a:extLst>
              </p14:cNvPr>
              <p14:cNvContentPartPr/>
              <p14:nvPr/>
            </p14:nvContentPartPr>
            <p14:xfrm>
              <a:off x="2351858" y="5395763"/>
              <a:ext cx="1080" cy="23040"/>
            </p14:xfrm>
          </p:contentPart>
        </mc:Choice>
        <mc:Fallback>
          <p:pic>
            <p:nvPicPr>
              <p:cNvPr id="53" name="Ink 52">
                <a:extLst>
                  <a:ext uri="{FF2B5EF4-FFF2-40B4-BE49-F238E27FC236}">
                    <a16:creationId xmlns:a16="http://schemas.microsoft.com/office/drawing/2014/main" id="{6EFD3D1E-8084-1B28-D984-DD81DF4A7078}"/>
                  </a:ext>
                </a:extLst>
              </p:cNvPr>
              <p:cNvPicPr/>
              <p:nvPr/>
            </p:nvPicPr>
            <p:blipFill>
              <a:blip r:embed="rId70"/>
              <a:stretch>
                <a:fillRect/>
              </a:stretch>
            </p:blipFill>
            <p:spPr>
              <a:xfrm>
                <a:off x="2342858" y="5386763"/>
                <a:ext cx="187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4" name="Ink 53">
                <a:extLst>
                  <a:ext uri="{FF2B5EF4-FFF2-40B4-BE49-F238E27FC236}">
                    <a16:creationId xmlns:a16="http://schemas.microsoft.com/office/drawing/2014/main" id="{D6146A82-80B5-C2DC-4772-CB5DE8F3BF43}"/>
                  </a:ext>
                </a:extLst>
              </p14:cNvPr>
              <p14:cNvContentPartPr/>
              <p14:nvPr/>
            </p14:nvContentPartPr>
            <p14:xfrm>
              <a:off x="2364458" y="5516363"/>
              <a:ext cx="15120" cy="172080"/>
            </p14:xfrm>
          </p:contentPart>
        </mc:Choice>
        <mc:Fallback>
          <p:pic>
            <p:nvPicPr>
              <p:cNvPr id="54" name="Ink 53">
                <a:extLst>
                  <a:ext uri="{FF2B5EF4-FFF2-40B4-BE49-F238E27FC236}">
                    <a16:creationId xmlns:a16="http://schemas.microsoft.com/office/drawing/2014/main" id="{D6146A82-80B5-C2DC-4772-CB5DE8F3BF43}"/>
                  </a:ext>
                </a:extLst>
              </p:cNvPr>
              <p:cNvPicPr/>
              <p:nvPr/>
            </p:nvPicPr>
            <p:blipFill>
              <a:blip r:embed="rId72"/>
              <a:stretch>
                <a:fillRect/>
              </a:stretch>
            </p:blipFill>
            <p:spPr>
              <a:xfrm>
                <a:off x="2355458" y="5507723"/>
                <a:ext cx="32760" cy="189720"/>
              </a:xfrm>
              <a:prstGeom prst="rect">
                <a:avLst/>
              </a:prstGeom>
            </p:spPr>
          </p:pic>
        </mc:Fallback>
      </mc:AlternateContent>
      <p:grpSp>
        <p:nvGrpSpPr>
          <p:cNvPr id="65" name="Group 64">
            <a:extLst>
              <a:ext uri="{FF2B5EF4-FFF2-40B4-BE49-F238E27FC236}">
                <a16:creationId xmlns:a16="http://schemas.microsoft.com/office/drawing/2014/main" id="{25208348-A140-7E11-10C9-5B3F92DBDD85}"/>
              </a:ext>
            </a:extLst>
          </p:cNvPr>
          <p:cNvGrpSpPr/>
          <p:nvPr/>
        </p:nvGrpSpPr>
        <p:grpSpPr>
          <a:xfrm>
            <a:off x="2597018" y="5298203"/>
            <a:ext cx="783720" cy="238680"/>
            <a:chOff x="2597018" y="5298203"/>
            <a:chExt cx="783720" cy="238680"/>
          </a:xfrm>
        </p:grpSpPr>
        <mc:AlternateContent xmlns:mc="http://schemas.openxmlformats.org/markup-compatibility/2006">
          <mc:Choice xmlns:p14="http://schemas.microsoft.com/office/powerpoint/2010/main" Requires="p14">
            <p:contentPart p14:bwMode="auto" r:id="rId73">
              <p14:nvContentPartPr>
                <p14:cNvPr id="56" name="Ink 55">
                  <a:extLst>
                    <a:ext uri="{FF2B5EF4-FFF2-40B4-BE49-F238E27FC236}">
                      <a16:creationId xmlns:a16="http://schemas.microsoft.com/office/drawing/2014/main" id="{DFDC3E0B-93BA-85B7-DEF6-2DBF75C8EF8B}"/>
                    </a:ext>
                  </a:extLst>
                </p14:cNvPr>
                <p14:cNvContentPartPr/>
                <p14:nvPr/>
              </p14:nvContentPartPr>
              <p14:xfrm>
                <a:off x="2651738" y="5347523"/>
                <a:ext cx="120600" cy="167040"/>
              </p14:xfrm>
            </p:contentPart>
          </mc:Choice>
          <mc:Fallback>
            <p:pic>
              <p:nvPicPr>
                <p:cNvPr id="56" name="Ink 55">
                  <a:extLst>
                    <a:ext uri="{FF2B5EF4-FFF2-40B4-BE49-F238E27FC236}">
                      <a16:creationId xmlns:a16="http://schemas.microsoft.com/office/drawing/2014/main" id="{DFDC3E0B-93BA-85B7-DEF6-2DBF75C8EF8B}"/>
                    </a:ext>
                  </a:extLst>
                </p:cNvPr>
                <p:cNvPicPr/>
                <p:nvPr/>
              </p:nvPicPr>
              <p:blipFill>
                <a:blip r:embed="rId74"/>
                <a:stretch>
                  <a:fillRect/>
                </a:stretch>
              </p:blipFill>
              <p:spPr>
                <a:xfrm>
                  <a:off x="2643098" y="5338883"/>
                  <a:ext cx="13824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7" name="Ink 56">
                  <a:extLst>
                    <a:ext uri="{FF2B5EF4-FFF2-40B4-BE49-F238E27FC236}">
                      <a16:creationId xmlns:a16="http://schemas.microsoft.com/office/drawing/2014/main" id="{5E220FB3-DEC5-1F8D-E2DA-D41AE669EF88}"/>
                    </a:ext>
                  </a:extLst>
                </p14:cNvPr>
                <p14:cNvContentPartPr/>
                <p14:nvPr/>
              </p14:nvContentPartPr>
              <p14:xfrm>
                <a:off x="2656058" y="5318723"/>
                <a:ext cx="124560" cy="167760"/>
              </p14:xfrm>
            </p:contentPart>
          </mc:Choice>
          <mc:Fallback>
            <p:pic>
              <p:nvPicPr>
                <p:cNvPr id="57" name="Ink 56">
                  <a:extLst>
                    <a:ext uri="{FF2B5EF4-FFF2-40B4-BE49-F238E27FC236}">
                      <a16:creationId xmlns:a16="http://schemas.microsoft.com/office/drawing/2014/main" id="{5E220FB3-DEC5-1F8D-E2DA-D41AE669EF88}"/>
                    </a:ext>
                  </a:extLst>
                </p:cNvPr>
                <p:cNvPicPr/>
                <p:nvPr/>
              </p:nvPicPr>
              <p:blipFill>
                <a:blip r:embed="rId76"/>
                <a:stretch>
                  <a:fillRect/>
                </a:stretch>
              </p:blipFill>
              <p:spPr>
                <a:xfrm>
                  <a:off x="2647418" y="5309723"/>
                  <a:ext cx="142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9" name="Ink 58">
                  <a:extLst>
                    <a:ext uri="{FF2B5EF4-FFF2-40B4-BE49-F238E27FC236}">
                      <a16:creationId xmlns:a16="http://schemas.microsoft.com/office/drawing/2014/main" id="{095C8929-A6FF-9737-3E4F-D24AC007EDFE}"/>
                    </a:ext>
                  </a:extLst>
                </p14:cNvPr>
                <p14:cNvContentPartPr/>
                <p14:nvPr/>
              </p14:nvContentPartPr>
              <p14:xfrm>
                <a:off x="2597018" y="5309723"/>
                <a:ext cx="192240" cy="192600"/>
              </p14:xfrm>
            </p:contentPart>
          </mc:Choice>
          <mc:Fallback>
            <p:pic>
              <p:nvPicPr>
                <p:cNvPr id="59" name="Ink 58">
                  <a:extLst>
                    <a:ext uri="{FF2B5EF4-FFF2-40B4-BE49-F238E27FC236}">
                      <a16:creationId xmlns:a16="http://schemas.microsoft.com/office/drawing/2014/main" id="{095C8929-A6FF-9737-3E4F-D24AC007EDFE}"/>
                    </a:ext>
                  </a:extLst>
                </p:cNvPr>
                <p:cNvPicPr/>
                <p:nvPr/>
              </p:nvPicPr>
              <p:blipFill>
                <a:blip r:embed="rId78"/>
                <a:stretch>
                  <a:fillRect/>
                </a:stretch>
              </p:blipFill>
              <p:spPr>
                <a:xfrm>
                  <a:off x="2588378" y="5301083"/>
                  <a:ext cx="20988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0" name="Ink 59">
                  <a:extLst>
                    <a:ext uri="{FF2B5EF4-FFF2-40B4-BE49-F238E27FC236}">
                      <a16:creationId xmlns:a16="http://schemas.microsoft.com/office/drawing/2014/main" id="{FA60E458-3BB9-C754-82D7-1903F472D079}"/>
                    </a:ext>
                  </a:extLst>
                </p14:cNvPr>
                <p14:cNvContentPartPr/>
                <p14:nvPr/>
              </p14:nvContentPartPr>
              <p14:xfrm>
                <a:off x="2629418" y="5317643"/>
                <a:ext cx="144720" cy="206280"/>
              </p14:xfrm>
            </p:contentPart>
          </mc:Choice>
          <mc:Fallback>
            <p:pic>
              <p:nvPicPr>
                <p:cNvPr id="60" name="Ink 59">
                  <a:extLst>
                    <a:ext uri="{FF2B5EF4-FFF2-40B4-BE49-F238E27FC236}">
                      <a16:creationId xmlns:a16="http://schemas.microsoft.com/office/drawing/2014/main" id="{FA60E458-3BB9-C754-82D7-1903F472D079}"/>
                    </a:ext>
                  </a:extLst>
                </p:cNvPr>
                <p:cNvPicPr/>
                <p:nvPr/>
              </p:nvPicPr>
              <p:blipFill>
                <a:blip r:embed="rId80"/>
                <a:stretch>
                  <a:fillRect/>
                </a:stretch>
              </p:blipFill>
              <p:spPr>
                <a:xfrm>
                  <a:off x="2620778" y="5308643"/>
                  <a:ext cx="16236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1" name="Ink 60">
                  <a:extLst>
                    <a:ext uri="{FF2B5EF4-FFF2-40B4-BE49-F238E27FC236}">
                      <a16:creationId xmlns:a16="http://schemas.microsoft.com/office/drawing/2014/main" id="{8004E65A-14BD-44F3-5762-10C78D3B9A73}"/>
                    </a:ext>
                  </a:extLst>
                </p14:cNvPr>
                <p14:cNvContentPartPr/>
                <p14:nvPr/>
              </p14:nvContentPartPr>
              <p14:xfrm>
                <a:off x="2881418" y="5298203"/>
                <a:ext cx="150120" cy="232200"/>
              </p14:xfrm>
            </p:contentPart>
          </mc:Choice>
          <mc:Fallback>
            <p:pic>
              <p:nvPicPr>
                <p:cNvPr id="61" name="Ink 60">
                  <a:extLst>
                    <a:ext uri="{FF2B5EF4-FFF2-40B4-BE49-F238E27FC236}">
                      <a16:creationId xmlns:a16="http://schemas.microsoft.com/office/drawing/2014/main" id="{8004E65A-14BD-44F3-5762-10C78D3B9A73}"/>
                    </a:ext>
                  </a:extLst>
                </p:cNvPr>
                <p:cNvPicPr/>
                <p:nvPr/>
              </p:nvPicPr>
              <p:blipFill>
                <a:blip r:embed="rId82"/>
                <a:stretch>
                  <a:fillRect/>
                </a:stretch>
              </p:blipFill>
              <p:spPr>
                <a:xfrm>
                  <a:off x="2872778" y="5289563"/>
                  <a:ext cx="1677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2" name="Ink 61">
                  <a:extLst>
                    <a:ext uri="{FF2B5EF4-FFF2-40B4-BE49-F238E27FC236}">
                      <a16:creationId xmlns:a16="http://schemas.microsoft.com/office/drawing/2014/main" id="{F4AE956F-4B18-DA00-22F3-26B956B57BB2}"/>
                    </a:ext>
                  </a:extLst>
                </p14:cNvPr>
                <p14:cNvContentPartPr/>
                <p14:nvPr/>
              </p14:nvContentPartPr>
              <p14:xfrm>
                <a:off x="3084818" y="5307563"/>
                <a:ext cx="162720" cy="162000"/>
              </p14:xfrm>
            </p:contentPart>
          </mc:Choice>
          <mc:Fallback>
            <p:pic>
              <p:nvPicPr>
                <p:cNvPr id="62" name="Ink 61">
                  <a:extLst>
                    <a:ext uri="{FF2B5EF4-FFF2-40B4-BE49-F238E27FC236}">
                      <a16:creationId xmlns:a16="http://schemas.microsoft.com/office/drawing/2014/main" id="{F4AE956F-4B18-DA00-22F3-26B956B57BB2}"/>
                    </a:ext>
                  </a:extLst>
                </p:cNvPr>
                <p:cNvPicPr/>
                <p:nvPr/>
              </p:nvPicPr>
              <p:blipFill>
                <a:blip r:embed="rId84"/>
                <a:stretch>
                  <a:fillRect/>
                </a:stretch>
              </p:blipFill>
              <p:spPr>
                <a:xfrm>
                  <a:off x="3076178" y="5298923"/>
                  <a:ext cx="18036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3" name="Ink 62">
                  <a:extLst>
                    <a:ext uri="{FF2B5EF4-FFF2-40B4-BE49-F238E27FC236}">
                      <a16:creationId xmlns:a16="http://schemas.microsoft.com/office/drawing/2014/main" id="{E341F950-12DF-CECC-232A-BB463B1DE89A}"/>
                    </a:ext>
                  </a:extLst>
                </p14:cNvPr>
                <p14:cNvContentPartPr/>
                <p14:nvPr/>
              </p14:nvContentPartPr>
              <p14:xfrm>
                <a:off x="3075098" y="5314043"/>
                <a:ext cx="155520" cy="222840"/>
              </p14:xfrm>
            </p:contentPart>
          </mc:Choice>
          <mc:Fallback>
            <p:pic>
              <p:nvPicPr>
                <p:cNvPr id="63" name="Ink 62">
                  <a:extLst>
                    <a:ext uri="{FF2B5EF4-FFF2-40B4-BE49-F238E27FC236}">
                      <a16:creationId xmlns:a16="http://schemas.microsoft.com/office/drawing/2014/main" id="{E341F950-12DF-CECC-232A-BB463B1DE89A}"/>
                    </a:ext>
                  </a:extLst>
                </p:cNvPr>
                <p:cNvPicPr/>
                <p:nvPr/>
              </p:nvPicPr>
              <p:blipFill>
                <a:blip r:embed="rId86"/>
                <a:stretch>
                  <a:fillRect/>
                </a:stretch>
              </p:blipFill>
              <p:spPr>
                <a:xfrm>
                  <a:off x="3066098" y="5305403"/>
                  <a:ext cx="17316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4" name="Ink 63">
                  <a:extLst>
                    <a:ext uri="{FF2B5EF4-FFF2-40B4-BE49-F238E27FC236}">
                      <a16:creationId xmlns:a16="http://schemas.microsoft.com/office/drawing/2014/main" id="{60C386BD-BD5A-F446-4CF2-22AF07835B42}"/>
                    </a:ext>
                  </a:extLst>
                </p14:cNvPr>
                <p14:cNvContentPartPr/>
                <p14:nvPr/>
              </p14:nvContentPartPr>
              <p14:xfrm>
                <a:off x="3284258" y="5373443"/>
                <a:ext cx="96480" cy="140040"/>
              </p14:xfrm>
            </p:contentPart>
          </mc:Choice>
          <mc:Fallback>
            <p:pic>
              <p:nvPicPr>
                <p:cNvPr id="64" name="Ink 63">
                  <a:extLst>
                    <a:ext uri="{FF2B5EF4-FFF2-40B4-BE49-F238E27FC236}">
                      <a16:creationId xmlns:a16="http://schemas.microsoft.com/office/drawing/2014/main" id="{60C386BD-BD5A-F446-4CF2-22AF07835B42}"/>
                    </a:ext>
                  </a:extLst>
                </p:cNvPr>
                <p:cNvPicPr/>
                <p:nvPr/>
              </p:nvPicPr>
              <p:blipFill>
                <a:blip r:embed="rId88"/>
                <a:stretch>
                  <a:fillRect/>
                </a:stretch>
              </p:blipFill>
              <p:spPr>
                <a:xfrm>
                  <a:off x="3275618" y="5364443"/>
                  <a:ext cx="114120" cy="157680"/>
                </a:xfrm>
                <a:prstGeom prst="rect">
                  <a:avLst/>
                </a:prstGeom>
              </p:spPr>
            </p:pic>
          </mc:Fallback>
        </mc:AlternateContent>
      </p:grpSp>
      <p:grpSp>
        <p:nvGrpSpPr>
          <p:cNvPr id="87" name="Group 86">
            <a:extLst>
              <a:ext uri="{FF2B5EF4-FFF2-40B4-BE49-F238E27FC236}">
                <a16:creationId xmlns:a16="http://schemas.microsoft.com/office/drawing/2014/main" id="{987E4C09-C471-1A1F-94DD-5185A69BB550}"/>
              </a:ext>
            </a:extLst>
          </p:cNvPr>
          <p:cNvGrpSpPr/>
          <p:nvPr/>
        </p:nvGrpSpPr>
        <p:grpSpPr>
          <a:xfrm>
            <a:off x="905378" y="5831003"/>
            <a:ext cx="2781360" cy="381240"/>
            <a:chOff x="905378" y="5831003"/>
            <a:chExt cx="2781360" cy="381240"/>
          </a:xfrm>
        </p:grpSpPr>
        <mc:AlternateContent xmlns:mc="http://schemas.openxmlformats.org/markup-compatibility/2006">
          <mc:Choice xmlns:p14="http://schemas.microsoft.com/office/powerpoint/2010/main" Requires="p14">
            <p:contentPart p14:bwMode="auto" r:id="rId89">
              <p14:nvContentPartPr>
                <p14:cNvPr id="66" name="Ink 65">
                  <a:extLst>
                    <a:ext uri="{FF2B5EF4-FFF2-40B4-BE49-F238E27FC236}">
                      <a16:creationId xmlns:a16="http://schemas.microsoft.com/office/drawing/2014/main" id="{279BC434-9AB9-8B9E-85EE-2DFADF33ED70}"/>
                    </a:ext>
                  </a:extLst>
                </p14:cNvPr>
                <p14:cNvContentPartPr/>
                <p14:nvPr/>
              </p14:nvContentPartPr>
              <p14:xfrm>
                <a:off x="905378" y="5900843"/>
                <a:ext cx="114840" cy="185400"/>
              </p14:xfrm>
            </p:contentPart>
          </mc:Choice>
          <mc:Fallback>
            <p:pic>
              <p:nvPicPr>
                <p:cNvPr id="66" name="Ink 65">
                  <a:extLst>
                    <a:ext uri="{FF2B5EF4-FFF2-40B4-BE49-F238E27FC236}">
                      <a16:creationId xmlns:a16="http://schemas.microsoft.com/office/drawing/2014/main" id="{279BC434-9AB9-8B9E-85EE-2DFADF33ED70}"/>
                    </a:ext>
                  </a:extLst>
                </p:cNvPr>
                <p:cNvPicPr/>
                <p:nvPr/>
              </p:nvPicPr>
              <p:blipFill>
                <a:blip r:embed="rId90"/>
                <a:stretch>
                  <a:fillRect/>
                </a:stretch>
              </p:blipFill>
              <p:spPr>
                <a:xfrm>
                  <a:off x="896378" y="5892203"/>
                  <a:ext cx="1324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7" name="Ink 66">
                  <a:extLst>
                    <a:ext uri="{FF2B5EF4-FFF2-40B4-BE49-F238E27FC236}">
                      <a16:creationId xmlns:a16="http://schemas.microsoft.com/office/drawing/2014/main" id="{65475A1D-F507-4AEC-DF7E-1C39DFFF679E}"/>
                    </a:ext>
                  </a:extLst>
                </p14:cNvPr>
                <p14:cNvContentPartPr/>
                <p14:nvPr/>
              </p14:nvContentPartPr>
              <p14:xfrm>
                <a:off x="1101938" y="5969243"/>
                <a:ext cx="87840" cy="108720"/>
              </p14:xfrm>
            </p:contentPart>
          </mc:Choice>
          <mc:Fallback>
            <p:pic>
              <p:nvPicPr>
                <p:cNvPr id="67" name="Ink 66">
                  <a:extLst>
                    <a:ext uri="{FF2B5EF4-FFF2-40B4-BE49-F238E27FC236}">
                      <a16:creationId xmlns:a16="http://schemas.microsoft.com/office/drawing/2014/main" id="{65475A1D-F507-4AEC-DF7E-1C39DFFF679E}"/>
                    </a:ext>
                  </a:extLst>
                </p:cNvPr>
                <p:cNvPicPr/>
                <p:nvPr/>
              </p:nvPicPr>
              <p:blipFill>
                <a:blip r:embed="rId92"/>
                <a:stretch>
                  <a:fillRect/>
                </a:stretch>
              </p:blipFill>
              <p:spPr>
                <a:xfrm>
                  <a:off x="1092938" y="5960243"/>
                  <a:ext cx="10548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9" name="Ink 68">
                  <a:extLst>
                    <a:ext uri="{FF2B5EF4-FFF2-40B4-BE49-F238E27FC236}">
                      <a16:creationId xmlns:a16="http://schemas.microsoft.com/office/drawing/2014/main" id="{00CB05DB-6C47-4030-65C1-5402AB38570E}"/>
                    </a:ext>
                  </a:extLst>
                </p14:cNvPr>
                <p14:cNvContentPartPr/>
                <p14:nvPr/>
              </p14:nvContentPartPr>
              <p14:xfrm>
                <a:off x="1299218" y="5969963"/>
                <a:ext cx="223200" cy="93600"/>
              </p14:xfrm>
            </p:contentPart>
          </mc:Choice>
          <mc:Fallback>
            <p:pic>
              <p:nvPicPr>
                <p:cNvPr id="69" name="Ink 68">
                  <a:extLst>
                    <a:ext uri="{FF2B5EF4-FFF2-40B4-BE49-F238E27FC236}">
                      <a16:creationId xmlns:a16="http://schemas.microsoft.com/office/drawing/2014/main" id="{00CB05DB-6C47-4030-65C1-5402AB38570E}"/>
                    </a:ext>
                  </a:extLst>
                </p:cNvPr>
                <p:cNvPicPr/>
                <p:nvPr/>
              </p:nvPicPr>
              <p:blipFill>
                <a:blip r:embed="rId94"/>
                <a:stretch>
                  <a:fillRect/>
                </a:stretch>
              </p:blipFill>
              <p:spPr>
                <a:xfrm>
                  <a:off x="1290218" y="5960963"/>
                  <a:ext cx="2408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0" name="Ink 69">
                  <a:extLst>
                    <a:ext uri="{FF2B5EF4-FFF2-40B4-BE49-F238E27FC236}">
                      <a16:creationId xmlns:a16="http://schemas.microsoft.com/office/drawing/2014/main" id="{339FACA4-F524-E6B8-4C7B-20F628BF63EA}"/>
                    </a:ext>
                  </a:extLst>
                </p14:cNvPr>
                <p14:cNvContentPartPr/>
                <p14:nvPr/>
              </p14:nvContentPartPr>
              <p14:xfrm>
                <a:off x="1549778" y="5848283"/>
                <a:ext cx="34200" cy="355320"/>
              </p14:xfrm>
            </p:contentPart>
          </mc:Choice>
          <mc:Fallback>
            <p:pic>
              <p:nvPicPr>
                <p:cNvPr id="70" name="Ink 69">
                  <a:extLst>
                    <a:ext uri="{FF2B5EF4-FFF2-40B4-BE49-F238E27FC236}">
                      <a16:creationId xmlns:a16="http://schemas.microsoft.com/office/drawing/2014/main" id="{339FACA4-F524-E6B8-4C7B-20F628BF63EA}"/>
                    </a:ext>
                  </a:extLst>
                </p:cNvPr>
                <p:cNvPicPr/>
                <p:nvPr/>
              </p:nvPicPr>
              <p:blipFill>
                <a:blip r:embed="rId96"/>
                <a:stretch>
                  <a:fillRect/>
                </a:stretch>
              </p:blipFill>
              <p:spPr>
                <a:xfrm>
                  <a:off x="1540778" y="5839643"/>
                  <a:ext cx="5184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71" name="Ink 70">
                  <a:extLst>
                    <a:ext uri="{FF2B5EF4-FFF2-40B4-BE49-F238E27FC236}">
                      <a16:creationId xmlns:a16="http://schemas.microsoft.com/office/drawing/2014/main" id="{8A15BB0E-A520-B11C-5ED6-D19FE59A497A}"/>
                    </a:ext>
                  </a:extLst>
                </p14:cNvPr>
                <p14:cNvContentPartPr/>
                <p14:nvPr/>
              </p14:nvContentPartPr>
              <p14:xfrm>
                <a:off x="1574258" y="5975003"/>
                <a:ext cx="103680" cy="63720"/>
              </p14:xfrm>
            </p:contentPart>
          </mc:Choice>
          <mc:Fallback>
            <p:pic>
              <p:nvPicPr>
                <p:cNvPr id="71" name="Ink 70">
                  <a:extLst>
                    <a:ext uri="{FF2B5EF4-FFF2-40B4-BE49-F238E27FC236}">
                      <a16:creationId xmlns:a16="http://schemas.microsoft.com/office/drawing/2014/main" id="{8A15BB0E-A520-B11C-5ED6-D19FE59A497A}"/>
                    </a:ext>
                  </a:extLst>
                </p:cNvPr>
                <p:cNvPicPr/>
                <p:nvPr/>
              </p:nvPicPr>
              <p:blipFill>
                <a:blip r:embed="rId98"/>
                <a:stretch>
                  <a:fillRect/>
                </a:stretch>
              </p:blipFill>
              <p:spPr>
                <a:xfrm>
                  <a:off x="1565618" y="5966363"/>
                  <a:ext cx="1213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72" name="Ink 71">
                  <a:extLst>
                    <a:ext uri="{FF2B5EF4-FFF2-40B4-BE49-F238E27FC236}">
                      <a16:creationId xmlns:a16="http://schemas.microsoft.com/office/drawing/2014/main" id="{B77CBF7F-DEDA-CF17-8265-35DBE7F405AD}"/>
                    </a:ext>
                  </a:extLst>
                </p14:cNvPr>
                <p14:cNvContentPartPr/>
                <p14:nvPr/>
              </p14:nvContentPartPr>
              <p14:xfrm>
                <a:off x="1699898" y="5968883"/>
                <a:ext cx="229320" cy="128880"/>
              </p14:xfrm>
            </p:contentPart>
          </mc:Choice>
          <mc:Fallback>
            <p:pic>
              <p:nvPicPr>
                <p:cNvPr id="72" name="Ink 71">
                  <a:extLst>
                    <a:ext uri="{FF2B5EF4-FFF2-40B4-BE49-F238E27FC236}">
                      <a16:creationId xmlns:a16="http://schemas.microsoft.com/office/drawing/2014/main" id="{B77CBF7F-DEDA-CF17-8265-35DBE7F405AD}"/>
                    </a:ext>
                  </a:extLst>
                </p:cNvPr>
                <p:cNvPicPr/>
                <p:nvPr/>
              </p:nvPicPr>
              <p:blipFill>
                <a:blip r:embed="rId100"/>
                <a:stretch>
                  <a:fillRect/>
                </a:stretch>
              </p:blipFill>
              <p:spPr>
                <a:xfrm>
                  <a:off x="1691258" y="5960243"/>
                  <a:ext cx="24696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73" name="Ink 72">
                  <a:extLst>
                    <a:ext uri="{FF2B5EF4-FFF2-40B4-BE49-F238E27FC236}">
                      <a16:creationId xmlns:a16="http://schemas.microsoft.com/office/drawing/2014/main" id="{E88DA09A-315D-ECE2-9996-5131321A00FF}"/>
                    </a:ext>
                  </a:extLst>
                </p14:cNvPr>
                <p14:cNvContentPartPr/>
                <p14:nvPr/>
              </p14:nvContentPartPr>
              <p14:xfrm>
                <a:off x="2036498" y="5964563"/>
                <a:ext cx="88200" cy="72720"/>
              </p14:xfrm>
            </p:contentPart>
          </mc:Choice>
          <mc:Fallback>
            <p:pic>
              <p:nvPicPr>
                <p:cNvPr id="73" name="Ink 72">
                  <a:extLst>
                    <a:ext uri="{FF2B5EF4-FFF2-40B4-BE49-F238E27FC236}">
                      <a16:creationId xmlns:a16="http://schemas.microsoft.com/office/drawing/2014/main" id="{E88DA09A-315D-ECE2-9996-5131321A00FF}"/>
                    </a:ext>
                  </a:extLst>
                </p:cNvPr>
                <p:cNvPicPr/>
                <p:nvPr/>
              </p:nvPicPr>
              <p:blipFill>
                <a:blip r:embed="rId102"/>
                <a:stretch>
                  <a:fillRect/>
                </a:stretch>
              </p:blipFill>
              <p:spPr>
                <a:xfrm>
                  <a:off x="2027498" y="5955923"/>
                  <a:ext cx="10584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74" name="Ink 73">
                  <a:extLst>
                    <a:ext uri="{FF2B5EF4-FFF2-40B4-BE49-F238E27FC236}">
                      <a16:creationId xmlns:a16="http://schemas.microsoft.com/office/drawing/2014/main" id="{1C837E84-158A-50AE-9E0D-03A4D0E3D4E7}"/>
                    </a:ext>
                  </a:extLst>
                </p14:cNvPr>
                <p14:cNvContentPartPr/>
                <p14:nvPr/>
              </p14:nvContentPartPr>
              <p14:xfrm>
                <a:off x="2015978" y="6078323"/>
                <a:ext cx="73440" cy="14040"/>
              </p14:xfrm>
            </p:contentPart>
          </mc:Choice>
          <mc:Fallback>
            <p:pic>
              <p:nvPicPr>
                <p:cNvPr id="74" name="Ink 73">
                  <a:extLst>
                    <a:ext uri="{FF2B5EF4-FFF2-40B4-BE49-F238E27FC236}">
                      <a16:creationId xmlns:a16="http://schemas.microsoft.com/office/drawing/2014/main" id="{1C837E84-158A-50AE-9E0D-03A4D0E3D4E7}"/>
                    </a:ext>
                  </a:extLst>
                </p:cNvPr>
                <p:cNvPicPr/>
                <p:nvPr/>
              </p:nvPicPr>
              <p:blipFill>
                <a:blip r:embed="rId104"/>
                <a:stretch>
                  <a:fillRect/>
                </a:stretch>
              </p:blipFill>
              <p:spPr>
                <a:xfrm>
                  <a:off x="2007338" y="6069683"/>
                  <a:ext cx="910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75" name="Ink 74">
                  <a:extLst>
                    <a:ext uri="{FF2B5EF4-FFF2-40B4-BE49-F238E27FC236}">
                      <a16:creationId xmlns:a16="http://schemas.microsoft.com/office/drawing/2014/main" id="{03FFB39D-8364-0002-ADF1-6C2D879D5A38}"/>
                    </a:ext>
                  </a:extLst>
                </p14:cNvPr>
                <p14:cNvContentPartPr/>
                <p14:nvPr/>
              </p14:nvContentPartPr>
              <p14:xfrm>
                <a:off x="2153138" y="5962043"/>
                <a:ext cx="114480" cy="110880"/>
              </p14:xfrm>
            </p:contentPart>
          </mc:Choice>
          <mc:Fallback>
            <p:pic>
              <p:nvPicPr>
                <p:cNvPr id="75" name="Ink 74">
                  <a:extLst>
                    <a:ext uri="{FF2B5EF4-FFF2-40B4-BE49-F238E27FC236}">
                      <a16:creationId xmlns:a16="http://schemas.microsoft.com/office/drawing/2014/main" id="{03FFB39D-8364-0002-ADF1-6C2D879D5A38}"/>
                    </a:ext>
                  </a:extLst>
                </p:cNvPr>
                <p:cNvPicPr/>
                <p:nvPr/>
              </p:nvPicPr>
              <p:blipFill>
                <a:blip r:embed="rId106"/>
                <a:stretch>
                  <a:fillRect/>
                </a:stretch>
              </p:blipFill>
              <p:spPr>
                <a:xfrm>
                  <a:off x="2144498" y="5953043"/>
                  <a:ext cx="1321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76" name="Ink 75">
                  <a:extLst>
                    <a:ext uri="{FF2B5EF4-FFF2-40B4-BE49-F238E27FC236}">
                      <a16:creationId xmlns:a16="http://schemas.microsoft.com/office/drawing/2014/main" id="{5D9A8070-7DB7-36E0-BEBD-306E8903EC20}"/>
                    </a:ext>
                  </a:extLst>
                </p14:cNvPr>
                <p14:cNvContentPartPr/>
                <p14:nvPr/>
              </p14:nvContentPartPr>
              <p14:xfrm>
                <a:off x="2258258" y="5971043"/>
                <a:ext cx="105480" cy="116640"/>
              </p14:xfrm>
            </p:contentPart>
          </mc:Choice>
          <mc:Fallback>
            <p:pic>
              <p:nvPicPr>
                <p:cNvPr id="76" name="Ink 75">
                  <a:extLst>
                    <a:ext uri="{FF2B5EF4-FFF2-40B4-BE49-F238E27FC236}">
                      <a16:creationId xmlns:a16="http://schemas.microsoft.com/office/drawing/2014/main" id="{5D9A8070-7DB7-36E0-BEBD-306E8903EC20}"/>
                    </a:ext>
                  </a:extLst>
                </p:cNvPr>
                <p:cNvPicPr/>
                <p:nvPr/>
              </p:nvPicPr>
              <p:blipFill>
                <a:blip r:embed="rId108"/>
                <a:stretch>
                  <a:fillRect/>
                </a:stretch>
              </p:blipFill>
              <p:spPr>
                <a:xfrm>
                  <a:off x="2249258" y="5962403"/>
                  <a:ext cx="1231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77" name="Ink 76">
                  <a:extLst>
                    <a:ext uri="{FF2B5EF4-FFF2-40B4-BE49-F238E27FC236}">
                      <a16:creationId xmlns:a16="http://schemas.microsoft.com/office/drawing/2014/main" id="{F58D10A2-AC7A-F6B0-CC3F-3378B0471A2E}"/>
                    </a:ext>
                  </a:extLst>
                </p14:cNvPr>
                <p14:cNvContentPartPr/>
                <p14:nvPr/>
              </p14:nvContentPartPr>
              <p14:xfrm>
                <a:off x="2413418" y="5841803"/>
                <a:ext cx="115920" cy="225360"/>
              </p14:xfrm>
            </p:contentPart>
          </mc:Choice>
          <mc:Fallback>
            <p:pic>
              <p:nvPicPr>
                <p:cNvPr id="77" name="Ink 76">
                  <a:extLst>
                    <a:ext uri="{FF2B5EF4-FFF2-40B4-BE49-F238E27FC236}">
                      <a16:creationId xmlns:a16="http://schemas.microsoft.com/office/drawing/2014/main" id="{F58D10A2-AC7A-F6B0-CC3F-3378B0471A2E}"/>
                    </a:ext>
                  </a:extLst>
                </p:cNvPr>
                <p:cNvPicPr/>
                <p:nvPr/>
              </p:nvPicPr>
              <p:blipFill>
                <a:blip r:embed="rId110"/>
                <a:stretch>
                  <a:fillRect/>
                </a:stretch>
              </p:blipFill>
              <p:spPr>
                <a:xfrm>
                  <a:off x="2404418" y="5832803"/>
                  <a:ext cx="13356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8" name="Ink 77">
                  <a:extLst>
                    <a:ext uri="{FF2B5EF4-FFF2-40B4-BE49-F238E27FC236}">
                      <a16:creationId xmlns:a16="http://schemas.microsoft.com/office/drawing/2014/main" id="{7E50BB55-A76A-DA7C-0073-98B5F8750F79}"/>
                    </a:ext>
                  </a:extLst>
                </p14:cNvPr>
                <p14:cNvContentPartPr/>
                <p14:nvPr/>
              </p14:nvContentPartPr>
              <p14:xfrm>
                <a:off x="2687378" y="5877443"/>
                <a:ext cx="12960" cy="9360"/>
              </p14:xfrm>
            </p:contentPart>
          </mc:Choice>
          <mc:Fallback>
            <p:pic>
              <p:nvPicPr>
                <p:cNvPr id="78" name="Ink 77">
                  <a:extLst>
                    <a:ext uri="{FF2B5EF4-FFF2-40B4-BE49-F238E27FC236}">
                      <a16:creationId xmlns:a16="http://schemas.microsoft.com/office/drawing/2014/main" id="{7E50BB55-A76A-DA7C-0073-98B5F8750F79}"/>
                    </a:ext>
                  </a:extLst>
                </p:cNvPr>
                <p:cNvPicPr/>
                <p:nvPr/>
              </p:nvPicPr>
              <p:blipFill>
                <a:blip r:embed="rId112"/>
                <a:stretch>
                  <a:fillRect/>
                </a:stretch>
              </p:blipFill>
              <p:spPr>
                <a:xfrm>
                  <a:off x="2678738" y="5868443"/>
                  <a:ext cx="306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9" name="Ink 78">
                  <a:extLst>
                    <a:ext uri="{FF2B5EF4-FFF2-40B4-BE49-F238E27FC236}">
                      <a16:creationId xmlns:a16="http://schemas.microsoft.com/office/drawing/2014/main" id="{9DA99E7B-2972-2605-3895-2B736230EF06}"/>
                    </a:ext>
                  </a:extLst>
                </p14:cNvPr>
                <p14:cNvContentPartPr/>
                <p14:nvPr/>
              </p14:nvContentPartPr>
              <p14:xfrm>
                <a:off x="2676938" y="6042323"/>
                <a:ext cx="50400" cy="169920"/>
              </p14:xfrm>
            </p:contentPart>
          </mc:Choice>
          <mc:Fallback>
            <p:pic>
              <p:nvPicPr>
                <p:cNvPr id="79" name="Ink 78">
                  <a:extLst>
                    <a:ext uri="{FF2B5EF4-FFF2-40B4-BE49-F238E27FC236}">
                      <a16:creationId xmlns:a16="http://schemas.microsoft.com/office/drawing/2014/main" id="{9DA99E7B-2972-2605-3895-2B736230EF06}"/>
                    </a:ext>
                  </a:extLst>
                </p:cNvPr>
                <p:cNvPicPr/>
                <p:nvPr/>
              </p:nvPicPr>
              <p:blipFill>
                <a:blip r:embed="rId114"/>
                <a:stretch>
                  <a:fillRect/>
                </a:stretch>
              </p:blipFill>
              <p:spPr>
                <a:xfrm>
                  <a:off x="2668298" y="6033683"/>
                  <a:ext cx="6804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80" name="Ink 79">
                  <a:extLst>
                    <a:ext uri="{FF2B5EF4-FFF2-40B4-BE49-F238E27FC236}">
                      <a16:creationId xmlns:a16="http://schemas.microsoft.com/office/drawing/2014/main" id="{B0E647CA-22DB-ACB1-2A53-22B4412115FF}"/>
                    </a:ext>
                  </a:extLst>
                </p14:cNvPr>
                <p14:cNvContentPartPr/>
                <p14:nvPr/>
              </p14:nvContentPartPr>
              <p14:xfrm>
                <a:off x="2917418" y="5929283"/>
                <a:ext cx="360" cy="360"/>
              </p14:xfrm>
            </p:contentPart>
          </mc:Choice>
          <mc:Fallback>
            <p:pic>
              <p:nvPicPr>
                <p:cNvPr id="80" name="Ink 79">
                  <a:extLst>
                    <a:ext uri="{FF2B5EF4-FFF2-40B4-BE49-F238E27FC236}">
                      <a16:creationId xmlns:a16="http://schemas.microsoft.com/office/drawing/2014/main" id="{B0E647CA-22DB-ACB1-2A53-22B4412115FF}"/>
                    </a:ext>
                  </a:extLst>
                </p:cNvPr>
                <p:cNvPicPr/>
                <p:nvPr/>
              </p:nvPicPr>
              <p:blipFill>
                <a:blip r:embed="rId28"/>
                <a:stretch>
                  <a:fillRect/>
                </a:stretch>
              </p:blipFill>
              <p:spPr>
                <a:xfrm>
                  <a:off x="2908778" y="592028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1" name="Ink 80">
                  <a:extLst>
                    <a:ext uri="{FF2B5EF4-FFF2-40B4-BE49-F238E27FC236}">
                      <a16:creationId xmlns:a16="http://schemas.microsoft.com/office/drawing/2014/main" id="{BCA0E51A-6D69-EA17-4F6E-ED0F10485932}"/>
                    </a:ext>
                  </a:extLst>
                </p14:cNvPr>
                <p14:cNvContentPartPr/>
                <p14:nvPr/>
              </p14:nvContentPartPr>
              <p14:xfrm>
                <a:off x="2874938" y="5887163"/>
                <a:ext cx="160560" cy="205920"/>
              </p14:xfrm>
            </p:contentPart>
          </mc:Choice>
          <mc:Fallback>
            <p:pic>
              <p:nvPicPr>
                <p:cNvPr id="81" name="Ink 80">
                  <a:extLst>
                    <a:ext uri="{FF2B5EF4-FFF2-40B4-BE49-F238E27FC236}">
                      <a16:creationId xmlns:a16="http://schemas.microsoft.com/office/drawing/2014/main" id="{BCA0E51A-6D69-EA17-4F6E-ED0F10485932}"/>
                    </a:ext>
                  </a:extLst>
                </p:cNvPr>
                <p:cNvPicPr/>
                <p:nvPr/>
              </p:nvPicPr>
              <p:blipFill>
                <a:blip r:embed="rId117"/>
                <a:stretch>
                  <a:fillRect/>
                </a:stretch>
              </p:blipFill>
              <p:spPr>
                <a:xfrm>
                  <a:off x="2865938" y="5878163"/>
                  <a:ext cx="17820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2" name="Ink 81">
                  <a:extLst>
                    <a:ext uri="{FF2B5EF4-FFF2-40B4-BE49-F238E27FC236}">
                      <a16:creationId xmlns:a16="http://schemas.microsoft.com/office/drawing/2014/main" id="{8674AC63-ABBC-1633-30A4-9833454D112F}"/>
                    </a:ext>
                  </a:extLst>
                </p14:cNvPr>
                <p14:cNvContentPartPr/>
                <p14:nvPr/>
              </p14:nvContentPartPr>
              <p14:xfrm>
                <a:off x="2864498" y="5866283"/>
                <a:ext cx="157320" cy="263880"/>
              </p14:xfrm>
            </p:contentPart>
          </mc:Choice>
          <mc:Fallback>
            <p:pic>
              <p:nvPicPr>
                <p:cNvPr id="82" name="Ink 81">
                  <a:extLst>
                    <a:ext uri="{FF2B5EF4-FFF2-40B4-BE49-F238E27FC236}">
                      <a16:creationId xmlns:a16="http://schemas.microsoft.com/office/drawing/2014/main" id="{8674AC63-ABBC-1633-30A4-9833454D112F}"/>
                    </a:ext>
                  </a:extLst>
                </p:cNvPr>
                <p:cNvPicPr/>
                <p:nvPr/>
              </p:nvPicPr>
              <p:blipFill>
                <a:blip r:embed="rId119"/>
                <a:stretch>
                  <a:fillRect/>
                </a:stretch>
              </p:blipFill>
              <p:spPr>
                <a:xfrm>
                  <a:off x="2855858" y="5857643"/>
                  <a:ext cx="17496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3" name="Ink 82">
                  <a:extLst>
                    <a:ext uri="{FF2B5EF4-FFF2-40B4-BE49-F238E27FC236}">
                      <a16:creationId xmlns:a16="http://schemas.microsoft.com/office/drawing/2014/main" id="{BCBF9A53-96A3-AA57-2F81-5978D23D87FE}"/>
                    </a:ext>
                  </a:extLst>
                </p14:cNvPr>
                <p14:cNvContentPartPr/>
                <p14:nvPr/>
              </p14:nvContentPartPr>
              <p14:xfrm>
                <a:off x="3110378" y="5860523"/>
                <a:ext cx="160560" cy="229320"/>
              </p14:xfrm>
            </p:contentPart>
          </mc:Choice>
          <mc:Fallback>
            <p:pic>
              <p:nvPicPr>
                <p:cNvPr id="83" name="Ink 82">
                  <a:extLst>
                    <a:ext uri="{FF2B5EF4-FFF2-40B4-BE49-F238E27FC236}">
                      <a16:creationId xmlns:a16="http://schemas.microsoft.com/office/drawing/2014/main" id="{BCBF9A53-96A3-AA57-2F81-5978D23D87FE}"/>
                    </a:ext>
                  </a:extLst>
                </p:cNvPr>
                <p:cNvPicPr/>
                <p:nvPr/>
              </p:nvPicPr>
              <p:blipFill>
                <a:blip r:embed="rId121"/>
                <a:stretch>
                  <a:fillRect/>
                </a:stretch>
              </p:blipFill>
              <p:spPr>
                <a:xfrm>
                  <a:off x="3101738" y="5851523"/>
                  <a:ext cx="17820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4" name="Ink 83">
                  <a:extLst>
                    <a:ext uri="{FF2B5EF4-FFF2-40B4-BE49-F238E27FC236}">
                      <a16:creationId xmlns:a16="http://schemas.microsoft.com/office/drawing/2014/main" id="{AD05B4CF-A4ED-E030-BDFA-79F78FF6F850}"/>
                    </a:ext>
                  </a:extLst>
                </p14:cNvPr>
                <p14:cNvContentPartPr/>
                <p14:nvPr/>
              </p14:nvContentPartPr>
              <p14:xfrm>
                <a:off x="3372818" y="5831003"/>
                <a:ext cx="153360" cy="204120"/>
              </p14:xfrm>
            </p:contentPart>
          </mc:Choice>
          <mc:Fallback>
            <p:pic>
              <p:nvPicPr>
                <p:cNvPr id="84" name="Ink 83">
                  <a:extLst>
                    <a:ext uri="{FF2B5EF4-FFF2-40B4-BE49-F238E27FC236}">
                      <a16:creationId xmlns:a16="http://schemas.microsoft.com/office/drawing/2014/main" id="{AD05B4CF-A4ED-E030-BDFA-79F78FF6F850}"/>
                    </a:ext>
                  </a:extLst>
                </p:cNvPr>
                <p:cNvPicPr/>
                <p:nvPr/>
              </p:nvPicPr>
              <p:blipFill>
                <a:blip r:embed="rId123"/>
                <a:stretch>
                  <a:fillRect/>
                </a:stretch>
              </p:blipFill>
              <p:spPr>
                <a:xfrm>
                  <a:off x="3364178" y="5822003"/>
                  <a:ext cx="171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5" name="Ink 84">
                  <a:extLst>
                    <a:ext uri="{FF2B5EF4-FFF2-40B4-BE49-F238E27FC236}">
                      <a16:creationId xmlns:a16="http://schemas.microsoft.com/office/drawing/2014/main" id="{11914132-C7FD-C0BC-018C-FD06D6EAC725}"/>
                    </a:ext>
                  </a:extLst>
                </p14:cNvPr>
                <p14:cNvContentPartPr/>
                <p14:nvPr/>
              </p14:nvContentPartPr>
              <p14:xfrm>
                <a:off x="3363818" y="5863763"/>
                <a:ext cx="123840" cy="187920"/>
              </p14:xfrm>
            </p:contentPart>
          </mc:Choice>
          <mc:Fallback>
            <p:pic>
              <p:nvPicPr>
                <p:cNvPr id="85" name="Ink 84">
                  <a:extLst>
                    <a:ext uri="{FF2B5EF4-FFF2-40B4-BE49-F238E27FC236}">
                      <a16:creationId xmlns:a16="http://schemas.microsoft.com/office/drawing/2014/main" id="{11914132-C7FD-C0BC-018C-FD06D6EAC725}"/>
                    </a:ext>
                  </a:extLst>
                </p:cNvPr>
                <p:cNvPicPr/>
                <p:nvPr/>
              </p:nvPicPr>
              <p:blipFill>
                <a:blip r:embed="rId125"/>
                <a:stretch>
                  <a:fillRect/>
                </a:stretch>
              </p:blipFill>
              <p:spPr>
                <a:xfrm>
                  <a:off x="3354818" y="5854763"/>
                  <a:ext cx="14148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6" name="Ink 85">
                  <a:extLst>
                    <a:ext uri="{FF2B5EF4-FFF2-40B4-BE49-F238E27FC236}">
                      <a16:creationId xmlns:a16="http://schemas.microsoft.com/office/drawing/2014/main" id="{6CAEA9C7-D62B-CBEC-12ED-38E8BD81A66B}"/>
                    </a:ext>
                  </a:extLst>
                </p14:cNvPr>
                <p14:cNvContentPartPr/>
                <p14:nvPr/>
              </p14:nvContentPartPr>
              <p14:xfrm>
                <a:off x="3558578" y="5946563"/>
                <a:ext cx="128160" cy="108720"/>
              </p14:xfrm>
            </p:contentPart>
          </mc:Choice>
          <mc:Fallback>
            <p:pic>
              <p:nvPicPr>
                <p:cNvPr id="86" name="Ink 85">
                  <a:extLst>
                    <a:ext uri="{FF2B5EF4-FFF2-40B4-BE49-F238E27FC236}">
                      <a16:creationId xmlns:a16="http://schemas.microsoft.com/office/drawing/2014/main" id="{6CAEA9C7-D62B-CBEC-12ED-38E8BD81A66B}"/>
                    </a:ext>
                  </a:extLst>
                </p:cNvPr>
                <p:cNvPicPr/>
                <p:nvPr/>
              </p:nvPicPr>
              <p:blipFill>
                <a:blip r:embed="rId127"/>
                <a:stretch>
                  <a:fillRect/>
                </a:stretch>
              </p:blipFill>
              <p:spPr>
                <a:xfrm>
                  <a:off x="3549578" y="5937923"/>
                  <a:ext cx="145800" cy="126360"/>
                </a:xfrm>
                <a:prstGeom prst="rect">
                  <a:avLst/>
                </a:prstGeom>
              </p:spPr>
            </p:pic>
          </mc:Fallback>
        </mc:AlternateContent>
      </p:grpSp>
      <p:grpSp>
        <p:nvGrpSpPr>
          <p:cNvPr id="90" name="Group 89">
            <a:extLst>
              <a:ext uri="{FF2B5EF4-FFF2-40B4-BE49-F238E27FC236}">
                <a16:creationId xmlns:a16="http://schemas.microsoft.com/office/drawing/2014/main" id="{E22B8DFB-5A7C-2526-A0C8-13F1204261F4}"/>
              </a:ext>
            </a:extLst>
          </p:cNvPr>
          <p:cNvGrpSpPr/>
          <p:nvPr/>
        </p:nvGrpSpPr>
        <p:grpSpPr>
          <a:xfrm>
            <a:off x="8042960" y="1602154"/>
            <a:ext cx="3047072" cy="2049577"/>
            <a:chOff x="8042960" y="1602154"/>
            <a:chExt cx="3047072" cy="2049577"/>
          </a:xfrm>
        </p:grpSpPr>
        <p:grpSp>
          <p:nvGrpSpPr>
            <p:cNvPr id="15" name="Group 14">
              <a:extLst>
                <a:ext uri="{FF2B5EF4-FFF2-40B4-BE49-F238E27FC236}">
                  <a16:creationId xmlns:a16="http://schemas.microsoft.com/office/drawing/2014/main" id="{A6853216-46DE-57F5-9C18-565592D68984}"/>
                </a:ext>
              </a:extLst>
            </p:cNvPr>
            <p:cNvGrpSpPr/>
            <p:nvPr/>
          </p:nvGrpSpPr>
          <p:grpSpPr>
            <a:xfrm>
              <a:off x="8042960" y="1602154"/>
              <a:ext cx="3047072" cy="2049577"/>
              <a:chOff x="8042960" y="1602154"/>
              <a:chExt cx="3047072" cy="2141079"/>
            </a:xfrm>
          </p:grpSpPr>
          <p:pic>
            <p:nvPicPr>
              <p:cNvPr id="4" name="Picture 3">
                <a:extLst>
                  <a:ext uri="{FF2B5EF4-FFF2-40B4-BE49-F238E27FC236}">
                    <a16:creationId xmlns:a16="http://schemas.microsoft.com/office/drawing/2014/main" id="{5DDA3163-45CE-D74A-FC55-83C3796CEF41}"/>
                  </a:ext>
                </a:extLst>
              </p:cNvPr>
              <p:cNvPicPr>
                <a:picLocks noChangeAspect="1"/>
              </p:cNvPicPr>
              <p:nvPr/>
            </p:nvPicPr>
            <p:blipFill>
              <a:blip r:embed="rId128">
                <a:extLst>
                  <a:ext uri="{28A0092B-C50C-407E-A947-70E740481C1C}">
                    <a14:useLocalDpi xmlns:a14="http://schemas.microsoft.com/office/drawing/2010/main" val="0"/>
                  </a:ext>
                </a:extLst>
              </a:blip>
              <a:srcRect/>
              <a:stretch>
                <a:fillRect/>
              </a:stretch>
            </p:blipFill>
            <p:spPr bwMode="auto">
              <a:xfrm>
                <a:off x="8042960" y="1602154"/>
                <a:ext cx="3047072" cy="2141079"/>
              </a:xfrm>
              <a:prstGeom prst="rect">
                <a:avLst/>
              </a:prstGeom>
              <a:noFill/>
            </p:spPr>
          </p:pic>
          <p:cxnSp>
            <p:nvCxnSpPr>
              <p:cNvPr id="10" name="Straight Arrow Connector 9">
                <a:extLst>
                  <a:ext uri="{FF2B5EF4-FFF2-40B4-BE49-F238E27FC236}">
                    <a16:creationId xmlns:a16="http://schemas.microsoft.com/office/drawing/2014/main" id="{40193EBC-C157-C20E-031B-740A4A21FB79}"/>
                  </a:ext>
                </a:extLst>
              </p:cNvPr>
              <p:cNvCxnSpPr/>
              <p:nvPr/>
            </p:nvCxnSpPr>
            <p:spPr>
              <a:xfrm>
                <a:off x="9526954" y="2430584"/>
                <a:ext cx="0" cy="820615"/>
              </a:xfrm>
              <a:prstGeom prst="straightConnector1">
                <a:avLst/>
              </a:prstGeom>
              <a:ln w="19050">
                <a:solidFill>
                  <a:srgbClr val="FF0000"/>
                </a:solidFill>
                <a:tailEnd type="triangle"/>
              </a:ln>
            </p:spPr>
            <p:style>
              <a:lnRef idx="2">
                <a:schemeClr val="accent2"/>
              </a:lnRef>
              <a:fillRef idx="0">
                <a:schemeClr val="accent2"/>
              </a:fillRef>
              <a:effectRef idx="1">
                <a:schemeClr val="accent2"/>
              </a:effectRef>
              <a:fontRef idx="minor">
                <a:schemeClr val="tx1"/>
              </a:fontRef>
            </p:style>
          </p:cxnSp>
        </p:grpSp>
        <mc:AlternateContent xmlns:mc="http://schemas.openxmlformats.org/markup-compatibility/2006">
          <mc:Choice xmlns:a14="http://schemas.microsoft.com/office/drawing/2010/main" Requires="a14">
            <p:sp>
              <p:nvSpPr>
                <p:cNvPr id="89" name="TextBox 88">
                  <a:extLst>
                    <a:ext uri="{FF2B5EF4-FFF2-40B4-BE49-F238E27FC236}">
                      <a16:creationId xmlns:a16="http://schemas.microsoft.com/office/drawing/2014/main" id="{ACFFF00A-563B-56ED-6414-426FA0C48EF1}"/>
                    </a:ext>
                  </a:extLst>
                </p:cNvPr>
                <p:cNvSpPr txBox="1"/>
                <p:nvPr/>
              </p:nvSpPr>
              <p:spPr>
                <a:xfrm rot="1557682">
                  <a:off x="9855207" y="1791153"/>
                  <a:ext cx="439658" cy="368499"/>
                </a:xfrm>
                <a:prstGeom prst="rect">
                  <a:avLst/>
                </a:prstGeom>
                <a:solidFill>
                  <a:schemeClr val="bg1"/>
                </a:solidFill>
              </p:spPr>
              <p:txBody>
                <a:bodyPr wrap="square">
                  <a:spAutoFit/>
                </a:bodyPr>
                <a:lstStyle/>
                <a:p>
                  <a:pPr algn="just"/>
                  <a14:m>
                    <m:oMathPara xmlns:m="http://schemas.openxmlformats.org/officeDocument/2006/math">
                      <m:oMathParaPr>
                        <m:jc m:val="left"/>
                      </m:oMathParaPr>
                      <m:oMath>
                        <m:acc>
                          <m:accPr>
                            <m:chr m:val="⃗"/>
                            <m:ctrlPr>
                              <a:rPr lang="en-US" sz="1600" b="1" i="1" smtClean="0">
                                <a:solidFill>
                                  <a:schemeClr val="tx1"/>
                                </a:solidFill>
                                <a:latin typeface="Cambria Math" panose="02040503050406030204" pitchFamily="18" charset="0"/>
                              </a:rPr>
                            </m:ctrlPr>
                          </m:accPr>
                          <m:e>
                            <m:r>
                              <a:rPr lang="en-US" sz="1600" b="1" i="1" smtClean="0">
                                <a:solidFill>
                                  <a:schemeClr val="tx1"/>
                                </a:solidFill>
                                <a:latin typeface="Cambria Math" panose="02040503050406030204" pitchFamily="18" charset="0"/>
                              </a:rPr>
                              <m:t>𝑵</m:t>
                            </m:r>
                          </m:e>
                        </m:acc>
                      </m:oMath>
                    </m:oMathPara>
                  </a14:m>
                  <a:endParaRPr lang="en-US" sz="1600" b="1" dirty="0"/>
                </a:p>
              </p:txBody>
            </p:sp>
          </mc:Choice>
          <mc:Fallback>
            <p:sp>
              <p:nvSpPr>
                <p:cNvPr id="89" name="TextBox 88">
                  <a:extLst>
                    <a:ext uri="{FF2B5EF4-FFF2-40B4-BE49-F238E27FC236}">
                      <a16:creationId xmlns:a16="http://schemas.microsoft.com/office/drawing/2014/main" id="{ACFFF00A-563B-56ED-6414-426FA0C48EF1}"/>
                    </a:ext>
                  </a:extLst>
                </p:cNvPr>
                <p:cNvSpPr txBox="1">
                  <a:spLocks noRot="1" noChangeAspect="1" noMove="1" noResize="1" noEditPoints="1" noAdjustHandles="1" noChangeArrowheads="1" noChangeShapeType="1" noTextEdit="1"/>
                </p:cNvSpPr>
                <p:nvPr/>
              </p:nvSpPr>
              <p:spPr>
                <a:xfrm rot="1557682">
                  <a:off x="9855207" y="1791153"/>
                  <a:ext cx="439658" cy="368499"/>
                </a:xfrm>
                <a:prstGeom prst="rect">
                  <a:avLst/>
                </a:prstGeom>
                <a:blipFill>
                  <a:blip r:embed="rId129"/>
                  <a:stretch>
                    <a:fillRect/>
                  </a:stretch>
                </a:blipFill>
              </p:spPr>
              <p:txBody>
                <a:bodyPr/>
                <a:lstStyle/>
                <a:p>
                  <a:r>
                    <a:rPr lang="en-US">
                      <a:noFill/>
                    </a:rPr>
                    <a:t> </a:t>
                  </a:r>
                </a:p>
              </p:txBody>
            </p:sp>
          </mc:Fallback>
        </mc:AlternateContent>
      </p:grpSp>
      <p:sp>
        <p:nvSpPr>
          <p:cNvPr id="94" name="Title 3">
            <a:extLst>
              <a:ext uri="{FF2B5EF4-FFF2-40B4-BE49-F238E27FC236}">
                <a16:creationId xmlns:a16="http://schemas.microsoft.com/office/drawing/2014/main" id="{7B8F9BE2-3E08-747D-5F62-61F828FDC9EB}"/>
              </a:ext>
            </a:extLst>
          </p:cNvPr>
          <p:cNvSpPr txBox="1">
            <a:spLocks/>
          </p:cNvSpPr>
          <p:nvPr/>
        </p:nvSpPr>
        <p:spPr>
          <a:xfrm>
            <a:off x="0" y="-10284"/>
            <a:ext cx="12192000" cy="646331"/>
          </a:xfrm>
          <a:prstGeom prst="rect">
            <a:avLst/>
          </a:prstGeom>
          <a:solidFill>
            <a:schemeClr val="accent6">
              <a:lumMod val="40000"/>
              <a:lumOff val="60000"/>
            </a:schemeClr>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ea typeface="STKaiti" panose="020B0503020204020204" pitchFamily="2" charset="-122"/>
                <a:cs typeface="Times New Roman" panose="02020603050405020304" pitchFamily="18" charset="0"/>
              </a:rPr>
              <a:t>Problem Solving  (Spring Force) </a:t>
            </a:r>
          </a:p>
        </p:txBody>
      </p:sp>
    </p:spTree>
    <p:extLst>
      <p:ext uri="{BB962C8B-B14F-4D97-AF65-F5344CB8AC3E}">
        <p14:creationId xmlns:p14="http://schemas.microsoft.com/office/powerpoint/2010/main" val="2394205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30" grpId="0"/>
      <p:bldP spid="3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28A1159-B428-4E92-8BE0-D3B374591CA5}"/>
              </a:ext>
            </a:extLst>
          </p:cNvPr>
          <p:cNvGrpSpPr/>
          <p:nvPr/>
        </p:nvGrpSpPr>
        <p:grpSpPr>
          <a:xfrm>
            <a:off x="1344245" y="1094155"/>
            <a:ext cx="9147789" cy="5080000"/>
            <a:chOff x="536260" y="1593385"/>
            <a:chExt cx="8268146" cy="4518800"/>
          </a:xfrm>
        </p:grpSpPr>
        <p:grpSp>
          <p:nvGrpSpPr>
            <p:cNvPr id="6" name="Group 5">
              <a:extLst>
                <a:ext uri="{FF2B5EF4-FFF2-40B4-BE49-F238E27FC236}">
                  <a16:creationId xmlns:a16="http://schemas.microsoft.com/office/drawing/2014/main" id="{2F1C9D00-A999-43EF-BF87-4BA52F711455}"/>
                </a:ext>
              </a:extLst>
            </p:cNvPr>
            <p:cNvGrpSpPr/>
            <p:nvPr/>
          </p:nvGrpSpPr>
          <p:grpSpPr>
            <a:xfrm>
              <a:off x="536260" y="1593385"/>
              <a:ext cx="3619838" cy="3324045"/>
              <a:chOff x="597220" y="1646654"/>
              <a:chExt cx="3619838" cy="3324045"/>
            </a:xfrm>
          </p:grpSpPr>
          <p:graphicFrame>
            <p:nvGraphicFramePr>
              <p:cNvPr id="5" name="Object 4"/>
              <p:cNvGraphicFramePr>
                <a:graphicFrameLocks noChangeAspect="1"/>
              </p:cNvGraphicFramePr>
              <p:nvPr/>
            </p:nvGraphicFramePr>
            <p:xfrm>
              <a:off x="1672921" y="2539084"/>
              <a:ext cx="1468438" cy="714375"/>
            </p:xfrm>
            <a:graphic>
              <a:graphicData uri="http://schemas.openxmlformats.org/presentationml/2006/ole">
                <mc:AlternateContent xmlns:mc="http://schemas.openxmlformats.org/markup-compatibility/2006">
                  <mc:Choice xmlns:v="urn:schemas-microsoft-com:vml" Requires="v">
                    <p:oleObj name="Equation" r:id="rId3" imgW="469800" imgH="228600" progId="Equation.DSMT4">
                      <p:embed/>
                    </p:oleObj>
                  </mc:Choice>
                  <mc:Fallback>
                    <p:oleObj name="Equation" r:id="rId3" imgW="469800" imgH="228600" progId="Equation.DSMT4">
                      <p:embed/>
                      <p:pic>
                        <p:nvPicPr>
                          <p:cNvPr id="5" name="Object 4"/>
                          <p:cNvPicPr>
                            <a:picLocks noChangeAspect="1" noChangeArrowheads="1"/>
                          </p:cNvPicPr>
                          <p:nvPr/>
                        </p:nvPicPr>
                        <p:blipFill>
                          <a:blip r:embed="rId4"/>
                          <a:srcRect/>
                          <a:stretch>
                            <a:fillRect/>
                          </a:stretch>
                        </p:blipFill>
                        <p:spPr bwMode="auto">
                          <a:xfrm>
                            <a:off x="1672921" y="2539084"/>
                            <a:ext cx="1468438" cy="714375"/>
                          </a:xfrm>
                          <a:prstGeom prst="rect">
                            <a:avLst/>
                          </a:prstGeom>
                          <a:noFill/>
                        </p:spPr>
                      </p:pic>
                    </p:oleObj>
                  </mc:Fallback>
                </mc:AlternateContent>
              </a:graphicData>
            </a:graphic>
          </p:graphicFrame>
          <p:pic>
            <p:nvPicPr>
              <p:cNvPr id="8" name="Picture 7" descr="An illustration shows a circular object of mass m with two arrows arising from the object and moving in opposite directions. Both the arrows are of equal length. The illustration also shows the vector a is equal to 0 and the sum of the force vector is equal to 0">
                <a:extLst>
                  <a:ext uri="{FF2B5EF4-FFF2-40B4-BE49-F238E27FC236}">
                    <a16:creationId xmlns:a16="http://schemas.microsoft.com/office/drawing/2014/main" id="{0D7AAEF9-E6DD-494E-AE6D-2AAD284466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4724" y="3590197"/>
                <a:ext cx="2204830" cy="1380502"/>
              </a:xfrm>
              <a:prstGeom prst="rect">
                <a:avLst/>
              </a:prstGeom>
            </p:spPr>
          </p:pic>
          <p:sp>
            <p:nvSpPr>
              <p:cNvPr id="3" name="Rectangle 2">
                <a:extLst>
                  <a:ext uri="{FF2B5EF4-FFF2-40B4-BE49-F238E27FC236}">
                    <a16:creationId xmlns:a16="http://schemas.microsoft.com/office/drawing/2014/main" id="{B08F057D-952B-4019-92DB-6B2D809DC7DC}"/>
                  </a:ext>
                </a:extLst>
              </p:cNvPr>
              <p:cNvSpPr/>
              <p:nvPr/>
            </p:nvSpPr>
            <p:spPr>
              <a:xfrm>
                <a:off x="597220" y="1646654"/>
                <a:ext cx="3619838" cy="523220"/>
              </a:xfrm>
              <a:prstGeom prst="rect">
                <a:avLst/>
              </a:prstGeom>
            </p:spPr>
            <p:txBody>
              <a:bodyPr wrap="none">
                <a:spAutoFit/>
              </a:bodyPr>
              <a:lstStyle/>
              <a:p>
                <a:pPr algn="ctr"/>
                <a:r>
                  <a:rPr lang="en-US" sz="2800" b="1" dirty="0">
                    <a:latin typeface="Times New Roman" panose="02020603050405020304" pitchFamily="18" charset="0"/>
                    <a:cs typeface="Times New Roman" panose="02020603050405020304" pitchFamily="18" charset="0"/>
                  </a:rPr>
                  <a:t>Equilibrium Problems</a:t>
                </a:r>
              </a:p>
            </p:txBody>
          </p:sp>
        </p:grpSp>
        <p:grpSp>
          <p:nvGrpSpPr>
            <p:cNvPr id="11" name="Group 10">
              <a:extLst>
                <a:ext uri="{FF2B5EF4-FFF2-40B4-BE49-F238E27FC236}">
                  <a16:creationId xmlns:a16="http://schemas.microsoft.com/office/drawing/2014/main" id="{938B3EA2-B1FE-469C-AD8C-0328A4EAE86F}"/>
                </a:ext>
              </a:extLst>
            </p:cNvPr>
            <p:cNvGrpSpPr/>
            <p:nvPr/>
          </p:nvGrpSpPr>
          <p:grpSpPr>
            <a:xfrm>
              <a:off x="4581046" y="1593385"/>
              <a:ext cx="4223360" cy="3358878"/>
              <a:chOff x="4581046" y="1646653"/>
              <a:chExt cx="4223360" cy="3358878"/>
            </a:xfrm>
          </p:grpSpPr>
          <p:sp>
            <p:nvSpPr>
              <p:cNvPr id="4" name="Rectangle 3">
                <a:extLst>
                  <a:ext uri="{FF2B5EF4-FFF2-40B4-BE49-F238E27FC236}">
                    <a16:creationId xmlns:a16="http://schemas.microsoft.com/office/drawing/2014/main" id="{B8B0A425-8DF4-4B4B-B245-76B8B5989619}"/>
                  </a:ext>
                </a:extLst>
              </p:cNvPr>
              <p:cNvSpPr/>
              <p:nvPr/>
            </p:nvSpPr>
            <p:spPr>
              <a:xfrm>
                <a:off x="4581046" y="1646653"/>
                <a:ext cx="4223360" cy="523220"/>
              </a:xfrm>
              <a:prstGeom prst="rect">
                <a:avLst/>
              </a:prstGeom>
            </p:spPr>
            <p:txBody>
              <a:bodyPr wrap="square">
                <a:spAutoFit/>
              </a:bodyPr>
              <a:lstStyle/>
              <a:p>
                <a:pPr algn="ctr"/>
                <a:r>
                  <a:rPr lang="en-US" sz="2800" b="1" dirty="0">
                    <a:latin typeface="Times New Roman" panose="02020603050405020304" pitchFamily="18" charset="0"/>
                    <a:cs typeface="Times New Roman" panose="02020603050405020304" pitchFamily="18" charset="0"/>
                  </a:rPr>
                  <a:t>Dynamics Problems</a:t>
                </a:r>
              </a:p>
            </p:txBody>
          </p:sp>
          <p:graphicFrame>
            <p:nvGraphicFramePr>
              <p:cNvPr id="9" name="Object 8">
                <a:extLst>
                  <a:ext uri="{FF2B5EF4-FFF2-40B4-BE49-F238E27FC236}">
                    <a16:creationId xmlns:a16="http://schemas.microsoft.com/office/drawing/2014/main" id="{6721FB73-FC05-4FF7-9D3D-CDC5847EFCD2}"/>
                  </a:ext>
                </a:extLst>
              </p:cNvPr>
              <p:cNvGraphicFramePr>
                <a:graphicFrameLocks noChangeAspect="1"/>
              </p:cNvGraphicFramePr>
              <p:nvPr/>
            </p:nvGraphicFramePr>
            <p:xfrm>
              <a:off x="5798960" y="2539082"/>
              <a:ext cx="1787525" cy="714375"/>
            </p:xfrm>
            <a:graphic>
              <a:graphicData uri="http://schemas.openxmlformats.org/presentationml/2006/ole">
                <mc:AlternateContent xmlns:mc="http://schemas.openxmlformats.org/markup-compatibility/2006">
                  <mc:Choice xmlns:v="urn:schemas-microsoft-com:vml" Requires="v">
                    <p:oleObj name="Equation" r:id="rId6" imgW="571320" imgH="228600" progId="Equation.DSMT4">
                      <p:embed/>
                    </p:oleObj>
                  </mc:Choice>
                  <mc:Fallback>
                    <p:oleObj name="Equation" r:id="rId6" imgW="571320" imgH="228600" progId="Equation.DSMT4">
                      <p:embed/>
                      <p:pic>
                        <p:nvPicPr>
                          <p:cNvPr id="9" name="Object 8">
                            <a:extLst>
                              <a:ext uri="{FF2B5EF4-FFF2-40B4-BE49-F238E27FC236}">
                                <a16:creationId xmlns:a16="http://schemas.microsoft.com/office/drawing/2014/main" id="{6721FB73-FC05-4FF7-9D3D-CDC5847EFCD2}"/>
                              </a:ext>
                            </a:extLst>
                          </p:cNvPr>
                          <p:cNvPicPr>
                            <a:picLocks noChangeAspect="1" noChangeArrowheads="1"/>
                          </p:cNvPicPr>
                          <p:nvPr/>
                        </p:nvPicPr>
                        <p:blipFill>
                          <a:blip r:embed="rId7"/>
                          <a:srcRect/>
                          <a:stretch>
                            <a:fillRect/>
                          </a:stretch>
                        </p:blipFill>
                        <p:spPr bwMode="auto">
                          <a:xfrm>
                            <a:off x="5798960" y="2539082"/>
                            <a:ext cx="1787525" cy="714375"/>
                          </a:xfrm>
                          <a:prstGeom prst="rect">
                            <a:avLst/>
                          </a:prstGeom>
                          <a:noFill/>
                        </p:spPr>
                      </p:pic>
                    </p:oleObj>
                  </mc:Fallback>
                </mc:AlternateContent>
              </a:graphicData>
            </a:graphic>
          </p:graphicFrame>
          <p:pic>
            <p:nvPicPr>
              <p:cNvPr id="10" name="Picture 9" descr="An illustration shows a circular object of mass m with two arrows arising from the object and moving in opposite directions. Both the arrows are of equal length. The illustration also shows the vector a is equal to 0 and the sum of the force vector is equal to 0">
                <a:extLst>
                  <a:ext uri="{FF2B5EF4-FFF2-40B4-BE49-F238E27FC236}">
                    <a16:creationId xmlns:a16="http://schemas.microsoft.com/office/drawing/2014/main" id="{95BC3EA6-A2E8-415A-B8B0-AAB45374E3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07793" y="3793933"/>
                <a:ext cx="2169860" cy="1211598"/>
              </a:xfrm>
              <a:prstGeom prst="rect">
                <a:avLst/>
              </a:prstGeom>
            </p:spPr>
          </p:pic>
        </p:grpSp>
        <p:sp>
          <p:nvSpPr>
            <p:cNvPr id="12" name="Rectangle 11"/>
            <p:cNvSpPr/>
            <p:nvPr/>
          </p:nvSpPr>
          <p:spPr>
            <a:xfrm>
              <a:off x="5082421" y="5158078"/>
              <a:ext cx="3721985" cy="954107"/>
            </a:xfrm>
            <a:prstGeom prst="rect">
              <a:avLst/>
            </a:prstGeom>
          </p:spPr>
          <p:txBody>
            <a:bodyPr wrap="square">
              <a:spAutoFit/>
            </a:bodyPr>
            <a:lstStyle/>
            <a:p>
              <a:r>
                <a:rPr lang="en-US" sz="2800" kern="0" dirty="0">
                  <a:solidFill>
                    <a:srgbClr val="000000"/>
                  </a:solidFill>
                  <a:latin typeface="Times New Roman" panose="02020603050405020304" pitchFamily="18" charset="0"/>
                  <a:cs typeface="Times New Roman" panose="02020603050405020304" pitchFamily="18" charset="0"/>
                  <a:sym typeface="Arial"/>
                </a:rPr>
                <a:t>Use </a:t>
              </a:r>
              <a:r>
                <a:rPr lang="en-US" sz="2800" b="1" kern="0" dirty="0">
                  <a:solidFill>
                    <a:srgbClr val="C00000"/>
                  </a:solidFill>
                  <a:latin typeface="Times New Roman" panose="02020603050405020304" pitchFamily="18" charset="0"/>
                  <a:cs typeface="Times New Roman" panose="02020603050405020304" pitchFamily="18" charset="0"/>
                  <a:sym typeface="Arial"/>
                </a:rPr>
                <a:t>kinematics</a:t>
              </a:r>
              <a:r>
                <a:rPr lang="en-US" sz="2800" kern="0" dirty="0">
                  <a:solidFill>
                    <a:srgbClr val="000000"/>
                  </a:solidFill>
                  <a:latin typeface="Times New Roman" panose="02020603050405020304" pitchFamily="18" charset="0"/>
                  <a:cs typeface="Times New Roman" panose="02020603050405020304" pitchFamily="18" charset="0"/>
                  <a:sym typeface="Arial"/>
                </a:rPr>
                <a:t> to find velocities and positions.</a:t>
              </a:r>
              <a:endParaRPr lang="en-US" sz="2800"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5EE3E0E1-94C9-47CD-9CB7-902600CB521A}"/>
                </a:ext>
              </a:extLst>
            </p:cNvPr>
            <p:cNvSpPr/>
            <p:nvPr/>
          </p:nvSpPr>
          <p:spPr>
            <a:xfrm>
              <a:off x="602935" y="5373522"/>
              <a:ext cx="3721985" cy="523220"/>
            </a:xfrm>
            <a:prstGeom prst="rect">
              <a:avLst/>
            </a:prstGeom>
          </p:spPr>
          <p:txBody>
            <a:bodyPr wrap="square">
              <a:spAutoFit/>
            </a:bodyPr>
            <a:lstStyle/>
            <a:p>
              <a:pPr algn="ctr"/>
              <a:r>
                <a:rPr lang="en-US" sz="2800" kern="0" dirty="0">
                  <a:solidFill>
                    <a:srgbClr val="000000"/>
                  </a:solidFill>
                  <a:latin typeface="Times New Roman" panose="02020603050405020304" pitchFamily="18" charset="0"/>
                  <a:cs typeface="Times New Roman" panose="02020603050405020304" pitchFamily="18" charset="0"/>
                  <a:sym typeface="Arial"/>
                </a:rPr>
                <a:t>Find out force or mass.</a:t>
              </a:r>
              <a:endParaRPr lang="en-US" sz="2800" dirty="0">
                <a:latin typeface="Times New Roman" panose="02020603050405020304" pitchFamily="18" charset="0"/>
                <a:cs typeface="Times New Roman" panose="02020603050405020304" pitchFamily="18" charset="0"/>
              </a:endParaRPr>
            </a:p>
          </p:txBody>
        </p:sp>
      </p:grpSp>
      <p:sp>
        <p:nvSpPr>
          <p:cNvPr id="2" name="Title 3">
            <a:extLst>
              <a:ext uri="{FF2B5EF4-FFF2-40B4-BE49-F238E27FC236}">
                <a16:creationId xmlns:a16="http://schemas.microsoft.com/office/drawing/2014/main" id="{C9E744C1-B0A5-DA8F-340D-E21995792278}"/>
              </a:ext>
            </a:extLst>
          </p:cNvPr>
          <p:cNvSpPr txBox="1">
            <a:spLocks/>
          </p:cNvSpPr>
          <p:nvPr/>
        </p:nvSpPr>
        <p:spPr>
          <a:xfrm>
            <a:off x="0" y="-10289"/>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0000FF"/>
                </a:solidFill>
                <a:latin typeface="Times New Roman" panose="02020603050405020304" pitchFamily="18" charset="0"/>
                <a:cs typeface="Times New Roman" panose="02020603050405020304" pitchFamily="18" charset="0"/>
              </a:rPr>
              <a:t>Summary: Applying Newton’s Laws</a:t>
            </a:r>
            <a:endParaRPr lang="en-US" sz="4000" dirty="0"/>
          </a:p>
        </p:txBody>
      </p:sp>
    </p:spTree>
    <p:extLst>
      <p:ext uri="{BB962C8B-B14F-4D97-AF65-F5344CB8AC3E}">
        <p14:creationId xmlns:p14="http://schemas.microsoft.com/office/powerpoint/2010/main" val="1633725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85199C-7F10-4B57-858A-69C6A25E565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94031" y="2062912"/>
            <a:ext cx="1817291" cy="2468880"/>
          </a:xfrm>
          <a:prstGeom prst="rect">
            <a:avLst/>
          </a:prstGeom>
          <a:noFill/>
          <a:ln>
            <a:noFill/>
          </a:ln>
        </p:spPr>
      </p:pic>
      <p:pic>
        <p:nvPicPr>
          <p:cNvPr id="9" name="Picture 8">
            <a:extLst>
              <a:ext uri="{FF2B5EF4-FFF2-40B4-BE49-F238E27FC236}">
                <a16:creationId xmlns:a16="http://schemas.microsoft.com/office/drawing/2014/main" id="{B53FE6FC-FA7C-46BA-947F-A54FC19CE87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00371" y="1516180"/>
            <a:ext cx="2904198" cy="2623736"/>
          </a:xfrm>
          <a:prstGeom prst="rect">
            <a:avLst/>
          </a:prstGeom>
          <a:noFill/>
          <a:ln>
            <a:noFill/>
          </a:ln>
        </p:spPr>
      </p:pic>
      <p:pic>
        <p:nvPicPr>
          <p:cNvPr id="12" name="Picture 11" descr="Two illustrations show a woman inside a moving elevator that has a vertically suspended spring scale attached to the roof of the elevator. A fish is suspended vertically from the scale. Illustration a shows the elevator go up while illustration b shows the elevator go down In illustration a, an upward arrow labeled vector a shows that the elevator is moving up. Two opposite forces are shown to be acting on the fish. An arrow moves down from the fish and is labeled m g. Another much longer arrow moves upward from the fish and is labeled vector T. The scale is pointing close to 5. In illustration b, a downward arrow labeled vector a shows that the elevator is moving down. Two opposite forces are shown to be acting on the fish. An arrow moves down from the fish and is labeled m g. Another shorter arrow moves upward from the fish and is labeled vector T. The scale is pointing to a little beyond 3. The text indicates that when the elevator accelerates upward, the spring scale reads a value greater than the weight of the fish. It also mentions that when the elevator accelerates downward, the spring scale reads a value less than the weight of the fish.">
            <a:extLst>
              <a:ext uri="{FF2B5EF4-FFF2-40B4-BE49-F238E27FC236}">
                <a16:creationId xmlns:a16="http://schemas.microsoft.com/office/drawing/2014/main" id="{BB8E2042-FB45-46CE-B652-3903A456EF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61646" y="1480435"/>
            <a:ext cx="3177472" cy="3287365"/>
          </a:xfrm>
          <a:prstGeom prst="rect">
            <a:avLst/>
          </a:prstGeom>
        </p:spPr>
      </p:pic>
      <p:grpSp>
        <p:nvGrpSpPr>
          <p:cNvPr id="2" name="Group 1">
            <a:extLst>
              <a:ext uri="{FF2B5EF4-FFF2-40B4-BE49-F238E27FC236}">
                <a16:creationId xmlns:a16="http://schemas.microsoft.com/office/drawing/2014/main" id="{EC60FD6A-CE35-46B3-9669-1254E2100069}"/>
              </a:ext>
            </a:extLst>
          </p:cNvPr>
          <p:cNvGrpSpPr/>
          <p:nvPr/>
        </p:nvGrpSpPr>
        <p:grpSpPr>
          <a:xfrm>
            <a:off x="7495893" y="5195593"/>
            <a:ext cx="3393878" cy="1502929"/>
            <a:chOff x="4377556" y="4711042"/>
            <a:chExt cx="3393878" cy="1502929"/>
          </a:xfrm>
        </p:grpSpPr>
        <p:graphicFrame>
          <p:nvGraphicFramePr>
            <p:cNvPr id="14" name="Object 13">
              <a:extLst>
                <a:ext uri="{FF2B5EF4-FFF2-40B4-BE49-F238E27FC236}">
                  <a16:creationId xmlns:a16="http://schemas.microsoft.com/office/drawing/2014/main" id="{B715A3AD-A61B-4FD5-B9B0-69E27537D228}"/>
                </a:ext>
              </a:extLst>
            </p:cNvPr>
            <p:cNvGraphicFramePr>
              <a:graphicFrameLocks noChangeAspect="1"/>
            </p:cNvGraphicFramePr>
            <p:nvPr/>
          </p:nvGraphicFramePr>
          <p:xfrm>
            <a:off x="5127240" y="4711042"/>
            <a:ext cx="1645920" cy="657784"/>
          </p:xfrm>
          <a:graphic>
            <a:graphicData uri="http://schemas.openxmlformats.org/presentationml/2006/ole">
              <mc:AlternateContent xmlns:mc="http://schemas.openxmlformats.org/markup-compatibility/2006">
                <mc:Choice xmlns:v="urn:schemas-microsoft-com:vml" Requires="v">
                  <p:oleObj name="Equation" r:id="rId5" imgW="571320" imgH="228600" progId="Equation.DSMT4">
                    <p:embed/>
                  </p:oleObj>
                </mc:Choice>
                <mc:Fallback>
                  <p:oleObj name="Equation" r:id="rId5" imgW="571320" imgH="228600" progId="Equation.DSMT4">
                    <p:embed/>
                    <p:pic>
                      <p:nvPicPr>
                        <p:cNvPr id="14" name="Object 13">
                          <a:extLst>
                            <a:ext uri="{FF2B5EF4-FFF2-40B4-BE49-F238E27FC236}">
                              <a16:creationId xmlns:a16="http://schemas.microsoft.com/office/drawing/2014/main" id="{B715A3AD-A61B-4FD5-B9B0-69E27537D228}"/>
                            </a:ext>
                          </a:extLst>
                        </p:cNvPr>
                        <p:cNvPicPr>
                          <a:picLocks noChangeAspect="1" noChangeArrowheads="1"/>
                        </p:cNvPicPr>
                        <p:nvPr/>
                      </p:nvPicPr>
                      <p:blipFill>
                        <a:blip r:embed="rId6"/>
                        <a:srcRect/>
                        <a:stretch>
                          <a:fillRect/>
                        </a:stretch>
                      </p:blipFill>
                      <p:spPr bwMode="auto">
                        <a:xfrm>
                          <a:off x="5127240" y="4711042"/>
                          <a:ext cx="1645920" cy="657784"/>
                        </a:xfrm>
                        <a:prstGeom prst="rect">
                          <a:avLst/>
                        </a:prstGeom>
                        <a:noFill/>
                      </p:spPr>
                    </p:pic>
                  </p:oleObj>
                </mc:Fallback>
              </mc:AlternateContent>
            </a:graphicData>
          </a:graphic>
        </p:graphicFrame>
        <p:sp>
          <p:nvSpPr>
            <p:cNvPr id="5" name="TextBox 4">
              <a:extLst>
                <a:ext uri="{FF2B5EF4-FFF2-40B4-BE49-F238E27FC236}">
                  <a16:creationId xmlns:a16="http://schemas.microsoft.com/office/drawing/2014/main" id="{6F7AD55B-926F-4072-80C3-BF7B686ECC45}"/>
                </a:ext>
              </a:extLst>
            </p:cNvPr>
            <p:cNvSpPr txBox="1"/>
            <p:nvPr/>
          </p:nvSpPr>
          <p:spPr>
            <a:xfrm>
              <a:off x="4377556" y="5290641"/>
              <a:ext cx="3393878" cy="923330"/>
            </a:xfrm>
            <a:prstGeom prst="rect">
              <a:avLst/>
            </a:prstGeom>
            <a:noFill/>
          </p:spPr>
          <p:txBody>
            <a:bodyPr wrap="none" rtlCol="0">
              <a:spAutoFit/>
            </a:bodyPr>
            <a:lstStyle/>
            <a:p>
              <a:pPr algn="ctr">
                <a:lnSpc>
                  <a:spcPct val="90000"/>
                </a:lnSpc>
              </a:pPr>
              <a:r>
                <a:rPr lang="en-US" sz="32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t>
              </a:r>
            </a:p>
            <a:p>
              <a:pPr algn="ctr">
                <a:lnSpc>
                  <a:spcPct val="90000"/>
                </a:lnSpc>
              </a:pPr>
              <a:r>
                <a:rPr lang="en-US" sz="2600" b="1" dirty="0">
                  <a:solidFill>
                    <a:srgbClr val="0000FF"/>
                  </a:solidFill>
                  <a:latin typeface="Times New Roman" panose="02020603050405020304" pitchFamily="18" charset="0"/>
                  <a:cs typeface="Times New Roman" panose="02020603050405020304" pitchFamily="18" charset="0"/>
                </a:rPr>
                <a:t>k</a:t>
              </a:r>
              <a:r>
                <a:rPr lang="en-US" sz="2800" b="1" dirty="0">
                  <a:solidFill>
                    <a:srgbClr val="0000FF"/>
                  </a:solidFill>
                  <a:latin typeface="Times New Roman" panose="02020603050405020304" pitchFamily="18" charset="0"/>
                  <a:cs typeface="Times New Roman" panose="02020603050405020304" pitchFamily="18" charset="0"/>
                </a:rPr>
                <a:t>inematics equations</a:t>
              </a:r>
              <a:endParaRPr lang="en-US" sz="2800" dirty="0"/>
            </a:p>
          </p:txBody>
        </p:sp>
      </p:grpSp>
      <p:grpSp>
        <p:nvGrpSpPr>
          <p:cNvPr id="13" name="Group 12">
            <a:extLst>
              <a:ext uri="{FF2B5EF4-FFF2-40B4-BE49-F238E27FC236}">
                <a16:creationId xmlns:a16="http://schemas.microsoft.com/office/drawing/2014/main" id="{7E7EA32A-0770-1AAE-EF8D-2E8CAD0CD42F}"/>
              </a:ext>
            </a:extLst>
          </p:cNvPr>
          <p:cNvGrpSpPr/>
          <p:nvPr/>
        </p:nvGrpSpPr>
        <p:grpSpPr>
          <a:xfrm>
            <a:off x="1711569" y="4296914"/>
            <a:ext cx="3263785" cy="2393054"/>
            <a:chOff x="5097681" y="3657431"/>
            <a:chExt cx="3623616" cy="2818368"/>
          </a:xfrm>
        </p:grpSpPr>
        <p:pic>
          <p:nvPicPr>
            <p:cNvPr id="15" name="Picture 14" descr="An illustration shows a rectangular block moving down an incline which is at an angle of theta with the horizontal. The x-y graph has x axis marked along the scope. An arrow marked m subscript g is moving downward perpendicular to the horizontal. This vector is shown to be at an angle theta with the y axis of the slope. Two components of this vector are shown: m subscript g cos theta is along the negative y axis, while m subscript g sin theta is the component along the x axis. The second force that acts on the dot is shown as an upward moving arrow that is perpendicular to the x-axis of the slope and is shown to be placed along the y axis. It is labeled as vector n. The third force that acts on the dot moves along the negative portion of the x axis. This is much shorter and is labeled vector lowercase f subscript s.">
              <a:extLst>
                <a:ext uri="{FF2B5EF4-FFF2-40B4-BE49-F238E27FC236}">
                  <a16:creationId xmlns:a16="http://schemas.microsoft.com/office/drawing/2014/main" id="{60EBB33F-1D10-29EC-9B6A-23508733FE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97681" y="3657431"/>
              <a:ext cx="3623616" cy="2818368"/>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9A2AD83-35EE-0240-2A75-FA2958A33EE4}"/>
                    </a:ext>
                  </a:extLst>
                </p:cNvPr>
                <p:cNvSpPr txBox="1"/>
                <p:nvPr/>
              </p:nvSpPr>
              <p:spPr>
                <a:xfrm>
                  <a:off x="7047593" y="4385387"/>
                  <a:ext cx="202292" cy="276166"/>
                </a:xfrm>
                <a:prstGeom prst="rect">
                  <a:avLst/>
                </a:prstGeom>
                <a:solidFill>
                  <a:schemeClr val="bg1"/>
                </a:solidFill>
              </p:spPr>
              <p:txBody>
                <a:bodyPr wrap="square" lIns="0" tIns="0" rIns="0" bIns="0" rtlCol="0">
                  <a:spAutoFit/>
                </a:bodyPr>
                <a:lstStyle/>
                <a:p>
                  <a:r>
                    <a:rPr lang="en-US" sz="1600" b="1">
                      <a:cs typeface="Times New Roman" panose="02020603050405020304" pitchFamily="18" charset="0"/>
                    </a:rPr>
                    <a:t> </a:t>
                  </a:r>
                  <a14:m>
                    <m:oMath xmlns:m="http://schemas.openxmlformats.org/officeDocument/2006/math">
                      <m:acc>
                        <m:accPr>
                          <m:chr m:val="⃗"/>
                          <m:ctrlPr>
                            <a:rPr lang="en-US" sz="1600" b="1">
                              <a:latin typeface="Cambria Math" panose="02040503050406030204" pitchFamily="18" charset="0"/>
                              <a:cs typeface="Times New Roman" panose="02020603050405020304" pitchFamily="18" charset="0"/>
                            </a:rPr>
                          </m:ctrlPr>
                        </m:accPr>
                        <m:e>
                          <m:r>
                            <a:rPr lang="en-US" sz="1600" b="1">
                              <a:latin typeface="Cambria Math" panose="02040503050406030204" pitchFamily="18" charset="0"/>
                              <a:cs typeface="Times New Roman" panose="02020603050405020304" pitchFamily="18" charset="0"/>
                            </a:rPr>
                            <m:t>𝐍</m:t>
                          </m:r>
                        </m:e>
                      </m:acc>
                    </m:oMath>
                  </a14:m>
                  <a:endParaRPr lang="en-US" sz="1600" b="1">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E67B2BDF-0CC5-E354-F689-A6176840BC27}"/>
                    </a:ext>
                  </a:extLst>
                </p:cNvPr>
                <p:cNvSpPr txBox="1">
                  <a:spLocks noRot="1" noChangeAspect="1" noMove="1" noResize="1" noEditPoints="1" noAdjustHandles="1" noChangeArrowheads="1" noChangeShapeType="1" noTextEdit="1"/>
                </p:cNvSpPr>
                <p:nvPr/>
              </p:nvSpPr>
              <p:spPr>
                <a:xfrm>
                  <a:off x="7047593" y="4385387"/>
                  <a:ext cx="202292" cy="276166"/>
                </a:xfrm>
                <a:prstGeom prst="rect">
                  <a:avLst/>
                </a:prstGeom>
                <a:blipFill>
                  <a:blip r:embed="rId8"/>
                  <a:stretch>
                    <a:fillRect l="-12121" r="-27273" b="-6667"/>
                  </a:stretch>
                </a:blipFill>
              </p:spPr>
              <p:txBody>
                <a:bodyPr/>
                <a:lstStyle/>
                <a:p>
                  <a:r>
                    <a:rPr lang="en-US">
                      <a:noFill/>
                    </a:rPr>
                    <a:t> </a:t>
                  </a:r>
                </a:p>
              </p:txBody>
            </p:sp>
          </mc:Fallback>
        </mc:AlternateContent>
      </p:grpSp>
      <p:sp>
        <p:nvSpPr>
          <p:cNvPr id="3" name="Content Placeholder 2">
            <a:extLst>
              <a:ext uri="{FF2B5EF4-FFF2-40B4-BE49-F238E27FC236}">
                <a16:creationId xmlns:a16="http://schemas.microsoft.com/office/drawing/2014/main" id="{89857532-6BE6-A3E2-5516-082CB7781615}"/>
              </a:ext>
            </a:extLst>
          </p:cNvPr>
          <p:cNvSpPr>
            <a:spLocks noGrp="1"/>
          </p:cNvSpPr>
          <p:nvPr>
            <p:ph sz="quarter" idx="13"/>
          </p:nvPr>
        </p:nvSpPr>
        <p:spPr>
          <a:xfrm>
            <a:off x="855783" y="946949"/>
            <a:ext cx="8229600" cy="733528"/>
          </a:xfrm>
        </p:spPr>
        <p:txBody>
          <a:bodyPr>
            <a:normAutofit/>
          </a:bodyPr>
          <a:lstStyle/>
          <a:p>
            <a:pPr>
              <a:spcBef>
                <a:spcPts val="0"/>
              </a:spcBef>
              <a:spcAft>
                <a:spcPts val="600"/>
              </a:spcAft>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Single Object Problems</a:t>
            </a:r>
          </a:p>
        </p:txBody>
      </p:sp>
      <p:sp>
        <p:nvSpPr>
          <p:cNvPr id="10" name="Title 3">
            <a:extLst>
              <a:ext uri="{FF2B5EF4-FFF2-40B4-BE49-F238E27FC236}">
                <a16:creationId xmlns:a16="http://schemas.microsoft.com/office/drawing/2014/main" id="{62C706F2-BC3A-EF8F-CDF8-F0D2F10CAF6B}"/>
              </a:ext>
            </a:extLst>
          </p:cNvPr>
          <p:cNvSpPr txBox="1">
            <a:spLocks/>
          </p:cNvSpPr>
          <p:nvPr/>
        </p:nvSpPr>
        <p:spPr>
          <a:xfrm>
            <a:off x="0" y="-10289"/>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0000FF"/>
                </a:solidFill>
                <a:latin typeface="Times New Roman" panose="02020603050405020304" pitchFamily="18" charset="0"/>
                <a:cs typeface="Times New Roman" panose="02020603050405020304" pitchFamily="18" charset="0"/>
              </a:rPr>
              <a:t>Summary: Applying Newton’s Laws</a:t>
            </a:r>
            <a:endParaRPr lang="en-US" sz="4000" dirty="0"/>
          </a:p>
        </p:txBody>
      </p:sp>
    </p:spTree>
    <p:extLst>
      <p:ext uri="{BB962C8B-B14F-4D97-AF65-F5344CB8AC3E}">
        <p14:creationId xmlns:p14="http://schemas.microsoft.com/office/powerpoint/2010/main" val="1507270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758092" y="1456837"/>
            <a:ext cx="10746154" cy="4755968"/>
          </a:xfrm>
        </p:spPr>
        <p:txBody>
          <a:bodyPr>
            <a:normAutofit/>
          </a:bodyPr>
          <a:lstStyle/>
          <a:p>
            <a:pPr marL="0" indent="0">
              <a:spcBef>
                <a:spcPts val="0"/>
              </a:spcBef>
              <a:spcAft>
                <a:spcPts val="300"/>
              </a:spcAft>
              <a:buNone/>
            </a:pPr>
            <a:r>
              <a:rPr lang="en-US" sz="2600" dirty="0">
                <a:latin typeface="Times New Roman" panose="02020603050405020304" pitchFamily="18" charset="0"/>
                <a:cs typeface="Times New Roman" panose="02020603050405020304" pitchFamily="18" charset="0"/>
              </a:rPr>
              <a:t>(1) Draw a free-body diagram for </a:t>
            </a:r>
            <a:r>
              <a:rPr lang="en-US" sz="2600" b="1" dirty="0">
                <a:latin typeface="Times New Roman" panose="02020603050405020304" pitchFamily="18" charset="0"/>
                <a:cs typeface="Times New Roman" panose="02020603050405020304" pitchFamily="18" charset="0"/>
              </a:rPr>
              <a:t>each object</a:t>
            </a:r>
            <a:r>
              <a:rPr lang="en-US" sz="2600" dirty="0">
                <a:latin typeface="Times New Roman" panose="02020603050405020304" pitchFamily="18" charset="0"/>
                <a:cs typeface="Times New Roman" panose="02020603050405020304" pitchFamily="18" charset="0"/>
              </a:rPr>
              <a:t>;</a:t>
            </a:r>
          </a:p>
          <a:p>
            <a:pPr marL="0" indent="0">
              <a:spcBef>
                <a:spcPts val="0"/>
              </a:spcBef>
              <a:spcAft>
                <a:spcPts val="300"/>
              </a:spcAft>
              <a:buNone/>
            </a:pPr>
            <a:r>
              <a:rPr lang="en-US" sz="2600" dirty="0">
                <a:latin typeface="Times New Roman" panose="02020603050405020304" pitchFamily="18" charset="0"/>
                <a:cs typeface="Times New Roman" panose="02020603050405020304" pitchFamily="18" charset="0"/>
              </a:rPr>
              <a:t>(2) Tension force has the same magnitude throughout the rope;</a:t>
            </a:r>
          </a:p>
          <a:p>
            <a:pPr marL="0" indent="0">
              <a:spcBef>
                <a:spcPts val="0"/>
              </a:spcBef>
              <a:spcAft>
                <a:spcPts val="300"/>
              </a:spcAft>
              <a:buNone/>
            </a:pPr>
            <a:r>
              <a:rPr lang="en-US" sz="2600" dirty="0">
                <a:latin typeface="Times New Roman" panose="02020603050405020304" pitchFamily="18" charset="0"/>
                <a:cs typeface="Times New Roman" panose="02020603050405020304" pitchFamily="18" charset="0"/>
              </a:rPr>
              <a:t>(3) Move together </a:t>
            </a:r>
            <a:r>
              <a:rPr lang="en-US" sz="2600" dirty="0">
                <a:latin typeface="Times New Roman" panose="02020603050405020304" pitchFamily="18" charset="0"/>
                <a:cs typeface="Times New Roman" panose="02020603050405020304" pitchFamily="18" charset="0"/>
                <a:sym typeface="Wingdings" panose="05000000000000000000" pitchFamily="2" charset="2"/>
              </a:rPr>
              <a:t> the magnitude of acceleration is the same.</a:t>
            </a:r>
            <a:endParaRPr lang="en-US" sz="26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1524000" y="10869"/>
            <a:ext cx="9144000" cy="1121740"/>
          </a:xfrm>
          <a:prstGeom prst="rect">
            <a:avLst/>
          </a:prstGeom>
          <a:noFill/>
          <a:ln>
            <a:noFill/>
          </a:ln>
        </p:spPr>
        <p:txBody>
          <a:bodyPr vert="horz" lIns="91425" tIns="91425" rIns="91425" bIns="91425" rtlCol="0" anchor="t" anchorCtr="0">
            <a:normAutofit/>
          </a:bodyPr>
          <a:lstStyle>
            <a:lvl1pPr marL="0" marR="0" lvl="0" indent="0" algn="l" defTabSz="914400" rtl="0" eaLnBrk="1" latinLnBrk="0" hangingPunct="1">
              <a:lnSpc>
                <a:spcPct val="100000"/>
              </a:lnSpc>
              <a:spcBef>
                <a:spcPts val="0"/>
              </a:spcBef>
              <a:buClr>
                <a:srgbClr val="007FA3"/>
              </a:buClr>
              <a:buFont typeface="Times New Roman"/>
              <a:buNone/>
              <a:defRPr sz="3600" b="1" i="0" u="none" strike="noStrike" kern="1200"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lnSpc>
                <a:spcPct val="140000"/>
              </a:lnSpc>
            </a:pPr>
            <a:r>
              <a:rPr lang="en-US" sz="4000" dirty="0">
                <a:solidFill>
                  <a:schemeClr val="bg1"/>
                </a:solidFill>
                <a:latin typeface="Times New Roman" panose="02020603050405020304" pitchFamily="18" charset="0"/>
                <a:cs typeface="Times New Roman" panose="02020603050405020304" pitchFamily="18" charset="0"/>
              </a:rPr>
              <a:t>Summary: Applying Newton’s Laws</a:t>
            </a:r>
            <a:endParaRPr lang="en-US" sz="4000" dirty="0"/>
          </a:p>
        </p:txBody>
      </p:sp>
      <p:pic>
        <p:nvPicPr>
          <p:cNvPr id="8" name="Picture 7">
            <a:extLst>
              <a:ext uri="{FF2B5EF4-FFF2-40B4-BE49-F238E27FC236}">
                <a16:creationId xmlns:a16="http://schemas.microsoft.com/office/drawing/2014/main" id="{90717586-D42B-4092-BFB7-C1BF81E9D09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87796" y="4307972"/>
            <a:ext cx="2430069" cy="1897910"/>
          </a:xfrm>
          <a:prstGeom prst="rect">
            <a:avLst/>
          </a:prstGeom>
          <a:noFill/>
          <a:ln>
            <a:noFill/>
          </a:ln>
        </p:spPr>
      </p:pic>
      <p:pic>
        <p:nvPicPr>
          <p:cNvPr id="10" name="Picture 9">
            <a:extLst>
              <a:ext uri="{FF2B5EF4-FFF2-40B4-BE49-F238E27FC236}">
                <a16:creationId xmlns:a16="http://schemas.microsoft.com/office/drawing/2014/main" id="{5B2DE0A2-38B6-4E98-82CE-33B9851A129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586137" y="3274646"/>
            <a:ext cx="3105309" cy="1070708"/>
          </a:xfrm>
          <a:prstGeom prst="rect">
            <a:avLst/>
          </a:prstGeom>
          <a:noFill/>
          <a:ln>
            <a:noFill/>
          </a:ln>
        </p:spPr>
      </p:pic>
      <p:pic>
        <p:nvPicPr>
          <p:cNvPr id="12" name="Picture 11" descr="Illustration a shows an Atwood machine, and illustration b shows the free body diagram of the forces acting on the two objects suspended from the machine. Illustration a shows a circular object of mass m subscript 1 on the left side and a rectangular object of m subscript 2 on the right side suspended from a string connected by a string placed over a pulley. An arrow beside the rectangular object is moving downward with a plus symbol marked beside it, while the arrow beside the circular object is moving upward with a plus symbol marked beside it. Illustration b shows a free body diagram where the circular object of mass m1 is represented by a dot. Two arrows arise from this dot. The arrow moving downward is labeled m subscript 1 g. Another longer arrow moves upward from the dot and is labeled vector T. In this illustration, the object of mass m 2 is also represented by a dot. Two arrows arise from this dot. The arrow moving downward is long and is labeled m subscript 2 g. Another shorter arrow moves upward from the dot and is labeled vector T.">
            <a:extLst>
              <a:ext uri="{FF2B5EF4-FFF2-40B4-BE49-F238E27FC236}">
                <a16:creationId xmlns:a16="http://schemas.microsoft.com/office/drawing/2014/main" id="{C97BC887-DEFB-4A93-A85C-577D346C45AF}"/>
              </a:ext>
            </a:extLst>
          </p:cNvPr>
          <p:cNvPicPr>
            <a:picLocks noChangeAspect="1"/>
          </p:cNvPicPr>
          <p:nvPr/>
        </p:nvPicPr>
        <p:blipFill>
          <a:blip r:embed="rId4"/>
          <a:stretch>
            <a:fillRect/>
          </a:stretch>
        </p:blipFill>
        <p:spPr>
          <a:xfrm>
            <a:off x="1422401" y="3447344"/>
            <a:ext cx="1750992" cy="3342802"/>
          </a:xfrm>
          <a:prstGeom prst="rect">
            <a:avLst/>
          </a:prstGeom>
        </p:spPr>
      </p:pic>
      <p:pic>
        <p:nvPicPr>
          <p:cNvPr id="13" name="Picture 12" descr="Illustration a shows a circular object of mass m subscript 1 and a rectangular object of m subscript 2 connected by a string placed over a pulley that is attached to an incline of angle theta. The rectangular block is resting on the incline. Illustrations b and c are free body diagrams of the forces acting on the objects In illustration a the circular object of mass m subscript 1 is suspended from the string. An upward moving arrow labeled as vector a is marked beside the circular object. Another arrow labeled vector a is marked beside the rectangular object and is shown to be moving downward parallel to the incline. In illustration b, the forces acting on the circular object is shown as arrows. A point indicates the object. An arrow marked m subscript 1 g is moving downward along the negative portion of the y-axis. An arrow marked T is moving upward along the y-axis. In illustration c, the forces acting on the rectangular object are shown as arrows. A point indicates the object. An arrow marked m subscript 1 g is moving downward perpendicular to the horizontal. This vector is shown to be at an angle theta with the y axis of the slope. Two components of this vector are shown: m subscript 2 g cos theta is along the negative y axis, while m subscript 2 g sin theta is the component along the x axis. The second force that acts on the dot is shown as an upward moving arrow that is perpendicular to the x-axis of the slope and is shown to be placed along the y axis. It is labeled as vector n. The third force that acts on the dot moves along the negative portion of the x axis. This is much shorter and is labeled vector T. ">
            <a:extLst>
              <a:ext uri="{FF2B5EF4-FFF2-40B4-BE49-F238E27FC236}">
                <a16:creationId xmlns:a16="http://schemas.microsoft.com/office/drawing/2014/main" id="{D4D7C259-E752-4F11-888D-85BDE2B5B3B4}"/>
              </a:ext>
            </a:extLst>
          </p:cNvPr>
          <p:cNvPicPr>
            <a:picLocks noChangeAspect="1"/>
          </p:cNvPicPr>
          <p:nvPr/>
        </p:nvPicPr>
        <p:blipFill rotWithShape="1">
          <a:blip r:embed="rId5">
            <a:extLst>
              <a:ext uri="{28A0092B-C50C-407E-A947-70E740481C1C}">
                <a14:useLocalDpi xmlns:a14="http://schemas.microsoft.com/office/drawing/2010/main" val="0"/>
              </a:ext>
            </a:extLst>
          </a:blip>
          <a:srcRect t="4749" r="35575" b="61025"/>
          <a:stretch/>
        </p:blipFill>
        <p:spPr>
          <a:xfrm>
            <a:off x="7640844" y="4555951"/>
            <a:ext cx="3105309" cy="2222280"/>
          </a:xfrm>
          <a:prstGeom prst="rect">
            <a:avLst/>
          </a:prstGeom>
        </p:spPr>
      </p:pic>
      <p:sp>
        <p:nvSpPr>
          <p:cNvPr id="6" name="Content Placeholder 2">
            <a:extLst>
              <a:ext uri="{FF2B5EF4-FFF2-40B4-BE49-F238E27FC236}">
                <a16:creationId xmlns:a16="http://schemas.microsoft.com/office/drawing/2014/main" id="{2CD434A8-EE5E-7066-8E89-F0203B12DC47}"/>
              </a:ext>
            </a:extLst>
          </p:cNvPr>
          <p:cNvSpPr txBox="1">
            <a:spLocks/>
          </p:cNvSpPr>
          <p:nvPr/>
        </p:nvSpPr>
        <p:spPr>
          <a:xfrm>
            <a:off x="738554" y="853166"/>
            <a:ext cx="8229600" cy="7335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Two connected object Problems</a:t>
            </a:r>
          </a:p>
        </p:txBody>
      </p:sp>
      <p:sp>
        <p:nvSpPr>
          <p:cNvPr id="5" name="Title 3">
            <a:extLst>
              <a:ext uri="{FF2B5EF4-FFF2-40B4-BE49-F238E27FC236}">
                <a16:creationId xmlns:a16="http://schemas.microsoft.com/office/drawing/2014/main" id="{7988D1D2-947D-D0E1-16A0-8FA1E0A2B082}"/>
              </a:ext>
            </a:extLst>
          </p:cNvPr>
          <p:cNvSpPr txBox="1">
            <a:spLocks/>
          </p:cNvSpPr>
          <p:nvPr/>
        </p:nvSpPr>
        <p:spPr>
          <a:xfrm>
            <a:off x="0" y="-10289"/>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0000FF"/>
                </a:solidFill>
                <a:latin typeface="Times New Roman" panose="02020603050405020304" pitchFamily="18" charset="0"/>
                <a:cs typeface="Times New Roman" panose="02020603050405020304" pitchFamily="18" charset="0"/>
              </a:rPr>
              <a:t>Summary: Applying Newton’s Laws</a:t>
            </a:r>
            <a:endParaRPr lang="en-US" sz="4000" dirty="0"/>
          </a:p>
        </p:txBody>
      </p:sp>
    </p:spTree>
    <p:extLst>
      <p:ext uri="{BB962C8B-B14F-4D97-AF65-F5344CB8AC3E}">
        <p14:creationId xmlns:p14="http://schemas.microsoft.com/office/powerpoint/2010/main" val="3787902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586523" y="930032"/>
            <a:ext cx="9144000" cy="5566462"/>
          </a:xfrm>
        </p:spPr>
        <p:txBody>
          <a:bodyPr>
            <a:normAutofit/>
          </a:bodyPr>
          <a:lstStyle/>
          <a:p>
            <a:pPr>
              <a:spcBef>
                <a:spcPts val="0"/>
              </a:spcBef>
              <a:spcAft>
                <a:spcPts val="200"/>
              </a:spcAf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Newton’s 1st &amp; 2nd Laws</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Draw and interpret a free-body diagram.</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Describe the consequences of no force or balanced forces on an object.</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Write </a:t>
            </a:r>
            <a:r>
              <a:rPr lang="en-US" sz="2600" b="1" dirty="0">
                <a:solidFill>
                  <a:srgbClr val="0000FF"/>
                </a:solidFill>
                <a:latin typeface="Times New Roman" panose="02020603050405020304" pitchFamily="18" charset="0"/>
                <a:cs typeface="Times New Roman" panose="02020603050405020304" pitchFamily="18" charset="0"/>
              </a:rPr>
              <a:t>Newton’s 2</a:t>
            </a:r>
            <a:r>
              <a:rPr lang="en-US" sz="2600" b="1" baseline="30000" dirty="0">
                <a:solidFill>
                  <a:srgbClr val="0000FF"/>
                </a:solidFill>
                <a:latin typeface="Times New Roman" panose="02020603050405020304" pitchFamily="18" charset="0"/>
                <a:cs typeface="Times New Roman" panose="02020603050405020304" pitchFamily="18" charset="0"/>
              </a:rPr>
              <a:t>nd</a:t>
            </a:r>
            <a:r>
              <a:rPr lang="en-US" sz="2600" b="1" dirty="0">
                <a:solidFill>
                  <a:srgbClr val="0000FF"/>
                </a:solidFill>
                <a:latin typeface="Times New Roman" panose="02020603050405020304" pitchFamily="18" charset="0"/>
                <a:cs typeface="Times New Roman" panose="02020603050405020304" pitchFamily="18" charset="0"/>
              </a:rPr>
              <a:t> Law</a:t>
            </a:r>
            <a:r>
              <a:rPr lang="en-US" sz="2600" dirty="0">
                <a:latin typeface="Times New Roman" panose="02020603050405020304" pitchFamily="18" charset="0"/>
                <a:cs typeface="Times New Roman" panose="02020603050405020304" pitchFamily="18" charset="0"/>
              </a:rPr>
              <a:t> for a physical scenario.</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Use </a:t>
            </a:r>
            <a:r>
              <a:rPr lang="en-US" sz="2600" b="1" dirty="0">
                <a:solidFill>
                  <a:srgbClr val="0000FF"/>
                </a:solidFill>
                <a:latin typeface="Times New Roman" panose="02020603050405020304" pitchFamily="18" charset="0"/>
                <a:cs typeface="Times New Roman" panose="02020603050405020304" pitchFamily="18" charset="0"/>
              </a:rPr>
              <a:t>Newton’s 2</a:t>
            </a:r>
            <a:r>
              <a:rPr lang="en-US" sz="2600" b="1" baseline="30000" dirty="0">
                <a:solidFill>
                  <a:srgbClr val="0000FF"/>
                </a:solidFill>
                <a:latin typeface="Times New Roman" panose="02020603050405020304" pitchFamily="18" charset="0"/>
                <a:cs typeface="Times New Roman" panose="02020603050405020304" pitchFamily="18" charset="0"/>
              </a:rPr>
              <a:t>nd</a:t>
            </a:r>
            <a:r>
              <a:rPr lang="en-US" sz="2600" b="1" dirty="0">
                <a:solidFill>
                  <a:srgbClr val="0000FF"/>
                </a:solidFill>
                <a:latin typeface="Times New Roman" panose="02020603050405020304" pitchFamily="18" charset="0"/>
                <a:cs typeface="Times New Roman" panose="02020603050405020304" pitchFamily="18" charset="0"/>
              </a:rPr>
              <a:t> Law</a:t>
            </a:r>
            <a:r>
              <a:rPr lang="en-US"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to solve a problem</a:t>
            </a:r>
          </a:p>
          <a:p>
            <a:pPr lvl="2">
              <a:spcBef>
                <a:spcPts val="0"/>
              </a:spcBef>
              <a:spcAft>
                <a:spcPts val="200"/>
              </a:spcAft>
            </a:pPr>
            <a:r>
              <a:rPr lang="en-US" sz="2600" dirty="0">
                <a:latin typeface="Times New Roman" panose="02020603050405020304" pitchFamily="18" charset="0"/>
                <a:cs typeface="Times New Roman" panose="02020603050405020304" pitchFamily="18" charset="0"/>
              </a:rPr>
              <a:t> With </a:t>
            </a:r>
            <a:r>
              <a:rPr lang="en-US" sz="2600" b="1" dirty="0">
                <a:latin typeface="Times New Roman" panose="02020603050405020304" pitchFamily="18" charset="0"/>
                <a:cs typeface="Times New Roman" panose="02020603050405020304" pitchFamily="18" charset="0"/>
              </a:rPr>
              <a:t>balanced</a:t>
            </a:r>
            <a:r>
              <a:rPr lang="en-US" sz="2600" dirty="0">
                <a:latin typeface="Times New Roman" panose="02020603050405020304" pitchFamily="18" charset="0"/>
                <a:cs typeface="Times New Roman" panose="02020603050405020304" pitchFamily="18" charset="0"/>
              </a:rPr>
              <a:t> forces.</a:t>
            </a:r>
          </a:p>
          <a:p>
            <a:pPr lvl="2">
              <a:spcBef>
                <a:spcPts val="0"/>
              </a:spcBef>
              <a:spcAft>
                <a:spcPts val="200"/>
              </a:spcAft>
            </a:pPr>
            <a:r>
              <a:rPr lang="en-US" sz="2600" dirty="0">
                <a:latin typeface="Times New Roman" panose="02020603050405020304" pitchFamily="18" charset="0"/>
                <a:cs typeface="Times New Roman" panose="02020603050405020304" pitchFamily="18" charset="0"/>
              </a:rPr>
              <a:t> With </a:t>
            </a:r>
            <a:r>
              <a:rPr lang="en-US" sz="2600" b="1" dirty="0">
                <a:solidFill>
                  <a:srgbClr val="FF0000"/>
                </a:solidFill>
                <a:latin typeface="Times New Roman" panose="02020603050405020304" pitchFamily="18" charset="0"/>
                <a:cs typeface="Times New Roman" panose="02020603050405020304" pitchFamily="18" charset="0"/>
              </a:rPr>
              <a:t>unbalanced</a:t>
            </a:r>
            <a:r>
              <a:rPr lang="en-US" sz="2600" dirty="0">
                <a:latin typeface="Times New Roman" panose="02020603050405020304" pitchFamily="18" charset="0"/>
                <a:cs typeface="Times New Roman" panose="02020603050405020304" pitchFamily="18" charset="0"/>
              </a:rPr>
              <a:t> forces.</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Use Newton’s Laws to predict the motion of an object.</a:t>
            </a:r>
          </a:p>
          <a:p>
            <a:pPr>
              <a:spcBef>
                <a:spcPts val="1200"/>
              </a:spcBef>
              <a:spcAft>
                <a:spcPts val="200"/>
              </a:spcAf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More forces &amp; Newton’s 3rd Law</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Use </a:t>
            </a:r>
            <a:r>
              <a:rPr lang="en-US" sz="2600" b="1" dirty="0">
                <a:solidFill>
                  <a:srgbClr val="0000FF"/>
                </a:solidFill>
                <a:latin typeface="Times New Roman" panose="02020603050405020304" pitchFamily="18" charset="0"/>
                <a:cs typeface="Times New Roman" panose="02020603050405020304" pitchFamily="18" charset="0"/>
              </a:rPr>
              <a:t>Newton’s 3</a:t>
            </a:r>
            <a:r>
              <a:rPr lang="en-US" sz="2600" b="1" baseline="30000" dirty="0">
                <a:solidFill>
                  <a:srgbClr val="0000FF"/>
                </a:solidFill>
                <a:latin typeface="Times New Roman" panose="02020603050405020304" pitchFamily="18" charset="0"/>
                <a:cs typeface="Times New Roman" panose="02020603050405020304" pitchFamily="18" charset="0"/>
              </a:rPr>
              <a:t>rd</a:t>
            </a:r>
            <a:r>
              <a:rPr lang="en-US" sz="2600" b="1" dirty="0">
                <a:solidFill>
                  <a:srgbClr val="0000FF"/>
                </a:solidFill>
                <a:latin typeface="Times New Roman" panose="02020603050405020304" pitchFamily="18" charset="0"/>
                <a:cs typeface="Times New Roman" panose="02020603050405020304" pitchFamily="18" charset="0"/>
              </a:rPr>
              <a:t> Law</a:t>
            </a:r>
            <a:r>
              <a:rPr lang="en-US" sz="2600" dirty="0">
                <a:latin typeface="Times New Roman" panose="02020603050405020304" pitchFamily="18" charset="0"/>
                <a:cs typeface="Times New Roman" panose="02020603050405020304" pitchFamily="18" charset="0"/>
              </a:rPr>
              <a:t> to </a:t>
            </a:r>
            <a:r>
              <a:rPr lang="en-US" sz="2600" u="sng" dirty="0">
                <a:latin typeface="Times New Roman" panose="02020603050405020304" pitchFamily="18" charset="0"/>
                <a:cs typeface="Times New Roman" panose="02020603050405020304" pitchFamily="18" charset="0"/>
              </a:rPr>
              <a:t>identify force pairs</a:t>
            </a:r>
            <a:r>
              <a:rPr lang="en-US" sz="2600" dirty="0">
                <a:latin typeface="Times New Roman" panose="02020603050405020304" pitchFamily="18" charset="0"/>
                <a:cs typeface="Times New Roman" panose="02020603050405020304" pitchFamily="18" charset="0"/>
              </a:rPr>
              <a:t>.</a:t>
            </a:r>
          </a:p>
          <a:p>
            <a:pPr lvl="1">
              <a:spcBef>
                <a:spcPts val="0"/>
              </a:spcBef>
              <a:spcAft>
                <a:spcPts val="200"/>
              </a:spcAft>
            </a:pPr>
            <a:r>
              <a:rPr lang="en-US" sz="2600" dirty="0">
                <a:latin typeface="Times New Roman" panose="02020603050405020304" pitchFamily="18" charset="0"/>
                <a:cs typeface="Times New Roman" panose="02020603050405020304" pitchFamily="18" charset="0"/>
              </a:rPr>
              <a:t>Solve problems involving static friction, kinetic friction, gravity, tension, and normal force.</a:t>
            </a:r>
          </a:p>
        </p:txBody>
      </p:sp>
      <p:sp>
        <p:nvSpPr>
          <p:cNvPr id="6" name="Title 3">
            <a:extLst>
              <a:ext uri="{FF2B5EF4-FFF2-40B4-BE49-F238E27FC236}">
                <a16:creationId xmlns:a16="http://schemas.microsoft.com/office/drawing/2014/main" id="{9A7825E3-3577-0B9A-5B76-14C95407FAA4}"/>
              </a:ext>
            </a:extLst>
          </p:cNvPr>
          <p:cNvSpPr txBox="1">
            <a:spLocks/>
          </p:cNvSpPr>
          <p:nvPr/>
        </p:nvSpPr>
        <p:spPr>
          <a:xfrm>
            <a:off x="0" y="-10289"/>
            <a:ext cx="12192000" cy="646331"/>
          </a:xfrm>
          <a:prstGeom prst="rect">
            <a:avLst/>
          </a:prstGeom>
          <a:solidFill>
            <a:srgbClr val="F8F973"/>
          </a:solid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solidFill>
                  <a:srgbClr val="0000FF"/>
                </a:solidFill>
                <a:latin typeface="Times New Roman" panose="02020603050405020304" pitchFamily="18" charset="0"/>
                <a:cs typeface="Times New Roman" panose="02020603050405020304" pitchFamily="18" charset="0"/>
              </a:rPr>
              <a:t>Summary: Applying Newton’s Laws</a:t>
            </a:r>
            <a:endParaRPr lang="en-US" sz="4000" dirty="0"/>
          </a:p>
        </p:txBody>
      </p:sp>
    </p:spTree>
    <p:extLst>
      <p:ext uri="{BB962C8B-B14F-4D97-AF65-F5344CB8AC3E}">
        <p14:creationId xmlns:p14="http://schemas.microsoft.com/office/powerpoint/2010/main" val="4202257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4869</TotalTime>
  <Words>4187</Words>
  <Application>Microsoft Office PowerPoint</Application>
  <PresentationFormat>Widescreen</PresentationFormat>
  <Paragraphs>565</Paragraphs>
  <Slides>40</Slides>
  <Notes>14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9" baseType="lpstr">
      <vt:lpstr>Arial</vt:lpstr>
      <vt:lpstr>Calibri</vt:lpstr>
      <vt:lpstr>Calibri Light</vt:lpstr>
      <vt:lpstr>Cambria Math</vt:lpstr>
      <vt:lpstr>Symbol</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Spring Force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Newton’s Laws</dc:title>
  <dc:creator>Westley</dc:creator>
  <cp:lastModifiedBy>Manjita Shrestha</cp:lastModifiedBy>
  <cp:revision>2</cp:revision>
  <dcterms:created xsi:type="dcterms:W3CDTF">2023-12-20T18:40:16Z</dcterms:created>
  <dcterms:modified xsi:type="dcterms:W3CDTF">2026-09-29T18:08:50Z</dcterms:modified>
</cp:coreProperties>
</file>